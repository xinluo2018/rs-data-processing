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bookmarkIdSeed="5">
  <p:sldMasterIdLst>
    <p:sldMasterId id="2147484773" r:id="rId1"/>
    <p:sldMasterId id="2147484986" r:id="rId2"/>
  </p:sldMasterIdLst>
  <p:notesMasterIdLst>
    <p:notesMasterId r:id="rId22"/>
  </p:notesMasterIdLst>
  <p:handoutMasterIdLst>
    <p:handoutMasterId r:id="rId23"/>
  </p:handoutMasterIdLst>
  <p:sldIdLst>
    <p:sldId id="2708" r:id="rId3"/>
    <p:sldId id="2387" r:id="rId4"/>
    <p:sldId id="2798" r:id="rId5"/>
    <p:sldId id="2799" r:id="rId6"/>
    <p:sldId id="2805" r:id="rId7"/>
    <p:sldId id="2807" r:id="rId8"/>
    <p:sldId id="2806" r:id="rId9"/>
    <p:sldId id="2808" r:id="rId10"/>
    <p:sldId id="2810" r:id="rId11"/>
    <p:sldId id="2811" r:id="rId12"/>
    <p:sldId id="2792" r:id="rId13"/>
    <p:sldId id="2795" r:id="rId14"/>
    <p:sldId id="2797" r:id="rId15"/>
    <p:sldId id="2790" r:id="rId16"/>
    <p:sldId id="2796" r:id="rId17"/>
    <p:sldId id="2791" r:id="rId18"/>
    <p:sldId id="2760" r:id="rId19"/>
    <p:sldId id="2784" r:id="rId20"/>
    <p:sldId id="2812" r:id="rId21"/>
  </p:sldIdLst>
  <p:sldSz cx="12192000" cy="6858000"/>
  <p:notesSz cx="7099300" cy="10234613"/>
  <p:custDataLst>
    <p:tags r:id="rId24"/>
  </p:custDataLst>
  <p:defaultTextStyle>
    <a:defPPr>
      <a:defRPr lang="zh-CN"/>
    </a:defPPr>
    <a:lvl1pPr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1pPr>
    <a:lvl2pPr marL="4572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2pPr>
    <a:lvl3pPr marL="9144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3pPr>
    <a:lvl4pPr marL="13716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4pPr>
    <a:lvl5pPr marL="18288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663" userDrawn="1">
          <p15:clr>
            <a:srgbClr val="A4A3A4"/>
          </p15:clr>
        </p15:guide>
        <p15:guide id="2" orient="horz" pos="1412" userDrawn="1">
          <p15:clr>
            <a:srgbClr val="A4A3A4"/>
          </p15:clr>
        </p15:guide>
        <p15:guide id="3" pos="241" userDrawn="1">
          <p15:clr>
            <a:srgbClr val="A4A3A4"/>
          </p15:clr>
        </p15:guide>
        <p15:guide id="4" pos="7408" userDrawn="1">
          <p15:clr>
            <a:srgbClr val="A4A3A4"/>
          </p15:clr>
        </p15:guide>
        <p15:guide id="5" pos="3871" userDrawn="1">
          <p15:clr>
            <a:srgbClr val="A4A3A4"/>
          </p15:clr>
        </p15:guide>
        <p15:guide id="6" orient="horz" pos="700" userDrawn="1">
          <p15:clr>
            <a:srgbClr val="A4A3A4"/>
          </p15:clr>
        </p15:guide>
        <p15:guide id="7" orient="horz" pos="4119" userDrawn="1">
          <p15:clr>
            <a:srgbClr val="A4A3A4"/>
          </p15:clr>
        </p15:guide>
        <p15:guide id="8" pos="415" userDrawn="1">
          <p15:clr>
            <a:srgbClr val="A4A3A4"/>
          </p15:clr>
        </p15:guide>
        <p15:guide id="9" pos="7335" userDrawn="1">
          <p15:clr>
            <a:srgbClr val="A4A3A4"/>
          </p15:clr>
        </p15:guide>
        <p15:guide id="10" orient="horz" pos="462" userDrawn="1">
          <p15:clr>
            <a:srgbClr val="A4A3A4"/>
          </p15:clr>
        </p15:guide>
        <p15:guide id="11" pos="103" userDrawn="1">
          <p15:clr>
            <a:srgbClr val="A4A3A4"/>
          </p15:clr>
        </p15:guide>
        <p15:guide id="12" pos="96" userDrawn="1">
          <p15:clr>
            <a:srgbClr val="A4A3A4"/>
          </p15:clr>
        </p15:guide>
        <p15:guide id="13" orient="horz" pos="2" userDrawn="1">
          <p15:clr>
            <a:srgbClr val="A4A3A4"/>
          </p15:clr>
        </p15:guide>
        <p15:guide id="14" pos="1076" userDrawn="1">
          <p15:clr>
            <a:srgbClr val="A4A3A4"/>
          </p15:clr>
        </p15:guide>
        <p15:guide id="15" pos="1951" userDrawn="1">
          <p15:clr>
            <a:srgbClr val="A4A3A4"/>
          </p15:clr>
        </p15:guide>
        <p15:guide id="16" pos="2772" userDrawn="1">
          <p15:clr>
            <a:srgbClr val="A4A3A4"/>
          </p15:clr>
        </p15:guide>
        <p15:guide id="17" pos="3619" userDrawn="1">
          <p15:clr>
            <a:srgbClr val="A4A3A4"/>
          </p15:clr>
        </p15:guide>
        <p15:guide id="18" pos="4493" userDrawn="1">
          <p15:clr>
            <a:srgbClr val="A4A3A4"/>
          </p15:clr>
        </p15:guide>
        <p15:guide id="19" pos="5313" userDrawn="1">
          <p15:clr>
            <a:srgbClr val="A4A3A4"/>
          </p15:clr>
        </p15:guide>
        <p15:guide id="20" pos="6175" userDrawn="1">
          <p15:clr>
            <a:srgbClr val="A4A3A4"/>
          </p15:clr>
        </p15:guide>
        <p15:guide id="21" orient="horz" pos="581" userDrawn="1">
          <p15:clr>
            <a:srgbClr val="A4A3A4"/>
          </p15:clr>
        </p15:guide>
        <p15:guide id="22" orient="horz" pos="3230" userDrawn="1">
          <p15:clr>
            <a:srgbClr val="A4A3A4"/>
          </p15:clr>
        </p15:guide>
        <p15:guide id="23" orient="horz" pos="1230" userDrawn="1">
          <p15:clr>
            <a:srgbClr val="A4A3A4"/>
          </p15:clr>
        </p15:guide>
        <p15:guide id="24" orient="horz" userDrawn="1">
          <p15:clr>
            <a:srgbClr val="A4A3A4"/>
          </p15:clr>
        </p15:guide>
        <p15:guide id="25" orient="horz" pos="1450" userDrawn="1">
          <p15:clr>
            <a:srgbClr val="A4A3A4"/>
          </p15:clr>
        </p15:guide>
        <p15:guide id="26" pos="375" userDrawn="1">
          <p15:clr>
            <a:srgbClr val="A4A3A4"/>
          </p15:clr>
        </p15:guide>
        <p15:guide id="27" orient="horz" pos="3095" userDrawn="1">
          <p15:clr>
            <a:srgbClr val="A4A3A4"/>
          </p15:clr>
        </p15:guide>
        <p15:guide id="28" orient="horz" pos="2372" userDrawn="1">
          <p15:clr>
            <a:srgbClr val="A4A3A4"/>
          </p15:clr>
        </p15:guide>
        <p15:guide id="29" orient="horz" pos="4159" userDrawn="1">
          <p15:clr>
            <a:srgbClr val="A4A3A4"/>
          </p15:clr>
        </p15:guide>
        <p15:guide id="30" pos="417" userDrawn="1">
          <p15:clr>
            <a:srgbClr val="A4A3A4"/>
          </p15:clr>
        </p15:guide>
        <p15:guide id="31" pos="2207" userDrawn="1">
          <p15:clr>
            <a:srgbClr val="A4A3A4"/>
          </p15:clr>
        </p15:guide>
        <p15:guide id="32" pos="7636" userDrawn="1">
          <p15:clr>
            <a:srgbClr val="A4A3A4"/>
          </p15:clr>
        </p15:guide>
        <p15:guide id="33" orient="horz" pos="632" userDrawn="1">
          <p15:clr>
            <a:srgbClr val="A4A3A4"/>
          </p15:clr>
        </p15:guide>
        <p15:guide id="34" orient="horz" pos="1461" userDrawn="1">
          <p15:clr>
            <a:srgbClr val="A4A3A4"/>
          </p15:clr>
        </p15:guide>
        <p15:guide id="35" orient="horz" pos="2262" userDrawn="1">
          <p15:clr>
            <a:srgbClr val="A4A3A4"/>
          </p15:clr>
        </p15:guide>
        <p15:guide id="36" orient="horz" pos="3072" userDrawn="1">
          <p15:clr>
            <a:srgbClr val="A4A3A4"/>
          </p15:clr>
        </p15:guide>
        <p15:guide id="37" pos="1020" userDrawn="1">
          <p15:clr>
            <a:srgbClr val="A4A3A4"/>
          </p15:clr>
        </p15:guide>
        <p15:guide id="38" pos="7440" userDrawn="1">
          <p15:clr>
            <a:srgbClr val="A4A3A4"/>
          </p15:clr>
        </p15:guide>
        <p15:guide id="39" pos="6719" userDrawn="1">
          <p15:clr>
            <a:srgbClr val="A4A3A4"/>
          </p15:clr>
        </p15:guide>
        <p15:guide id="40" orient="horz" pos="621" userDrawn="1">
          <p15:clr>
            <a:srgbClr val="A4A3A4"/>
          </p15:clr>
        </p15:guide>
        <p15:guide id="41" orient="horz" pos="38" userDrawn="1">
          <p15:clr>
            <a:srgbClr val="A4A3A4"/>
          </p15:clr>
        </p15:guide>
        <p15:guide id="42" orient="horz" pos="4319" userDrawn="1">
          <p15:clr>
            <a:srgbClr val="A4A3A4"/>
          </p15:clr>
        </p15:guide>
        <p15:guide id="43" orient="horz" pos="39" userDrawn="1">
          <p15:clr>
            <a:srgbClr val="A4A3A4"/>
          </p15:clr>
        </p15:guide>
        <p15:guide id="44" pos="4489" userDrawn="1">
          <p15:clr>
            <a:srgbClr val="A4A3A4"/>
          </p15:clr>
        </p15:guide>
        <p15:guide id="45" pos="6207" userDrawn="1">
          <p15:clr>
            <a:srgbClr val="A4A3A4"/>
          </p15:clr>
        </p15:guide>
        <p15:guide id="46" orient="horz" pos="1" userDrawn="1">
          <p15:clr>
            <a:srgbClr val="A4A3A4"/>
          </p15:clr>
        </p15:guide>
        <p15:guide id="47" orient="horz" pos="4067" userDrawn="1">
          <p15:clr>
            <a:srgbClr val="A4A3A4"/>
          </p15:clr>
        </p15:guide>
        <p15:guide id="48" orient="horz" pos="601" userDrawn="1">
          <p15:clr>
            <a:srgbClr val="A4A3A4"/>
          </p15:clr>
        </p15:guide>
        <p15:guide id="49" pos="199" userDrawn="1">
          <p15:clr>
            <a:srgbClr val="A4A3A4"/>
          </p15:clr>
        </p15:guide>
        <p15:guide id="50" pos="7452" userDrawn="1">
          <p15:clr>
            <a:srgbClr val="A4A3A4"/>
          </p15:clr>
        </p15:guide>
        <p15:guide id="51" pos="430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7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office316" initials="o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7A81FF"/>
    <a:srgbClr val="00B050"/>
    <a:srgbClr val="FF00DF"/>
    <a:srgbClr val="C3E8CC"/>
    <a:srgbClr val="FF00FF"/>
    <a:srgbClr val="269FA0"/>
    <a:srgbClr val="FFC000"/>
    <a:srgbClr val="333399"/>
    <a:srgbClr val="0000CC"/>
    <a:srgbClr val="9507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428F8-39B2-354D-B4C4-08AE22340A04}" v="46" dt="2024-04-28T14:38:47.212"/>
    <p1510:client id="{5B883BEA-79A8-CC44-B886-D5D583546881}" v="446" dt="2024-04-28T11:18:19.89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深色样式 2 - 强调 1/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754" autoAdjust="0"/>
    <p:restoredTop sz="84224" autoAdjust="0"/>
  </p:normalViewPr>
  <p:slideViewPr>
    <p:cSldViewPr snapToGrid="0">
      <p:cViewPr varScale="1">
        <p:scale>
          <a:sx n="74" d="100"/>
          <a:sy n="74" d="100"/>
        </p:scale>
        <p:origin x="111" y="42"/>
      </p:cViewPr>
      <p:guideLst>
        <p:guide orient="horz" pos="663"/>
        <p:guide orient="horz" pos="1412"/>
        <p:guide pos="241"/>
        <p:guide pos="7408"/>
        <p:guide pos="3871"/>
        <p:guide orient="horz" pos="700"/>
        <p:guide orient="horz" pos="4119"/>
        <p:guide pos="415"/>
        <p:guide pos="7335"/>
        <p:guide orient="horz" pos="462"/>
        <p:guide pos="103"/>
        <p:guide pos="96"/>
        <p:guide orient="horz" pos="2"/>
        <p:guide pos="1076"/>
        <p:guide pos="1951"/>
        <p:guide pos="2772"/>
        <p:guide pos="3619"/>
        <p:guide pos="4493"/>
        <p:guide pos="5313"/>
        <p:guide pos="6175"/>
        <p:guide orient="horz" pos="581"/>
        <p:guide orient="horz" pos="3230"/>
        <p:guide orient="horz" pos="1230"/>
        <p:guide orient="horz"/>
        <p:guide orient="horz" pos="1450"/>
        <p:guide pos="375"/>
        <p:guide orient="horz" pos="3095"/>
        <p:guide orient="horz" pos="2372"/>
        <p:guide orient="horz" pos="4159"/>
        <p:guide pos="417"/>
        <p:guide pos="2207"/>
        <p:guide pos="7636"/>
        <p:guide orient="horz" pos="632"/>
        <p:guide orient="horz" pos="1461"/>
        <p:guide orient="horz" pos="2262"/>
        <p:guide orient="horz" pos="3072"/>
        <p:guide pos="1020"/>
        <p:guide pos="7440"/>
        <p:guide pos="6719"/>
        <p:guide orient="horz" pos="621"/>
        <p:guide orient="horz" pos="38"/>
        <p:guide orient="horz" pos="4319"/>
        <p:guide orient="horz" pos="39"/>
        <p:guide pos="4489"/>
        <p:guide pos="6207"/>
        <p:guide orient="horz" pos="1"/>
        <p:guide orient="horz" pos="4067"/>
        <p:guide orient="horz" pos="601"/>
        <p:guide pos="199"/>
        <p:guide pos="7452"/>
        <p:guide pos="4303"/>
      </p:guideLst>
    </p:cSldViewPr>
  </p:slideViewPr>
  <p:outlineViewPr>
    <p:cViewPr>
      <p:scale>
        <a:sx n="33" d="100"/>
        <a:sy n="33" d="100"/>
      </p:scale>
      <p:origin x="0" y="-102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50" d="100"/>
        <a:sy n="50" d="100"/>
      </p:scale>
      <p:origin x="0" y="1344"/>
    </p:cViewPr>
  </p:sorterViewPr>
  <p:notesViewPr>
    <p:cSldViewPr snapToGrid="0">
      <p:cViewPr varScale="1">
        <p:scale>
          <a:sx n="139" d="100"/>
          <a:sy n="139" d="100"/>
        </p:scale>
        <p:origin x="3552" y="184"/>
      </p:cViewPr>
      <p:guideLst>
        <p:guide orient="horz" pos="3224"/>
        <p:guide pos="2237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gs" Target="tags/tag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handoutMaster" Target="handoutMasters/handoutMaster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microsoft.com/office/2015/10/relationships/revisionInfo" Target="revisionInfo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in Luo" userId="82312ee5779919a4" providerId="LiveId" clId="{000428F8-39B2-354D-B4C4-08AE22340A04}"/>
    <pc:docChg chg="undo custSel addSld delSld modSld">
      <pc:chgData name="Xin Luo" userId="82312ee5779919a4" providerId="LiveId" clId="{000428F8-39B2-354D-B4C4-08AE22340A04}" dt="2024-04-28T14:48:43.683" v="1898" actId="20577"/>
      <pc:docMkLst>
        <pc:docMk/>
      </pc:docMkLst>
      <pc:sldChg chg="delSp modSp mod">
        <pc:chgData name="Xin Luo" userId="82312ee5779919a4" providerId="LiveId" clId="{000428F8-39B2-354D-B4C4-08AE22340A04}" dt="2024-04-27T03:21:52.515" v="169" actId="1036"/>
        <pc:sldMkLst>
          <pc:docMk/>
          <pc:sldMk cId="1576120367" sldId="2387"/>
        </pc:sldMkLst>
        <pc:spChg chg="mod">
          <ac:chgData name="Xin Luo" userId="82312ee5779919a4" providerId="LiveId" clId="{000428F8-39B2-354D-B4C4-08AE22340A04}" dt="2024-04-27T03:21:34.008" v="118" actId="20577"/>
          <ac:spMkLst>
            <pc:docMk/>
            <pc:sldMk cId="1576120367" sldId="2387"/>
            <ac:spMk id="5" creationId="{494DAA55-5621-28DB-D255-E0EBB6C6477B}"/>
          </ac:spMkLst>
        </pc:spChg>
        <pc:spChg chg="mod">
          <ac:chgData name="Xin Luo" userId="82312ee5779919a4" providerId="LiveId" clId="{000428F8-39B2-354D-B4C4-08AE22340A04}" dt="2024-04-27T03:21:42.285" v="147" actId="20577"/>
          <ac:spMkLst>
            <pc:docMk/>
            <pc:sldMk cId="1576120367" sldId="2387"/>
            <ac:spMk id="14" creationId="{00000000-0000-0000-0000-000000000000}"/>
          </ac:spMkLst>
        </pc:spChg>
        <pc:grpChg chg="mod">
          <ac:chgData name="Xin Luo" userId="82312ee5779919a4" providerId="LiveId" clId="{000428F8-39B2-354D-B4C4-08AE22340A04}" dt="2024-04-27T03:21:52.515" v="169" actId="1036"/>
          <ac:grpSpMkLst>
            <pc:docMk/>
            <pc:sldMk cId="1576120367" sldId="2387"/>
            <ac:grpSpMk id="2" creationId="{AFCAA61D-767A-24EA-9072-7425684288BB}"/>
          </ac:grpSpMkLst>
        </pc:grpChg>
        <pc:grpChg chg="mod">
          <ac:chgData name="Xin Luo" userId="82312ee5779919a4" providerId="LiveId" clId="{000428F8-39B2-354D-B4C4-08AE22340A04}" dt="2024-04-27T03:21:52.515" v="169" actId="1036"/>
          <ac:grpSpMkLst>
            <pc:docMk/>
            <pc:sldMk cId="1576120367" sldId="2387"/>
            <ac:grpSpMk id="3" creationId="{12ED16A1-79B8-7DB1-1CC1-250B051BAD58}"/>
          </ac:grpSpMkLst>
        </pc:grpChg>
        <pc:grpChg chg="del">
          <ac:chgData name="Xin Luo" userId="82312ee5779919a4" providerId="LiveId" clId="{000428F8-39B2-354D-B4C4-08AE22340A04}" dt="2024-04-27T03:21:44.475" v="148" actId="478"/>
          <ac:grpSpMkLst>
            <pc:docMk/>
            <pc:sldMk cId="1576120367" sldId="2387"/>
            <ac:grpSpMk id="9" creationId="{84B9B8D5-4BCC-CDFF-1E13-B005060A8BDF}"/>
          </ac:grpSpMkLst>
        </pc:grpChg>
      </pc:sldChg>
      <pc:sldChg chg="modSp mod">
        <pc:chgData name="Xin Luo" userId="82312ee5779919a4" providerId="LiveId" clId="{000428F8-39B2-354D-B4C4-08AE22340A04}" dt="2024-04-27T03:22:12.645" v="228" actId="20577"/>
        <pc:sldMkLst>
          <pc:docMk/>
          <pc:sldMk cId="2415901206" sldId="2447"/>
        </pc:sldMkLst>
        <pc:spChg chg="mod">
          <ac:chgData name="Xin Luo" userId="82312ee5779919a4" providerId="LiveId" clId="{000428F8-39B2-354D-B4C4-08AE22340A04}" dt="2024-04-27T03:22:12.645" v="228" actId="20577"/>
          <ac:spMkLst>
            <pc:docMk/>
            <pc:sldMk cId="2415901206" sldId="2447"/>
            <ac:spMk id="7" creationId="{00000000-0000-0000-0000-000000000000}"/>
          </ac:spMkLst>
        </pc:spChg>
      </pc:sldChg>
      <pc:sldChg chg="modSp mod">
        <pc:chgData name="Xin Luo" userId="82312ee5779919a4" providerId="LiveId" clId="{000428F8-39B2-354D-B4C4-08AE22340A04}" dt="2024-04-27T03:14:57.266" v="34" actId="20577"/>
        <pc:sldMkLst>
          <pc:docMk/>
          <pc:sldMk cId="1658607177" sldId="2708"/>
        </pc:sldMkLst>
        <pc:spChg chg="mod">
          <ac:chgData name="Xin Luo" userId="82312ee5779919a4" providerId="LiveId" clId="{000428F8-39B2-354D-B4C4-08AE22340A04}" dt="2024-04-27T03:14:57.266" v="34" actId="20577"/>
          <ac:spMkLst>
            <pc:docMk/>
            <pc:sldMk cId="1658607177" sldId="2708"/>
            <ac:spMk id="24" creationId="{00000000-0000-0000-0000-000000000000}"/>
          </ac:spMkLst>
        </pc:spChg>
      </pc:sldChg>
      <pc:sldChg chg="del">
        <pc:chgData name="Xin Luo" userId="82312ee5779919a4" providerId="LiveId" clId="{000428F8-39B2-354D-B4C4-08AE22340A04}" dt="2024-04-27T03:15:00.920" v="35" actId="2696"/>
        <pc:sldMkLst>
          <pc:docMk/>
          <pc:sldMk cId="1128013676" sldId="2752"/>
        </pc:sldMkLst>
      </pc:sldChg>
      <pc:sldChg chg="modSp del mod">
        <pc:chgData name="Xin Luo" userId="82312ee5779919a4" providerId="LiveId" clId="{000428F8-39B2-354D-B4C4-08AE22340A04}" dt="2024-04-27T03:21:15.999" v="56" actId="2696"/>
        <pc:sldMkLst>
          <pc:docMk/>
          <pc:sldMk cId="3594082873" sldId="2757"/>
        </pc:sldMkLst>
        <pc:spChg chg="mod">
          <ac:chgData name="Xin Luo" userId="82312ee5779919a4" providerId="LiveId" clId="{000428F8-39B2-354D-B4C4-08AE22340A04}" dt="2024-04-27T03:20:34.755" v="55" actId="20577"/>
          <ac:spMkLst>
            <pc:docMk/>
            <pc:sldMk cId="3594082873" sldId="2757"/>
            <ac:spMk id="24" creationId="{00000000-0000-0000-0000-000000000000}"/>
          </ac:spMkLst>
        </pc:spChg>
      </pc:sldChg>
      <pc:sldChg chg="addSp delSp modSp mod">
        <pc:chgData name="Xin Luo" userId="82312ee5779919a4" providerId="LiveId" clId="{000428F8-39B2-354D-B4C4-08AE22340A04}" dt="2024-04-27T03:53:11.041" v="455" actId="164"/>
        <pc:sldMkLst>
          <pc:docMk/>
          <pc:sldMk cId="1435648802" sldId="2759"/>
        </pc:sldMkLst>
        <pc:spChg chg="mod">
          <ac:chgData name="Xin Luo" userId="82312ee5779919a4" providerId="LiveId" clId="{000428F8-39B2-354D-B4C4-08AE22340A04}" dt="2024-04-27T03:33:46.297" v="312" actId="20577"/>
          <ac:spMkLst>
            <pc:docMk/>
            <pc:sldMk cId="1435648802" sldId="2759"/>
            <ac:spMk id="2" creationId="{631AADB6-C88A-D817-4683-FC087E4E240F}"/>
          </ac:spMkLst>
        </pc:spChg>
        <pc:spChg chg="mod">
          <ac:chgData name="Xin Luo" userId="82312ee5779919a4" providerId="LiveId" clId="{000428F8-39B2-354D-B4C4-08AE22340A04}" dt="2024-04-27T03:33:37.131" v="284" actId="20577"/>
          <ac:spMkLst>
            <pc:docMk/>
            <pc:sldMk cId="1435648802" sldId="2759"/>
            <ac:spMk id="3" creationId="{00000000-0000-0000-0000-000000000000}"/>
          </ac:spMkLst>
        </pc:spChg>
        <pc:spChg chg="mod">
          <ac:chgData name="Xin Luo" userId="82312ee5779919a4" providerId="LiveId" clId="{000428F8-39B2-354D-B4C4-08AE22340A04}" dt="2024-04-27T03:41:50.682" v="348" actId="20577"/>
          <ac:spMkLst>
            <pc:docMk/>
            <pc:sldMk cId="1435648802" sldId="2759"/>
            <ac:spMk id="6" creationId="{962B23DE-665D-892B-931F-1A01E28F4BA2}"/>
          </ac:spMkLst>
        </pc:spChg>
        <pc:spChg chg="del mod">
          <ac:chgData name="Xin Luo" userId="82312ee5779919a4" providerId="LiveId" clId="{000428F8-39B2-354D-B4C4-08AE22340A04}" dt="2024-04-27T03:34:08.801" v="315" actId="478"/>
          <ac:spMkLst>
            <pc:docMk/>
            <pc:sldMk cId="1435648802" sldId="2759"/>
            <ac:spMk id="7" creationId="{3DC73F52-8630-3936-0F04-2680DDF7D3C8}"/>
          </ac:spMkLst>
        </pc:spChg>
        <pc:spChg chg="add mod">
          <ac:chgData name="Xin Luo" userId="82312ee5779919a4" providerId="LiveId" clId="{000428F8-39B2-354D-B4C4-08AE22340A04}" dt="2024-04-27T03:53:11.041" v="455" actId="164"/>
          <ac:spMkLst>
            <pc:docMk/>
            <pc:sldMk cId="1435648802" sldId="2759"/>
            <ac:spMk id="10" creationId="{B68AB077-7730-D6B4-0774-C929A3E77243}"/>
          </ac:spMkLst>
        </pc:spChg>
        <pc:spChg chg="add mod">
          <ac:chgData name="Xin Luo" userId="82312ee5779919a4" providerId="LiveId" clId="{000428F8-39B2-354D-B4C4-08AE22340A04}" dt="2024-04-27T03:53:11.041" v="455" actId="164"/>
          <ac:spMkLst>
            <pc:docMk/>
            <pc:sldMk cId="1435648802" sldId="2759"/>
            <ac:spMk id="11" creationId="{8371FB02-DB19-BAB0-A9AD-9F8D80A7899D}"/>
          </ac:spMkLst>
        </pc:spChg>
        <pc:spChg chg="add mod">
          <ac:chgData name="Xin Luo" userId="82312ee5779919a4" providerId="LiveId" clId="{000428F8-39B2-354D-B4C4-08AE22340A04}" dt="2024-04-27T03:53:11.041" v="455" actId="164"/>
          <ac:spMkLst>
            <pc:docMk/>
            <pc:sldMk cId="1435648802" sldId="2759"/>
            <ac:spMk id="12" creationId="{FC4BB3FC-4C29-EBDE-28FB-7BA34E3E51B6}"/>
          </ac:spMkLst>
        </pc:spChg>
        <pc:spChg chg="add mod">
          <ac:chgData name="Xin Luo" userId="82312ee5779919a4" providerId="LiveId" clId="{000428F8-39B2-354D-B4C4-08AE22340A04}" dt="2024-04-27T03:44:08.448" v="413"/>
          <ac:spMkLst>
            <pc:docMk/>
            <pc:sldMk cId="1435648802" sldId="2759"/>
            <ac:spMk id="13" creationId="{8371FB02-DB19-BAB0-A9AD-9F8D80A7899D}"/>
          </ac:spMkLst>
        </pc:spChg>
        <pc:grpChg chg="add mod">
          <ac:chgData name="Xin Luo" userId="82312ee5779919a4" providerId="LiveId" clId="{000428F8-39B2-354D-B4C4-08AE22340A04}" dt="2024-04-27T03:53:11.041" v="455" actId="164"/>
          <ac:grpSpMkLst>
            <pc:docMk/>
            <pc:sldMk cId="1435648802" sldId="2759"/>
            <ac:grpSpMk id="14" creationId="{2CD1D2B8-66F2-76DD-D9C8-422130254DFA}"/>
          </ac:grpSpMkLst>
        </pc:grpChg>
        <pc:picChg chg="del">
          <ac:chgData name="Xin Luo" userId="82312ee5779919a4" providerId="LiveId" clId="{000428F8-39B2-354D-B4C4-08AE22340A04}" dt="2024-04-27T03:34:06.609" v="313" actId="478"/>
          <ac:picMkLst>
            <pc:docMk/>
            <pc:sldMk cId="1435648802" sldId="2759"/>
            <ac:picMk id="4" creationId="{F38BA0B6-8311-D710-C786-3602D26C25B6}"/>
          </ac:picMkLst>
        </pc:picChg>
        <pc:picChg chg="add mod">
          <ac:chgData name="Xin Luo" userId="82312ee5779919a4" providerId="LiveId" clId="{000428F8-39B2-354D-B4C4-08AE22340A04}" dt="2024-04-27T03:53:11.041" v="455" actId="164"/>
          <ac:picMkLst>
            <pc:docMk/>
            <pc:sldMk cId="1435648802" sldId="2759"/>
            <ac:picMk id="1026" creationId="{8E84AC80-FE5E-CE39-CC94-97B3701A4B0B}"/>
          </ac:picMkLst>
        </pc:picChg>
        <pc:cxnChg chg="add mod">
          <ac:chgData name="Xin Luo" userId="82312ee5779919a4" providerId="LiveId" clId="{000428F8-39B2-354D-B4C4-08AE22340A04}" dt="2024-04-27T03:53:11.041" v="455" actId="164"/>
          <ac:cxnSpMkLst>
            <pc:docMk/>
            <pc:sldMk cId="1435648802" sldId="2759"/>
            <ac:cxnSpMk id="8" creationId="{08562A64-3326-7D8A-E6A8-ADFF2EFC42A4}"/>
          </ac:cxnSpMkLst>
        </pc:cxnChg>
      </pc:sldChg>
      <pc:sldChg chg="addSp delSp modSp add mod">
        <pc:chgData name="Xin Luo" userId="82312ee5779919a4" providerId="LiveId" clId="{000428F8-39B2-354D-B4C4-08AE22340A04}" dt="2024-04-27T03:59:20.409" v="582" actId="2710"/>
        <pc:sldMkLst>
          <pc:docMk/>
          <pc:sldMk cId="2116497052" sldId="2775"/>
        </pc:sldMkLst>
        <pc:spChg chg="mod">
          <ac:chgData name="Xin Luo" userId="82312ee5779919a4" providerId="LiveId" clId="{000428F8-39B2-354D-B4C4-08AE22340A04}" dt="2024-04-27T03:59:20.409" v="582" actId="2710"/>
          <ac:spMkLst>
            <pc:docMk/>
            <pc:sldMk cId="2116497052" sldId="2775"/>
            <ac:spMk id="6" creationId="{962B23DE-665D-892B-931F-1A01E28F4BA2}"/>
          </ac:spMkLst>
        </pc:spChg>
        <pc:spChg chg="add mod">
          <ac:chgData name="Xin Luo" userId="82312ee5779919a4" providerId="LiveId" clId="{000428F8-39B2-354D-B4C4-08AE22340A04}" dt="2024-04-27T03:59:17.100" v="581" actId="1076"/>
          <ac:spMkLst>
            <pc:docMk/>
            <pc:sldMk cId="2116497052" sldId="2775"/>
            <ac:spMk id="9" creationId="{AF96A2CA-FD95-7D9E-7C84-033B7564B8C3}"/>
          </ac:spMkLst>
        </pc:spChg>
        <pc:spChg chg="del">
          <ac:chgData name="Xin Luo" userId="82312ee5779919a4" providerId="LiveId" clId="{000428F8-39B2-354D-B4C4-08AE22340A04}" dt="2024-04-27T03:44:17.183" v="416" actId="478"/>
          <ac:spMkLst>
            <pc:docMk/>
            <pc:sldMk cId="2116497052" sldId="2775"/>
            <ac:spMk id="10" creationId="{B68AB077-7730-D6B4-0774-C929A3E77243}"/>
          </ac:spMkLst>
        </pc:spChg>
        <pc:spChg chg="del">
          <ac:chgData name="Xin Luo" userId="82312ee5779919a4" providerId="LiveId" clId="{000428F8-39B2-354D-B4C4-08AE22340A04}" dt="2024-04-27T03:44:17.183" v="416" actId="478"/>
          <ac:spMkLst>
            <pc:docMk/>
            <pc:sldMk cId="2116497052" sldId="2775"/>
            <ac:spMk id="11" creationId="{8371FB02-DB19-BAB0-A9AD-9F8D80A7899D}"/>
          </ac:spMkLst>
        </pc:spChg>
        <pc:spChg chg="del">
          <ac:chgData name="Xin Luo" userId="82312ee5779919a4" providerId="LiveId" clId="{000428F8-39B2-354D-B4C4-08AE22340A04}" dt="2024-04-27T03:44:17.183" v="416" actId="478"/>
          <ac:spMkLst>
            <pc:docMk/>
            <pc:sldMk cId="2116497052" sldId="2775"/>
            <ac:spMk id="12" creationId="{FC4BB3FC-4C29-EBDE-28FB-7BA34E3E51B6}"/>
          </ac:spMkLst>
        </pc:spChg>
        <pc:picChg chg="add mod">
          <ac:chgData name="Xin Luo" userId="82312ee5779919a4" providerId="LiveId" clId="{000428F8-39B2-354D-B4C4-08AE22340A04}" dt="2024-04-27T03:58:19.185" v="570" actId="1076"/>
          <ac:picMkLst>
            <pc:docMk/>
            <pc:sldMk cId="2116497052" sldId="2775"/>
            <ac:picMk id="5" creationId="{84172AE2-A487-CFD1-CA05-9BA6FCB8C52E}"/>
          </ac:picMkLst>
        </pc:picChg>
        <pc:picChg chg="del">
          <ac:chgData name="Xin Luo" userId="82312ee5779919a4" providerId="LiveId" clId="{000428F8-39B2-354D-B4C4-08AE22340A04}" dt="2024-04-27T03:44:13.551" v="415" actId="478"/>
          <ac:picMkLst>
            <pc:docMk/>
            <pc:sldMk cId="2116497052" sldId="2775"/>
            <ac:picMk id="1026" creationId="{8E84AC80-FE5E-CE39-CC94-97B3701A4B0B}"/>
          </ac:picMkLst>
        </pc:picChg>
        <pc:cxnChg chg="del">
          <ac:chgData name="Xin Luo" userId="82312ee5779919a4" providerId="LiveId" clId="{000428F8-39B2-354D-B4C4-08AE22340A04}" dt="2024-04-27T03:44:17.183" v="416" actId="478"/>
          <ac:cxnSpMkLst>
            <pc:docMk/>
            <pc:sldMk cId="2116497052" sldId="2775"/>
            <ac:cxnSpMk id="8" creationId="{08562A64-3326-7D8A-E6A8-ADFF2EFC42A4}"/>
          </ac:cxnSpMkLst>
        </pc:cxnChg>
      </pc:sldChg>
      <pc:sldChg chg="addSp delSp modSp add mod">
        <pc:chgData name="Xin Luo" userId="82312ee5779919a4" providerId="LiveId" clId="{000428F8-39B2-354D-B4C4-08AE22340A04}" dt="2024-04-27T04:03:42.554" v="702" actId="1035"/>
        <pc:sldMkLst>
          <pc:docMk/>
          <pc:sldMk cId="3179083255" sldId="2776"/>
        </pc:sldMkLst>
        <pc:spChg chg="add del mod">
          <ac:chgData name="Xin Luo" userId="82312ee5779919a4" providerId="LiveId" clId="{000428F8-39B2-354D-B4C4-08AE22340A04}" dt="2024-04-27T03:59:57.830" v="587" actId="478"/>
          <ac:spMkLst>
            <pc:docMk/>
            <pc:sldMk cId="3179083255" sldId="2776"/>
            <ac:spMk id="5" creationId="{5F7BB9CD-6705-1028-79B2-431D3F878C27}"/>
          </ac:spMkLst>
        </pc:spChg>
        <pc:spChg chg="mod">
          <ac:chgData name="Xin Luo" userId="82312ee5779919a4" providerId="LiveId" clId="{000428F8-39B2-354D-B4C4-08AE22340A04}" dt="2024-04-27T04:03:37.536" v="690" actId="1035"/>
          <ac:spMkLst>
            <pc:docMk/>
            <pc:sldMk cId="3179083255" sldId="2776"/>
            <ac:spMk id="6" creationId="{962B23DE-665D-892B-931F-1A01E28F4BA2}"/>
          </ac:spMkLst>
        </pc:spChg>
        <pc:spChg chg="add del mod">
          <ac:chgData name="Xin Luo" userId="82312ee5779919a4" providerId="LiveId" clId="{000428F8-39B2-354D-B4C4-08AE22340A04}" dt="2024-04-27T04:02:36.695" v="659"/>
          <ac:spMkLst>
            <pc:docMk/>
            <pc:sldMk cId="3179083255" sldId="2776"/>
            <ac:spMk id="10" creationId="{0A33674C-A7BB-2A4C-FA72-EAF78E66843C}"/>
          </ac:spMkLst>
        </pc:spChg>
        <pc:spChg chg="add mod">
          <ac:chgData name="Xin Luo" userId="82312ee5779919a4" providerId="LiveId" clId="{000428F8-39B2-354D-B4C4-08AE22340A04}" dt="2024-04-27T04:03:42.554" v="702" actId="1035"/>
          <ac:spMkLst>
            <pc:docMk/>
            <pc:sldMk cId="3179083255" sldId="2776"/>
            <ac:spMk id="12" creationId="{762BF4D4-6822-85D4-B2AA-CB78C2A5939D}"/>
          </ac:spMkLst>
        </pc:spChg>
        <pc:picChg chg="add mod">
          <ac:chgData name="Xin Luo" userId="82312ee5779919a4" providerId="LiveId" clId="{000428F8-39B2-354D-B4C4-08AE22340A04}" dt="2024-04-27T04:03:39.577" v="694" actId="1035"/>
          <ac:picMkLst>
            <pc:docMk/>
            <pc:sldMk cId="3179083255" sldId="2776"/>
            <ac:picMk id="8" creationId="{26C2FBD1-23AE-B593-2A86-1B85FE441AB5}"/>
          </ac:picMkLst>
        </pc:picChg>
      </pc:sldChg>
      <pc:sldChg chg="addSp modSp add mod">
        <pc:chgData name="Xin Luo" userId="82312ee5779919a4" providerId="LiveId" clId="{000428F8-39B2-354D-B4C4-08AE22340A04}" dt="2024-04-27T04:04:58.872" v="724" actId="1076"/>
        <pc:sldMkLst>
          <pc:docMk/>
          <pc:sldMk cId="4287268916" sldId="2777"/>
        </pc:sldMkLst>
        <pc:spChg chg="add mod">
          <ac:chgData name="Xin Luo" userId="82312ee5779919a4" providerId="LiveId" clId="{000428F8-39B2-354D-B4C4-08AE22340A04}" dt="2024-04-27T04:04:58.872" v="724" actId="1076"/>
          <ac:spMkLst>
            <pc:docMk/>
            <pc:sldMk cId="4287268916" sldId="2777"/>
            <ac:spMk id="5" creationId="{8D4C9AAE-C1CC-5B39-E13A-E9AA7D58DC0A}"/>
          </ac:spMkLst>
        </pc:spChg>
        <pc:spChg chg="mod">
          <ac:chgData name="Xin Luo" userId="82312ee5779919a4" providerId="LiveId" clId="{000428F8-39B2-354D-B4C4-08AE22340A04}" dt="2024-04-27T04:04:51.444" v="721" actId="404"/>
          <ac:spMkLst>
            <pc:docMk/>
            <pc:sldMk cId="4287268916" sldId="2777"/>
            <ac:spMk id="6" creationId="{962B23DE-665D-892B-931F-1A01E28F4BA2}"/>
          </ac:spMkLst>
        </pc:spChg>
        <pc:picChg chg="add mod">
          <ac:chgData name="Xin Luo" userId="82312ee5779919a4" providerId="LiveId" clId="{000428F8-39B2-354D-B4C4-08AE22340A04}" dt="2024-04-27T04:04:56.250" v="723" actId="1076"/>
          <ac:picMkLst>
            <pc:docMk/>
            <pc:sldMk cId="4287268916" sldId="2777"/>
            <ac:picMk id="8" creationId="{07914E8F-1CCD-AE53-677C-FB58F906F69D}"/>
          </ac:picMkLst>
        </pc:picChg>
      </pc:sldChg>
      <pc:sldChg chg="addSp delSp modSp add mod modNotesTx">
        <pc:chgData name="Xin Luo" userId="82312ee5779919a4" providerId="LiveId" clId="{000428F8-39B2-354D-B4C4-08AE22340A04}" dt="2024-04-27T05:47:39.928" v="923" actId="20577"/>
        <pc:sldMkLst>
          <pc:docMk/>
          <pc:sldMk cId="3196189274" sldId="2778"/>
        </pc:sldMkLst>
        <pc:spChg chg="mod">
          <ac:chgData name="Xin Luo" userId="82312ee5779919a4" providerId="LiveId" clId="{000428F8-39B2-354D-B4C4-08AE22340A04}" dt="2024-04-27T05:45:44.341" v="804" actId="2711"/>
          <ac:spMkLst>
            <pc:docMk/>
            <pc:sldMk cId="3196189274" sldId="2778"/>
            <ac:spMk id="2" creationId="{631AADB6-C88A-D817-4683-FC087E4E240F}"/>
          </ac:spMkLst>
        </pc:spChg>
        <pc:spChg chg="mod">
          <ac:chgData name="Xin Luo" userId="82312ee5779919a4" providerId="LiveId" clId="{000428F8-39B2-354D-B4C4-08AE22340A04}" dt="2024-04-27T05:45:44.341" v="804" actId="2711"/>
          <ac:spMkLst>
            <pc:docMk/>
            <pc:sldMk cId="3196189274" sldId="2778"/>
            <ac:spMk id="3" creationId="{00000000-0000-0000-0000-000000000000}"/>
          </ac:spMkLst>
        </pc:spChg>
        <pc:spChg chg="del">
          <ac:chgData name="Xin Luo" userId="82312ee5779919a4" providerId="LiveId" clId="{000428F8-39B2-354D-B4C4-08AE22340A04}" dt="2024-04-27T04:05:27.144" v="734" actId="478"/>
          <ac:spMkLst>
            <pc:docMk/>
            <pc:sldMk cId="3196189274" sldId="2778"/>
            <ac:spMk id="5" creationId="{8D4C9AAE-C1CC-5B39-E13A-E9AA7D58DC0A}"/>
          </ac:spMkLst>
        </pc:spChg>
        <pc:spChg chg="del">
          <ac:chgData name="Xin Luo" userId="82312ee5779919a4" providerId="LiveId" clId="{000428F8-39B2-354D-B4C4-08AE22340A04}" dt="2024-04-27T04:05:20.714" v="727" actId="478"/>
          <ac:spMkLst>
            <pc:docMk/>
            <pc:sldMk cId="3196189274" sldId="2778"/>
            <ac:spMk id="6" creationId="{962B23DE-665D-892B-931F-1A01E28F4BA2}"/>
          </ac:spMkLst>
        </pc:spChg>
        <pc:spChg chg="add mod">
          <ac:chgData name="Xin Luo" userId="82312ee5779919a4" providerId="LiveId" clId="{000428F8-39B2-354D-B4C4-08AE22340A04}" dt="2024-04-27T05:45:44.341" v="804" actId="2711"/>
          <ac:spMkLst>
            <pc:docMk/>
            <pc:sldMk cId="3196189274" sldId="2778"/>
            <ac:spMk id="11" creationId="{9DCDC006-9BA8-2DA8-F503-9A20CF1B8D23}"/>
          </ac:spMkLst>
        </pc:spChg>
        <pc:spChg chg="add del">
          <ac:chgData name="Xin Luo" userId="82312ee5779919a4" providerId="LiveId" clId="{000428F8-39B2-354D-B4C4-08AE22340A04}" dt="2024-04-27T05:45:57.396" v="806" actId="478"/>
          <ac:spMkLst>
            <pc:docMk/>
            <pc:sldMk cId="3196189274" sldId="2778"/>
            <ac:spMk id="12" creationId="{ECBEB2D5-2746-DC71-AC6E-6702C5449306}"/>
          </ac:spMkLst>
        </pc:spChg>
        <pc:spChg chg="add del">
          <ac:chgData name="Xin Luo" userId="82312ee5779919a4" providerId="LiveId" clId="{000428F8-39B2-354D-B4C4-08AE22340A04}" dt="2024-04-27T05:46:04.606" v="808" actId="478"/>
          <ac:spMkLst>
            <pc:docMk/>
            <pc:sldMk cId="3196189274" sldId="2778"/>
            <ac:spMk id="13" creationId="{37EB5873-36FD-6977-41FE-F3257617A203}"/>
          </ac:spMkLst>
        </pc:spChg>
        <pc:spChg chg="add mod">
          <ac:chgData name="Xin Luo" userId="82312ee5779919a4" providerId="LiveId" clId="{000428F8-39B2-354D-B4C4-08AE22340A04}" dt="2024-04-27T05:46:30.891" v="825" actId="1038"/>
          <ac:spMkLst>
            <pc:docMk/>
            <pc:sldMk cId="3196189274" sldId="2778"/>
            <ac:spMk id="14" creationId="{9EEA2AB4-FBA5-A1DD-F615-95486A9CAF58}"/>
          </ac:spMkLst>
        </pc:spChg>
        <pc:spChg chg="add del mod">
          <ac:chgData name="Xin Luo" userId="82312ee5779919a4" providerId="LiveId" clId="{000428F8-39B2-354D-B4C4-08AE22340A04}" dt="2024-04-27T05:46:40.714" v="828" actId="478"/>
          <ac:spMkLst>
            <pc:docMk/>
            <pc:sldMk cId="3196189274" sldId="2778"/>
            <ac:spMk id="15" creationId="{13071C0E-D147-F135-8EC6-518BB76AC3EC}"/>
          </ac:spMkLst>
        </pc:spChg>
        <pc:spChg chg="add mod">
          <ac:chgData name="Xin Luo" userId="82312ee5779919a4" providerId="LiveId" clId="{000428F8-39B2-354D-B4C4-08AE22340A04}" dt="2024-04-27T05:46:50.524" v="832" actId="208"/>
          <ac:spMkLst>
            <pc:docMk/>
            <pc:sldMk cId="3196189274" sldId="2778"/>
            <ac:spMk id="16" creationId="{BCB4AF88-136A-C2FE-CA6F-335ADB11BBDF}"/>
          </ac:spMkLst>
        </pc:spChg>
        <pc:picChg chg="add mod modCrop">
          <ac:chgData name="Xin Luo" userId="82312ee5779919a4" providerId="LiveId" clId="{000428F8-39B2-354D-B4C4-08AE22340A04}" dt="2024-04-27T05:45:44.341" v="804" actId="2711"/>
          <ac:picMkLst>
            <pc:docMk/>
            <pc:sldMk cId="3196189274" sldId="2778"/>
            <ac:picMk id="7" creationId="{CC8913A4-C128-1012-732D-BB024DF67BC9}"/>
          </ac:picMkLst>
        </pc:picChg>
        <pc:picChg chg="del">
          <ac:chgData name="Xin Luo" userId="82312ee5779919a4" providerId="LiveId" clId="{000428F8-39B2-354D-B4C4-08AE22340A04}" dt="2024-04-27T04:05:16.118" v="726" actId="478"/>
          <ac:picMkLst>
            <pc:docMk/>
            <pc:sldMk cId="3196189274" sldId="2778"/>
            <ac:picMk id="8" creationId="{07914E8F-1CCD-AE53-677C-FB58F906F69D}"/>
          </ac:picMkLst>
        </pc:picChg>
        <pc:picChg chg="add mod">
          <ac:chgData name="Xin Luo" userId="82312ee5779919a4" providerId="LiveId" clId="{000428F8-39B2-354D-B4C4-08AE22340A04}" dt="2024-04-27T05:45:44.341" v="804" actId="2711"/>
          <ac:picMkLst>
            <pc:docMk/>
            <pc:sldMk cId="3196189274" sldId="2778"/>
            <ac:picMk id="10" creationId="{BE946BC4-799D-36D0-54BE-C4C36AB5C6B8}"/>
          </ac:picMkLst>
        </pc:picChg>
      </pc:sldChg>
      <pc:sldChg chg="delSp modSp add mod modNotesTx">
        <pc:chgData name="Xin Luo" userId="82312ee5779919a4" providerId="LiveId" clId="{000428F8-39B2-354D-B4C4-08AE22340A04}" dt="2024-04-27T13:20:46.171" v="977" actId="20577"/>
        <pc:sldMkLst>
          <pc:docMk/>
          <pc:sldMk cId="2977089541" sldId="2779"/>
        </pc:sldMkLst>
        <pc:spChg chg="mod">
          <ac:chgData name="Xin Luo" userId="82312ee5779919a4" providerId="LiveId" clId="{000428F8-39B2-354D-B4C4-08AE22340A04}" dt="2024-04-27T05:55:28.749" v="936" actId="20577"/>
          <ac:spMkLst>
            <pc:docMk/>
            <pc:sldMk cId="2977089541" sldId="2779"/>
            <ac:spMk id="2" creationId="{631AADB6-C88A-D817-4683-FC087E4E240F}"/>
          </ac:spMkLst>
        </pc:spChg>
        <pc:spChg chg="mod">
          <ac:chgData name="Xin Luo" userId="82312ee5779919a4" providerId="LiveId" clId="{000428F8-39B2-354D-B4C4-08AE22340A04}" dt="2024-04-27T08:29:51.916" v="963" actId="20577"/>
          <ac:spMkLst>
            <pc:docMk/>
            <pc:sldMk cId="2977089541" sldId="2779"/>
            <ac:spMk id="11" creationId="{9DCDC006-9BA8-2DA8-F503-9A20CF1B8D23}"/>
          </ac:spMkLst>
        </pc:spChg>
        <pc:spChg chg="del">
          <ac:chgData name="Xin Luo" userId="82312ee5779919a4" providerId="LiveId" clId="{000428F8-39B2-354D-B4C4-08AE22340A04}" dt="2024-04-27T05:55:24.458" v="927" actId="478"/>
          <ac:spMkLst>
            <pc:docMk/>
            <pc:sldMk cId="2977089541" sldId="2779"/>
            <ac:spMk id="14" creationId="{9EEA2AB4-FBA5-A1DD-F615-95486A9CAF58}"/>
          </ac:spMkLst>
        </pc:spChg>
        <pc:spChg chg="del">
          <ac:chgData name="Xin Luo" userId="82312ee5779919a4" providerId="LiveId" clId="{000428F8-39B2-354D-B4C4-08AE22340A04}" dt="2024-04-27T05:55:24.458" v="927" actId="478"/>
          <ac:spMkLst>
            <pc:docMk/>
            <pc:sldMk cId="2977089541" sldId="2779"/>
            <ac:spMk id="16" creationId="{BCB4AF88-136A-C2FE-CA6F-335ADB11BBDF}"/>
          </ac:spMkLst>
        </pc:spChg>
        <pc:picChg chg="del">
          <ac:chgData name="Xin Luo" userId="82312ee5779919a4" providerId="LiveId" clId="{000428F8-39B2-354D-B4C4-08AE22340A04}" dt="2024-04-27T05:55:22.555" v="926" actId="478"/>
          <ac:picMkLst>
            <pc:docMk/>
            <pc:sldMk cId="2977089541" sldId="2779"/>
            <ac:picMk id="7" creationId="{CC8913A4-C128-1012-732D-BB024DF67BC9}"/>
          </ac:picMkLst>
        </pc:picChg>
        <pc:picChg chg="del">
          <ac:chgData name="Xin Luo" userId="82312ee5779919a4" providerId="LiveId" clId="{000428F8-39B2-354D-B4C4-08AE22340A04}" dt="2024-04-27T05:55:21.981" v="925" actId="478"/>
          <ac:picMkLst>
            <pc:docMk/>
            <pc:sldMk cId="2977089541" sldId="2779"/>
            <ac:picMk id="10" creationId="{BE946BC4-799D-36D0-54BE-C4C36AB5C6B8}"/>
          </ac:picMkLst>
        </pc:picChg>
      </pc:sldChg>
      <pc:sldChg chg="delSp modSp add mod modNotesTx">
        <pc:chgData name="Xin Luo" userId="82312ee5779919a4" providerId="LiveId" clId="{000428F8-39B2-354D-B4C4-08AE22340A04}" dt="2024-04-27T13:34:01.426" v="1066" actId="20577"/>
        <pc:sldMkLst>
          <pc:docMk/>
          <pc:sldMk cId="1909064564" sldId="2780"/>
        </pc:sldMkLst>
        <pc:spChg chg="mod">
          <ac:chgData name="Xin Luo" userId="82312ee5779919a4" providerId="LiveId" clId="{000428F8-39B2-354D-B4C4-08AE22340A04}" dt="2024-04-27T13:33:13.285" v="983" actId="20577"/>
          <ac:spMkLst>
            <pc:docMk/>
            <pc:sldMk cId="1909064564" sldId="2780"/>
            <ac:spMk id="2" creationId="{631AADB6-C88A-D817-4683-FC087E4E240F}"/>
          </ac:spMkLst>
        </pc:spChg>
        <pc:spChg chg="del">
          <ac:chgData name="Xin Luo" userId="82312ee5779919a4" providerId="LiveId" clId="{000428F8-39B2-354D-B4C4-08AE22340A04}" dt="2024-04-27T08:40:31.884" v="976" actId="478"/>
          <ac:spMkLst>
            <pc:docMk/>
            <pc:sldMk cId="1909064564" sldId="2780"/>
            <ac:spMk id="14" creationId="{9EEA2AB4-FBA5-A1DD-F615-95486A9CAF58}"/>
          </ac:spMkLst>
        </pc:spChg>
        <pc:spChg chg="del">
          <ac:chgData name="Xin Luo" userId="82312ee5779919a4" providerId="LiveId" clId="{000428F8-39B2-354D-B4C4-08AE22340A04}" dt="2024-04-27T08:40:31.884" v="976" actId="478"/>
          <ac:spMkLst>
            <pc:docMk/>
            <pc:sldMk cId="1909064564" sldId="2780"/>
            <ac:spMk id="16" creationId="{BCB4AF88-136A-C2FE-CA6F-335ADB11BBDF}"/>
          </ac:spMkLst>
        </pc:spChg>
        <pc:picChg chg="del">
          <ac:chgData name="Xin Luo" userId="82312ee5779919a4" providerId="LiveId" clId="{000428F8-39B2-354D-B4C4-08AE22340A04}" dt="2024-04-27T08:40:29.749" v="975" actId="478"/>
          <ac:picMkLst>
            <pc:docMk/>
            <pc:sldMk cId="1909064564" sldId="2780"/>
            <ac:picMk id="7" creationId="{CC8913A4-C128-1012-732D-BB024DF67BC9}"/>
          </ac:picMkLst>
        </pc:picChg>
        <pc:picChg chg="del">
          <ac:chgData name="Xin Luo" userId="82312ee5779919a4" providerId="LiveId" clId="{000428F8-39B2-354D-B4C4-08AE22340A04}" dt="2024-04-27T08:40:29.217" v="974" actId="478"/>
          <ac:picMkLst>
            <pc:docMk/>
            <pc:sldMk cId="1909064564" sldId="2780"/>
            <ac:picMk id="10" creationId="{BE946BC4-799D-36D0-54BE-C4C36AB5C6B8}"/>
          </ac:picMkLst>
        </pc:picChg>
      </pc:sldChg>
      <pc:sldChg chg="addSp delSp modSp add mod modNotesTx">
        <pc:chgData name="Xin Luo" userId="82312ee5779919a4" providerId="LiveId" clId="{000428F8-39B2-354D-B4C4-08AE22340A04}" dt="2024-04-27T14:17:20.130" v="1180" actId="20577"/>
        <pc:sldMkLst>
          <pc:docMk/>
          <pc:sldMk cId="1018501365" sldId="2781"/>
        </pc:sldMkLst>
        <pc:spChg chg="mod">
          <ac:chgData name="Xin Luo" userId="82312ee5779919a4" providerId="LiveId" clId="{000428F8-39B2-354D-B4C4-08AE22340A04}" dt="2024-04-27T13:58:03.476" v="1076" actId="20577"/>
          <ac:spMkLst>
            <pc:docMk/>
            <pc:sldMk cId="1018501365" sldId="2781"/>
            <ac:spMk id="2" creationId="{631AADB6-C88A-D817-4683-FC087E4E240F}"/>
          </ac:spMkLst>
        </pc:spChg>
        <pc:spChg chg="mod">
          <ac:chgData name="Xin Luo" userId="82312ee5779919a4" providerId="LiveId" clId="{000428F8-39B2-354D-B4C4-08AE22340A04}" dt="2024-04-27T14:17:20.130" v="1180" actId="20577"/>
          <ac:spMkLst>
            <pc:docMk/>
            <pc:sldMk cId="1018501365" sldId="2781"/>
            <ac:spMk id="11" creationId="{9DCDC006-9BA8-2DA8-F503-9A20CF1B8D23}"/>
          </ac:spMkLst>
        </pc:spChg>
        <pc:spChg chg="del">
          <ac:chgData name="Xin Luo" userId="82312ee5779919a4" providerId="LiveId" clId="{000428F8-39B2-354D-B4C4-08AE22340A04}" dt="2024-04-27T13:58:15.670" v="1081" actId="478"/>
          <ac:spMkLst>
            <pc:docMk/>
            <pc:sldMk cId="1018501365" sldId="2781"/>
            <ac:spMk id="13" creationId="{61E6BB8E-86B0-3E06-9802-82FF87912917}"/>
          </ac:spMkLst>
        </pc:spChg>
        <pc:spChg chg="del">
          <ac:chgData name="Xin Luo" userId="82312ee5779919a4" providerId="LiveId" clId="{000428F8-39B2-354D-B4C4-08AE22340A04}" dt="2024-04-27T13:58:14.914" v="1080" actId="478"/>
          <ac:spMkLst>
            <pc:docMk/>
            <pc:sldMk cId="1018501365" sldId="2781"/>
            <ac:spMk id="14" creationId="{A35721B3-B218-7E8E-F646-4C33BA37912C}"/>
          </ac:spMkLst>
        </pc:spChg>
        <pc:picChg chg="add mod">
          <ac:chgData name="Xin Luo" userId="82312ee5779919a4" providerId="LiveId" clId="{000428F8-39B2-354D-B4C4-08AE22340A04}" dt="2024-04-27T14:17:04.353" v="1164" actId="1076"/>
          <ac:picMkLst>
            <pc:docMk/>
            <pc:sldMk cId="1018501365" sldId="2781"/>
            <ac:picMk id="5" creationId="{ECD95737-9F79-93D0-2117-7E2BE99F0446}"/>
          </ac:picMkLst>
        </pc:picChg>
        <pc:picChg chg="add mod">
          <ac:chgData name="Xin Luo" userId="82312ee5779919a4" providerId="LiveId" clId="{000428F8-39B2-354D-B4C4-08AE22340A04}" dt="2024-04-27T14:17:10.291" v="1170" actId="1038"/>
          <ac:picMkLst>
            <pc:docMk/>
            <pc:sldMk cId="1018501365" sldId="2781"/>
            <ac:picMk id="7" creationId="{B8CF9AA4-FF66-F0CA-CEC6-8D93CCFF5474}"/>
          </ac:picMkLst>
        </pc:picChg>
        <pc:picChg chg="del">
          <ac:chgData name="Xin Luo" userId="82312ee5779919a4" providerId="LiveId" clId="{000428F8-39B2-354D-B4C4-08AE22340A04}" dt="2024-04-27T13:58:07.380" v="1078" actId="478"/>
          <ac:picMkLst>
            <pc:docMk/>
            <pc:sldMk cId="1018501365" sldId="2781"/>
            <ac:picMk id="9" creationId="{A5991604-BE71-F71B-88E7-1276709E6471}"/>
          </ac:picMkLst>
        </pc:picChg>
        <pc:picChg chg="del">
          <ac:chgData name="Xin Luo" userId="82312ee5779919a4" providerId="LiveId" clId="{000428F8-39B2-354D-B4C4-08AE22340A04}" dt="2024-04-27T13:58:06.761" v="1077" actId="478"/>
          <ac:picMkLst>
            <pc:docMk/>
            <pc:sldMk cId="1018501365" sldId="2781"/>
            <ac:picMk id="12" creationId="{60249847-9643-86DA-BE09-EB789ECBE0EB}"/>
          </ac:picMkLst>
        </pc:picChg>
      </pc:sldChg>
      <pc:sldChg chg="del modNotesTx">
        <pc:chgData name="Xin Luo" userId="82312ee5779919a4" providerId="LiveId" clId="{000428F8-39B2-354D-B4C4-08AE22340A04}" dt="2024-04-27T13:33:07.710" v="980" actId="2696"/>
        <pc:sldMkLst>
          <pc:docMk/>
          <pc:sldMk cId="3925810949" sldId="2781"/>
        </pc:sldMkLst>
      </pc:sldChg>
      <pc:sldChg chg="addSp delSp modSp add mod">
        <pc:chgData name="Xin Luo" userId="82312ee5779919a4" providerId="LiveId" clId="{000428F8-39B2-354D-B4C4-08AE22340A04}" dt="2024-04-27T14:46:15.742" v="1290" actId="1076"/>
        <pc:sldMkLst>
          <pc:docMk/>
          <pc:sldMk cId="983909471" sldId="2782"/>
        </pc:sldMkLst>
        <pc:spChg chg="mod">
          <ac:chgData name="Xin Luo" userId="82312ee5779919a4" providerId="LiveId" clId="{000428F8-39B2-354D-B4C4-08AE22340A04}" dt="2024-04-27T14:39:41.813" v="1206" actId="20577"/>
          <ac:spMkLst>
            <pc:docMk/>
            <pc:sldMk cId="983909471" sldId="2782"/>
            <ac:spMk id="2" creationId="{631AADB6-C88A-D817-4683-FC087E4E240F}"/>
          </ac:spMkLst>
        </pc:spChg>
        <pc:spChg chg="mod">
          <ac:chgData name="Xin Luo" userId="82312ee5779919a4" providerId="LiveId" clId="{000428F8-39B2-354D-B4C4-08AE22340A04}" dt="2024-04-27T14:42:23.729" v="1269" actId="20577"/>
          <ac:spMkLst>
            <pc:docMk/>
            <pc:sldMk cId="983909471" sldId="2782"/>
            <ac:spMk id="11" creationId="{9DCDC006-9BA8-2DA8-F503-9A20CF1B8D23}"/>
          </ac:spMkLst>
        </pc:spChg>
        <pc:picChg chg="del">
          <ac:chgData name="Xin Luo" userId="82312ee5779919a4" providerId="LiveId" clId="{000428F8-39B2-354D-B4C4-08AE22340A04}" dt="2024-04-27T14:39:43.872" v="1207" actId="478"/>
          <ac:picMkLst>
            <pc:docMk/>
            <pc:sldMk cId="983909471" sldId="2782"/>
            <ac:picMk id="5" creationId="{ECD95737-9F79-93D0-2117-7E2BE99F0446}"/>
          </ac:picMkLst>
        </pc:picChg>
        <pc:picChg chg="add del mod">
          <ac:chgData name="Xin Luo" userId="82312ee5779919a4" providerId="LiveId" clId="{000428F8-39B2-354D-B4C4-08AE22340A04}" dt="2024-04-27T14:45:16.194" v="1271" actId="478"/>
          <ac:picMkLst>
            <pc:docMk/>
            <pc:sldMk cId="983909471" sldId="2782"/>
            <ac:picMk id="6" creationId="{6B80E552-235E-2B71-7AB2-99E0E91FA01A}"/>
          </ac:picMkLst>
        </pc:picChg>
        <pc:picChg chg="del">
          <ac:chgData name="Xin Luo" userId="82312ee5779919a4" providerId="LiveId" clId="{000428F8-39B2-354D-B4C4-08AE22340A04}" dt="2024-04-27T14:39:44.407" v="1208" actId="478"/>
          <ac:picMkLst>
            <pc:docMk/>
            <pc:sldMk cId="983909471" sldId="2782"/>
            <ac:picMk id="7" creationId="{B8CF9AA4-FF66-F0CA-CEC6-8D93CCFF5474}"/>
          </ac:picMkLst>
        </pc:picChg>
        <pc:picChg chg="add mod">
          <ac:chgData name="Xin Luo" userId="82312ee5779919a4" providerId="LiveId" clId="{000428F8-39B2-354D-B4C4-08AE22340A04}" dt="2024-04-27T14:45:32.030" v="1274" actId="1076"/>
          <ac:picMkLst>
            <pc:docMk/>
            <pc:sldMk cId="983909471" sldId="2782"/>
            <ac:picMk id="9" creationId="{9C4383EE-F6E3-0432-250E-654C22E3C868}"/>
          </ac:picMkLst>
        </pc:picChg>
        <pc:picChg chg="add mod">
          <ac:chgData name="Xin Luo" userId="82312ee5779919a4" providerId="LiveId" clId="{000428F8-39B2-354D-B4C4-08AE22340A04}" dt="2024-04-27T14:46:15.742" v="1290" actId="1076"/>
          <ac:picMkLst>
            <pc:docMk/>
            <pc:sldMk cId="983909471" sldId="2782"/>
            <ac:picMk id="12" creationId="{0AA4D282-8B16-A466-929E-CA4C6DF14C30}"/>
          </ac:picMkLst>
        </pc:picChg>
        <pc:picChg chg="add mod modCrop">
          <ac:chgData name="Xin Luo" userId="82312ee5779919a4" providerId="LiveId" clId="{000428F8-39B2-354D-B4C4-08AE22340A04}" dt="2024-04-27T14:46:13.970" v="1289" actId="1076"/>
          <ac:picMkLst>
            <pc:docMk/>
            <pc:sldMk cId="983909471" sldId="2782"/>
            <ac:picMk id="14" creationId="{27F42B49-1479-2EF7-F5B4-08F522690514}"/>
          </ac:picMkLst>
        </pc:picChg>
      </pc:sldChg>
      <pc:sldChg chg="modSp mod">
        <pc:chgData name="Xin Luo" userId="82312ee5779919a4" providerId="LiveId" clId="{000428F8-39B2-354D-B4C4-08AE22340A04}" dt="2024-04-28T14:27:25.154" v="1459" actId="113"/>
        <pc:sldMkLst>
          <pc:docMk/>
          <pc:sldMk cId="3468411820" sldId="2785"/>
        </pc:sldMkLst>
        <pc:spChg chg="mod">
          <ac:chgData name="Xin Luo" userId="82312ee5779919a4" providerId="LiveId" clId="{000428F8-39B2-354D-B4C4-08AE22340A04}" dt="2024-04-28T14:27:25.154" v="1459" actId="113"/>
          <ac:spMkLst>
            <pc:docMk/>
            <pc:sldMk cId="3468411820" sldId="2785"/>
            <ac:spMk id="2" creationId="{631AADB6-C88A-D817-4683-FC087E4E240F}"/>
          </ac:spMkLst>
        </pc:spChg>
        <pc:picChg chg="mod modCrop">
          <ac:chgData name="Xin Luo" userId="82312ee5779919a4" providerId="LiveId" clId="{000428F8-39B2-354D-B4C4-08AE22340A04}" dt="2024-04-28T14:20:40.619" v="1455" actId="1036"/>
          <ac:picMkLst>
            <pc:docMk/>
            <pc:sldMk cId="3468411820" sldId="2785"/>
            <ac:picMk id="5" creationId="{F5C8DC08-A1DB-2D24-BB78-B376F1AF847D}"/>
          </ac:picMkLst>
        </pc:picChg>
        <pc:picChg chg="mod modCrop">
          <ac:chgData name="Xin Luo" userId="82312ee5779919a4" providerId="LiveId" clId="{000428F8-39B2-354D-B4C4-08AE22340A04}" dt="2024-04-28T14:20:40.619" v="1455" actId="1036"/>
          <ac:picMkLst>
            <pc:docMk/>
            <pc:sldMk cId="3468411820" sldId="2785"/>
            <ac:picMk id="8" creationId="{F78965AC-581F-93AF-1575-ABCDB20142F3}"/>
          </ac:picMkLst>
        </pc:picChg>
      </pc:sldChg>
      <pc:sldChg chg="addSp delSp modSp add mod">
        <pc:chgData name="Xin Luo" userId="82312ee5779919a4" providerId="LiveId" clId="{000428F8-39B2-354D-B4C4-08AE22340A04}" dt="2024-04-28T14:35:46.343" v="1554" actId="20577"/>
        <pc:sldMkLst>
          <pc:docMk/>
          <pc:sldMk cId="2574384830" sldId="2786"/>
        </pc:sldMkLst>
        <pc:spChg chg="mod">
          <ac:chgData name="Xin Luo" userId="82312ee5779919a4" providerId="LiveId" clId="{000428F8-39B2-354D-B4C4-08AE22340A04}" dt="2024-04-28T14:35:46.343" v="1554" actId="20577"/>
          <ac:spMkLst>
            <pc:docMk/>
            <pc:sldMk cId="2574384830" sldId="2786"/>
            <ac:spMk id="2" creationId="{631AADB6-C88A-D817-4683-FC087E4E240F}"/>
          </ac:spMkLst>
        </pc:spChg>
        <pc:picChg chg="del">
          <ac:chgData name="Xin Luo" userId="82312ee5779919a4" providerId="LiveId" clId="{000428F8-39B2-354D-B4C4-08AE22340A04}" dt="2024-04-28T14:16:51.765" v="1292" actId="478"/>
          <ac:picMkLst>
            <pc:docMk/>
            <pc:sldMk cId="2574384830" sldId="2786"/>
            <ac:picMk id="5" creationId="{F5C8DC08-A1DB-2D24-BB78-B376F1AF847D}"/>
          </ac:picMkLst>
        </pc:picChg>
        <pc:picChg chg="add mod modCrop">
          <ac:chgData name="Xin Luo" userId="82312ee5779919a4" providerId="LiveId" clId="{000428F8-39B2-354D-B4C4-08AE22340A04}" dt="2024-04-28T14:28:47.413" v="1551" actId="1076"/>
          <ac:picMkLst>
            <pc:docMk/>
            <pc:sldMk cId="2574384830" sldId="2786"/>
            <ac:picMk id="6" creationId="{9A32070C-30AA-5AEC-7429-D89E9313CBE7}"/>
          </ac:picMkLst>
        </pc:picChg>
        <pc:picChg chg="del">
          <ac:chgData name="Xin Luo" userId="82312ee5779919a4" providerId="LiveId" clId="{000428F8-39B2-354D-B4C4-08AE22340A04}" dt="2024-04-28T14:16:52.291" v="1293" actId="478"/>
          <ac:picMkLst>
            <pc:docMk/>
            <pc:sldMk cId="2574384830" sldId="2786"/>
            <ac:picMk id="8" creationId="{F78965AC-581F-93AF-1575-ABCDB20142F3}"/>
          </ac:picMkLst>
        </pc:picChg>
        <pc:picChg chg="add mod modCrop">
          <ac:chgData name="Xin Luo" userId="82312ee5779919a4" providerId="LiveId" clId="{000428F8-39B2-354D-B4C4-08AE22340A04}" dt="2024-04-28T14:28:47.413" v="1551" actId="1076"/>
          <ac:picMkLst>
            <pc:docMk/>
            <pc:sldMk cId="2574384830" sldId="2786"/>
            <ac:picMk id="9" creationId="{5DD05E2D-F9F6-AD21-2050-67AC8E3A0C60}"/>
          </ac:picMkLst>
        </pc:picChg>
      </pc:sldChg>
      <pc:sldChg chg="addSp delSp modSp add mod">
        <pc:chgData name="Xin Luo" userId="82312ee5779919a4" providerId="LiveId" clId="{000428F8-39B2-354D-B4C4-08AE22340A04}" dt="2024-04-28T14:38:39.996" v="1626" actId="14100"/>
        <pc:sldMkLst>
          <pc:docMk/>
          <pc:sldMk cId="3210957870" sldId="2787"/>
        </pc:sldMkLst>
        <pc:spChg chg="mod">
          <ac:chgData name="Xin Luo" userId="82312ee5779919a4" providerId="LiveId" clId="{000428F8-39B2-354D-B4C4-08AE22340A04}" dt="2024-04-28T14:38:32.280" v="1618" actId="1035"/>
          <ac:spMkLst>
            <pc:docMk/>
            <pc:sldMk cId="3210957870" sldId="2787"/>
            <ac:spMk id="2" creationId="{631AADB6-C88A-D817-4683-FC087E4E240F}"/>
          </ac:spMkLst>
        </pc:spChg>
        <pc:picChg chg="add mod">
          <ac:chgData name="Xin Luo" userId="82312ee5779919a4" providerId="LiveId" clId="{000428F8-39B2-354D-B4C4-08AE22340A04}" dt="2024-04-28T14:36:18.954" v="1595"/>
          <ac:picMkLst>
            <pc:docMk/>
            <pc:sldMk cId="3210957870" sldId="2787"/>
            <ac:picMk id="4" creationId="{3B700FA4-0DEA-9656-84F8-61F4C39F4856}"/>
          </ac:picMkLst>
        </pc:picChg>
        <pc:picChg chg="del">
          <ac:chgData name="Xin Luo" userId="82312ee5779919a4" providerId="LiveId" clId="{000428F8-39B2-354D-B4C4-08AE22340A04}" dt="2024-04-28T14:35:52.506" v="1555" actId="478"/>
          <ac:picMkLst>
            <pc:docMk/>
            <pc:sldMk cId="3210957870" sldId="2787"/>
            <ac:picMk id="6" creationId="{9A32070C-30AA-5AEC-7429-D89E9313CBE7}"/>
          </ac:picMkLst>
        </pc:picChg>
        <pc:picChg chg="add mod modCrop">
          <ac:chgData name="Xin Luo" userId="82312ee5779919a4" providerId="LiveId" clId="{000428F8-39B2-354D-B4C4-08AE22340A04}" dt="2024-04-28T14:38:39.996" v="1626" actId="14100"/>
          <ac:picMkLst>
            <pc:docMk/>
            <pc:sldMk cId="3210957870" sldId="2787"/>
            <ac:picMk id="7" creationId="{8EEB9849-9214-52DD-BFA3-C4AB79A1E189}"/>
          </ac:picMkLst>
        </pc:picChg>
        <pc:picChg chg="del">
          <ac:chgData name="Xin Luo" userId="82312ee5779919a4" providerId="LiveId" clId="{000428F8-39B2-354D-B4C4-08AE22340A04}" dt="2024-04-28T14:19:08.559" v="1389" actId="478"/>
          <ac:picMkLst>
            <pc:docMk/>
            <pc:sldMk cId="3210957870" sldId="2787"/>
            <ac:picMk id="9" creationId="{5DD05E2D-F9F6-AD21-2050-67AC8E3A0C60}"/>
          </ac:picMkLst>
        </pc:picChg>
      </pc:sldChg>
      <pc:sldChg chg="delSp modSp add mod">
        <pc:chgData name="Xin Luo" userId="82312ee5779919a4" providerId="LiveId" clId="{000428F8-39B2-354D-B4C4-08AE22340A04}" dt="2024-04-28T14:48:43.683" v="1898" actId="20577"/>
        <pc:sldMkLst>
          <pc:docMk/>
          <pc:sldMk cId="2975706779" sldId="2788"/>
        </pc:sldMkLst>
        <pc:spChg chg="mod">
          <ac:chgData name="Xin Luo" userId="82312ee5779919a4" providerId="LiveId" clId="{000428F8-39B2-354D-B4C4-08AE22340A04}" dt="2024-04-28T14:48:43.683" v="1898" actId="20577"/>
          <ac:spMkLst>
            <pc:docMk/>
            <pc:sldMk cId="2975706779" sldId="2788"/>
            <ac:spMk id="2" creationId="{631AADB6-C88A-D817-4683-FC087E4E240F}"/>
          </ac:spMkLst>
        </pc:spChg>
        <pc:picChg chg="del">
          <ac:chgData name="Xin Luo" userId="82312ee5779919a4" providerId="LiveId" clId="{000428F8-39B2-354D-B4C4-08AE22340A04}" dt="2024-04-28T14:38:49.912" v="1628" actId="478"/>
          <ac:picMkLst>
            <pc:docMk/>
            <pc:sldMk cId="2975706779" sldId="2788"/>
            <ac:picMk id="7" creationId="{8EEB9849-9214-52DD-BFA3-C4AB79A1E189}"/>
          </ac:picMkLst>
        </pc:picChg>
      </pc:sldChg>
    </pc:docChg>
  </pc:docChgLst>
  <pc:docChgLst>
    <pc:chgData name="Xin Luo" userId="82312ee5779919a4" providerId="LiveId" clId="{A508F461-0D73-864F-B88A-277BCD613B0A}"/>
    <pc:docChg chg="modSld">
      <pc:chgData name="Xin Luo" userId="82312ee5779919a4" providerId="LiveId" clId="{A508F461-0D73-864F-B88A-277BCD613B0A}" dt="2023-09-11T02:08:48.074" v="121" actId="1076"/>
      <pc:docMkLst>
        <pc:docMk/>
      </pc:docMkLst>
      <pc:sldChg chg="modSp mod">
        <pc:chgData name="Xin Luo" userId="82312ee5779919a4" providerId="LiveId" clId="{A508F461-0D73-864F-B88A-277BCD613B0A}" dt="2023-09-11T01:25:36.157" v="49" actId="255"/>
        <pc:sldMkLst>
          <pc:docMk/>
          <pc:sldMk cId="1209572041" sldId="2722"/>
        </pc:sldMkLst>
        <pc:spChg chg="mod">
          <ac:chgData name="Xin Luo" userId="82312ee5779919a4" providerId="LiveId" clId="{A508F461-0D73-864F-B88A-277BCD613B0A}" dt="2023-09-11T01:25:36.157" v="49" actId="255"/>
          <ac:spMkLst>
            <pc:docMk/>
            <pc:sldMk cId="1209572041" sldId="2722"/>
            <ac:spMk id="13" creationId="{303BC878-BC57-D350-27A3-F03AE48213AC}"/>
          </ac:spMkLst>
        </pc:spChg>
      </pc:sldChg>
      <pc:sldChg chg="modSp mod">
        <pc:chgData name="Xin Luo" userId="82312ee5779919a4" providerId="LiveId" clId="{A508F461-0D73-864F-B88A-277BCD613B0A}" dt="2023-09-11T02:08:48.074" v="121" actId="1076"/>
        <pc:sldMkLst>
          <pc:docMk/>
          <pc:sldMk cId="3151170836" sldId="2742"/>
        </pc:sldMkLst>
        <pc:spChg chg="mod">
          <ac:chgData name="Xin Luo" userId="82312ee5779919a4" providerId="LiveId" clId="{A508F461-0D73-864F-B88A-277BCD613B0A}" dt="2023-09-11T02:08:48.074" v="121" actId="1076"/>
          <ac:spMkLst>
            <pc:docMk/>
            <pc:sldMk cId="3151170836" sldId="2742"/>
            <ac:spMk id="6" creationId="{FA343B24-C04E-C7D0-D427-DA131ECB74AB}"/>
          </ac:spMkLst>
        </pc:spChg>
      </pc:sldChg>
      <pc:sldChg chg="modSp mod">
        <pc:chgData name="Xin Luo" userId="82312ee5779919a4" providerId="LiveId" clId="{A508F461-0D73-864F-B88A-277BCD613B0A}" dt="2023-09-11T01:24:19.474" v="26" actId="255"/>
        <pc:sldMkLst>
          <pc:docMk/>
          <pc:sldMk cId="3741103209" sldId="2745"/>
        </pc:sldMkLst>
        <pc:spChg chg="mod">
          <ac:chgData name="Xin Luo" userId="82312ee5779919a4" providerId="LiveId" clId="{A508F461-0D73-864F-B88A-277BCD613B0A}" dt="2023-09-11T01:24:19.474" v="26" actId="255"/>
          <ac:spMkLst>
            <pc:docMk/>
            <pc:sldMk cId="3741103209" sldId="2745"/>
            <ac:spMk id="17" creationId="{9E05FFCA-3371-AF5C-381D-71D984055F5A}"/>
          </ac:spMkLst>
        </pc:spChg>
      </pc:sldChg>
      <pc:sldChg chg="modSp mod">
        <pc:chgData name="Xin Luo" userId="82312ee5779919a4" providerId="LiveId" clId="{A508F461-0D73-864F-B88A-277BCD613B0A}" dt="2023-09-11T01:25:10.921" v="46" actId="1035"/>
        <pc:sldMkLst>
          <pc:docMk/>
          <pc:sldMk cId="2081473989" sldId="2748"/>
        </pc:sldMkLst>
        <pc:spChg chg="mod">
          <ac:chgData name="Xin Luo" userId="82312ee5779919a4" providerId="LiveId" clId="{A508F461-0D73-864F-B88A-277BCD613B0A}" dt="2023-09-11T01:25:10.921" v="46" actId="1035"/>
          <ac:spMkLst>
            <pc:docMk/>
            <pc:sldMk cId="2081473989" sldId="2748"/>
            <ac:spMk id="15" creationId="{DAE75BEB-15B0-6AD3-FEA5-24688F0C9399}"/>
          </ac:spMkLst>
        </pc:spChg>
        <pc:spChg chg="mod">
          <ac:chgData name="Xin Luo" userId="82312ee5779919a4" providerId="LiveId" clId="{A508F461-0D73-864F-B88A-277BCD613B0A}" dt="2023-09-11T01:25:10.921" v="46" actId="1035"/>
          <ac:spMkLst>
            <pc:docMk/>
            <pc:sldMk cId="2081473989" sldId="2748"/>
            <ac:spMk id="16" creationId="{011A1F98-9159-4FE6-698D-1B0B7EFC1F4C}"/>
          </ac:spMkLst>
        </pc:spChg>
        <pc:spChg chg="mod">
          <ac:chgData name="Xin Luo" userId="82312ee5779919a4" providerId="LiveId" clId="{A508F461-0D73-864F-B88A-277BCD613B0A}" dt="2023-09-11T01:25:03.190" v="37" actId="2710"/>
          <ac:spMkLst>
            <pc:docMk/>
            <pc:sldMk cId="2081473989" sldId="2748"/>
            <ac:spMk id="17" creationId="{9E05FFCA-3371-AF5C-381D-71D984055F5A}"/>
          </ac:spMkLst>
        </pc:spChg>
        <pc:picChg chg="mod">
          <ac:chgData name="Xin Luo" userId="82312ee5779919a4" providerId="LiveId" clId="{A508F461-0D73-864F-B88A-277BCD613B0A}" dt="2023-09-11T01:25:10.921" v="46" actId="1035"/>
          <ac:picMkLst>
            <pc:docMk/>
            <pc:sldMk cId="2081473989" sldId="2748"/>
            <ac:picMk id="8" creationId="{79143EB1-6171-6D6B-E065-52F98AD03CCA}"/>
          </ac:picMkLst>
        </pc:picChg>
        <pc:picChg chg="mod">
          <ac:chgData name="Xin Luo" userId="82312ee5779919a4" providerId="LiveId" clId="{A508F461-0D73-864F-B88A-277BCD613B0A}" dt="2023-09-11T01:25:10.921" v="46" actId="1035"/>
          <ac:picMkLst>
            <pc:docMk/>
            <pc:sldMk cId="2081473989" sldId="2748"/>
            <ac:picMk id="12" creationId="{CD5784D5-D55B-B02C-C48B-B4566A95D7A5}"/>
          </ac:picMkLst>
        </pc:picChg>
      </pc:sldChg>
      <pc:sldChg chg="modSp mod">
        <pc:chgData name="Xin Luo" userId="82312ee5779919a4" providerId="LiveId" clId="{A508F461-0D73-864F-B88A-277BCD613B0A}" dt="2023-09-11T01:23:28.376" v="25" actId="1037"/>
        <pc:sldMkLst>
          <pc:docMk/>
          <pc:sldMk cId="2927474256" sldId="2754"/>
        </pc:sldMkLst>
        <pc:spChg chg="mod">
          <ac:chgData name="Xin Luo" userId="82312ee5779919a4" providerId="LiveId" clId="{A508F461-0D73-864F-B88A-277BCD613B0A}" dt="2023-09-11T01:23:28.376" v="25" actId="1037"/>
          <ac:spMkLst>
            <pc:docMk/>
            <pc:sldMk cId="2927474256" sldId="2754"/>
            <ac:spMk id="17" creationId="{8CFF8A22-C033-47DF-8707-CA76F142CBBA}"/>
          </ac:spMkLst>
        </pc:spChg>
        <pc:grpChg chg="mod">
          <ac:chgData name="Xin Luo" userId="82312ee5779919a4" providerId="LiveId" clId="{A508F461-0D73-864F-B88A-277BCD613B0A}" dt="2023-09-11T01:23:15.792" v="0" actId="1037"/>
          <ac:grpSpMkLst>
            <pc:docMk/>
            <pc:sldMk cId="2927474256" sldId="2754"/>
            <ac:grpSpMk id="20" creationId="{8AA7B3E2-1D42-96C9-43F0-1F320D3EFD63}"/>
          </ac:grpSpMkLst>
        </pc:grpChg>
        <pc:picChg chg="mod">
          <ac:chgData name="Xin Luo" userId="82312ee5779919a4" providerId="LiveId" clId="{A508F461-0D73-864F-B88A-277BCD613B0A}" dt="2023-09-11T01:23:18.846" v="10" actId="1038"/>
          <ac:picMkLst>
            <pc:docMk/>
            <pc:sldMk cId="2927474256" sldId="2754"/>
            <ac:picMk id="9" creationId="{0CF46726-2B51-43A4-FDEF-A6131C46F05F}"/>
          </ac:picMkLst>
        </pc:picChg>
      </pc:sldChg>
    </pc:docChg>
  </pc:docChgLst>
  <pc:docChgLst>
    <pc:chgData name="Xin Luo" userId="82312ee5779919a4" providerId="LiveId" clId="{98EC8ECB-A80D-1449-ACFE-0D931F29C13A}"/>
    <pc:docChg chg="undo custSel addSld delSld modSld">
      <pc:chgData name="Xin Luo" userId="82312ee5779919a4" providerId="LiveId" clId="{98EC8ECB-A80D-1449-ACFE-0D931F29C13A}" dt="2023-02-23T15:47:30.471" v="734" actId="478"/>
      <pc:docMkLst>
        <pc:docMk/>
      </pc:docMkLst>
      <pc:sldChg chg="modSp mod">
        <pc:chgData name="Xin Luo" userId="82312ee5779919a4" providerId="LiveId" clId="{98EC8ECB-A80D-1449-ACFE-0D931F29C13A}" dt="2023-02-23T15:07:38.481" v="282" actId="20577"/>
        <pc:sldMkLst>
          <pc:docMk/>
          <pc:sldMk cId="1576120367" sldId="2387"/>
        </pc:sldMkLst>
        <pc:spChg chg="mod">
          <ac:chgData name="Xin Luo" userId="82312ee5779919a4" providerId="LiveId" clId="{98EC8ECB-A80D-1449-ACFE-0D931F29C13A}" dt="2023-02-23T15:07:38.481" v="282" actId="20577"/>
          <ac:spMkLst>
            <pc:docMk/>
            <pc:sldMk cId="1576120367" sldId="2387"/>
            <ac:spMk id="5" creationId="{494DAA55-5621-28DB-D255-E0EBB6C6477B}"/>
          </ac:spMkLst>
        </pc:spChg>
        <pc:spChg chg="mod">
          <ac:chgData name="Xin Luo" userId="82312ee5779919a4" providerId="LiveId" clId="{98EC8ECB-A80D-1449-ACFE-0D931F29C13A}" dt="2023-02-23T15:06:04.024" v="241" actId="1076"/>
          <ac:spMkLst>
            <pc:docMk/>
            <pc:sldMk cId="1576120367" sldId="2387"/>
            <ac:spMk id="6" creationId="{00000000-0000-0000-0000-000000000000}"/>
          </ac:spMkLst>
        </pc:spChg>
        <pc:spChg chg="mod">
          <ac:chgData name="Xin Luo" userId="82312ee5779919a4" providerId="LiveId" clId="{98EC8ECB-A80D-1449-ACFE-0D931F29C13A}" dt="2023-02-23T15:05:37.607" v="201" actId="403"/>
          <ac:spMkLst>
            <pc:docMk/>
            <pc:sldMk cId="1576120367" sldId="2387"/>
            <ac:spMk id="12" creationId="{00000000-0000-0000-0000-000000000000}"/>
          </ac:spMkLst>
        </pc:spChg>
        <pc:spChg chg="mod">
          <ac:chgData name="Xin Luo" userId="82312ee5779919a4" providerId="LiveId" clId="{98EC8ECB-A80D-1449-ACFE-0D931F29C13A}" dt="2023-02-23T15:04:17.856" v="99" actId="20577"/>
          <ac:spMkLst>
            <pc:docMk/>
            <pc:sldMk cId="1576120367" sldId="2387"/>
            <ac:spMk id="14" creationId="{00000000-0000-0000-0000-000000000000}"/>
          </ac:spMkLst>
        </pc:spChg>
      </pc:sldChg>
      <pc:sldChg chg="modSp mod">
        <pc:chgData name="Xin Luo" userId="82312ee5779919a4" providerId="LiveId" clId="{98EC8ECB-A80D-1449-ACFE-0D931F29C13A}" dt="2023-02-23T15:23:38.561" v="288" actId="20577"/>
        <pc:sldMkLst>
          <pc:docMk/>
          <pc:sldMk cId="2415901206" sldId="2447"/>
        </pc:sldMkLst>
        <pc:spChg chg="mod">
          <ac:chgData name="Xin Luo" userId="82312ee5779919a4" providerId="LiveId" clId="{98EC8ECB-A80D-1449-ACFE-0D931F29C13A}" dt="2023-02-23T15:23:38.561" v="288" actId="20577"/>
          <ac:spMkLst>
            <pc:docMk/>
            <pc:sldMk cId="2415901206" sldId="2447"/>
            <ac:spMk id="7" creationId="{00000000-0000-0000-0000-000000000000}"/>
          </ac:spMkLst>
        </pc:spChg>
      </pc:sldChg>
      <pc:sldChg chg="addSp delSp modSp mod">
        <pc:chgData name="Xin Luo" userId="82312ee5779919a4" providerId="LiveId" clId="{98EC8ECB-A80D-1449-ACFE-0D931F29C13A}" dt="2023-02-23T15:32:00.813" v="490" actId="20577"/>
        <pc:sldMkLst>
          <pc:docMk/>
          <pc:sldMk cId="4067577602" sldId="2605"/>
        </pc:sldMkLst>
        <pc:spChg chg="mod">
          <ac:chgData name="Xin Luo" userId="82312ee5779919a4" providerId="LiveId" clId="{98EC8ECB-A80D-1449-ACFE-0D931F29C13A}" dt="2023-02-23T15:23:43.970" v="296" actId="20577"/>
          <ac:spMkLst>
            <pc:docMk/>
            <pc:sldMk cId="4067577602" sldId="2605"/>
            <ac:spMk id="3" creationId="{00000000-0000-0000-0000-000000000000}"/>
          </ac:spMkLst>
        </pc:spChg>
        <pc:spChg chg="add mod">
          <ac:chgData name="Xin Luo" userId="82312ee5779919a4" providerId="LiveId" clId="{98EC8ECB-A80D-1449-ACFE-0D931F29C13A}" dt="2023-02-23T15:32:00.813" v="490" actId="20577"/>
          <ac:spMkLst>
            <pc:docMk/>
            <pc:sldMk cId="4067577602" sldId="2605"/>
            <ac:spMk id="5" creationId="{78502774-B04C-634F-1396-E5815996BC36}"/>
          </ac:spMkLst>
        </pc:spChg>
        <pc:spChg chg="add del">
          <ac:chgData name="Xin Luo" userId="82312ee5779919a4" providerId="LiveId" clId="{98EC8ECB-A80D-1449-ACFE-0D931F29C13A}" dt="2023-02-23T15:31:17.254" v="472" actId="478"/>
          <ac:spMkLst>
            <pc:docMk/>
            <pc:sldMk cId="4067577602" sldId="2605"/>
            <ac:spMk id="8" creationId="{F79B8069-33FF-F2D3-2749-C72697740ACD}"/>
          </ac:spMkLst>
        </pc:spChg>
        <pc:spChg chg="del">
          <ac:chgData name="Xin Luo" userId="82312ee5779919a4" providerId="LiveId" clId="{98EC8ECB-A80D-1449-ACFE-0D931F29C13A}" dt="2023-02-23T15:23:49.248" v="298" actId="478"/>
          <ac:spMkLst>
            <pc:docMk/>
            <pc:sldMk cId="4067577602" sldId="2605"/>
            <ac:spMk id="15" creationId="{8F7436BD-0CD5-04DA-2B44-925CE86CF70D}"/>
          </ac:spMkLst>
        </pc:spChg>
        <pc:spChg chg="del">
          <ac:chgData name="Xin Luo" userId="82312ee5779919a4" providerId="LiveId" clId="{98EC8ECB-A80D-1449-ACFE-0D931F29C13A}" dt="2023-02-23T15:23:49.248" v="298" actId="478"/>
          <ac:spMkLst>
            <pc:docMk/>
            <pc:sldMk cId="4067577602" sldId="2605"/>
            <ac:spMk id="16" creationId="{5E1E7D79-A815-9A32-ABAB-129BFCE643F1}"/>
          </ac:spMkLst>
        </pc:spChg>
        <pc:spChg chg="del mod">
          <ac:chgData name="Xin Luo" userId="82312ee5779919a4" providerId="LiveId" clId="{98EC8ECB-A80D-1449-ACFE-0D931F29C13A}" dt="2023-02-23T15:23:47.004" v="297" actId="478"/>
          <ac:spMkLst>
            <pc:docMk/>
            <pc:sldMk cId="4067577602" sldId="2605"/>
            <ac:spMk id="17" creationId="{9E05FFCA-3371-AF5C-381D-71D984055F5A}"/>
          </ac:spMkLst>
        </pc:spChg>
        <pc:picChg chg="del">
          <ac:chgData name="Xin Luo" userId="82312ee5779919a4" providerId="LiveId" clId="{98EC8ECB-A80D-1449-ACFE-0D931F29C13A}" dt="2023-02-23T15:23:49.248" v="298" actId="478"/>
          <ac:picMkLst>
            <pc:docMk/>
            <pc:sldMk cId="4067577602" sldId="2605"/>
            <ac:picMk id="7" creationId="{C7993E05-4ADB-9D0C-E633-5749F445E479}"/>
          </ac:picMkLst>
        </pc:picChg>
        <pc:picChg chg="del">
          <ac:chgData name="Xin Luo" userId="82312ee5779919a4" providerId="LiveId" clId="{98EC8ECB-A80D-1449-ACFE-0D931F29C13A}" dt="2023-02-23T15:23:49.248" v="298" actId="478"/>
          <ac:picMkLst>
            <pc:docMk/>
            <pc:sldMk cId="4067577602" sldId="2605"/>
            <ac:picMk id="10" creationId="{26D555B6-DE11-BF17-8D9F-B5F93A876835}"/>
          </ac:picMkLst>
        </pc:picChg>
        <pc:picChg chg="del">
          <ac:chgData name="Xin Luo" userId="82312ee5779919a4" providerId="LiveId" clId="{98EC8ECB-A80D-1449-ACFE-0D931F29C13A}" dt="2023-02-23T15:23:49.248" v="298" actId="478"/>
          <ac:picMkLst>
            <pc:docMk/>
            <pc:sldMk cId="4067577602" sldId="2605"/>
            <ac:picMk id="1028" creationId="{9FA49340-63F1-4959-1786-FD893DE76CE9}"/>
          </ac:picMkLst>
        </pc:picChg>
        <pc:picChg chg="del">
          <ac:chgData name="Xin Luo" userId="82312ee5779919a4" providerId="LiveId" clId="{98EC8ECB-A80D-1449-ACFE-0D931F29C13A}" dt="2023-02-23T15:23:49.248" v="298" actId="478"/>
          <ac:picMkLst>
            <pc:docMk/>
            <pc:sldMk cId="4067577602" sldId="2605"/>
            <ac:picMk id="1030" creationId="{35CDAC06-D9CF-2AC8-535E-A1B01EC14218}"/>
          </ac:picMkLst>
        </pc:picChg>
        <pc:picChg chg="del">
          <ac:chgData name="Xin Luo" userId="82312ee5779919a4" providerId="LiveId" clId="{98EC8ECB-A80D-1449-ACFE-0D931F29C13A}" dt="2023-02-23T15:23:49.248" v="298" actId="478"/>
          <ac:picMkLst>
            <pc:docMk/>
            <pc:sldMk cId="4067577602" sldId="2605"/>
            <ac:picMk id="1032" creationId="{AFE202E8-A338-4627-93EE-5AD65BEE9525}"/>
          </ac:picMkLst>
        </pc:picChg>
        <pc:picChg chg="del">
          <ac:chgData name="Xin Luo" userId="82312ee5779919a4" providerId="LiveId" clId="{98EC8ECB-A80D-1449-ACFE-0D931F29C13A}" dt="2023-02-23T15:23:49.248" v="298" actId="478"/>
          <ac:picMkLst>
            <pc:docMk/>
            <pc:sldMk cId="4067577602" sldId="2605"/>
            <ac:picMk id="1034" creationId="{D5CBEF68-23C0-8F4A-FA5F-CB6BCAE76176}"/>
          </ac:picMkLst>
        </pc:picChg>
        <pc:picChg chg="del">
          <ac:chgData name="Xin Luo" userId="82312ee5779919a4" providerId="LiveId" clId="{98EC8ECB-A80D-1449-ACFE-0D931F29C13A}" dt="2023-02-23T15:23:49.248" v="298" actId="478"/>
          <ac:picMkLst>
            <pc:docMk/>
            <pc:sldMk cId="4067577602" sldId="2605"/>
            <ac:picMk id="1036" creationId="{5E2738F1-9461-1F5B-3007-2AA2AD20C330}"/>
          </ac:picMkLst>
        </pc:picChg>
        <pc:cxnChg chg="del">
          <ac:chgData name="Xin Luo" userId="82312ee5779919a4" providerId="LiveId" clId="{98EC8ECB-A80D-1449-ACFE-0D931F29C13A}" dt="2023-02-23T15:23:49.248" v="298" actId="478"/>
          <ac:cxnSpMkLst>
            <pc:docMk/>
            <pc:sldMk cId="4067577602" sldId="2605"/>
            <ac:cxnSpMk id="12" creationId="{78FA799A-1F2C-F1DA-9F71-B1B8AFBC5758}"/>
          </ac:cxnSpMkLst>
        </pc:cxnChg>
      </pc:sldChg>
      <pc:sldChg chg="modSp mod">
        <pc:chgData name="Xin Luo" userId="82312ee5779919a4" providerId="LiveId" clId="{98EC8ECB-A80D-1449-ACFE-0D931F29C13A}" dt="2023-02-23T15:03:54.789" v="48" actId="20577"/>
        <pc:sldMkLst>
          <pc:docMk/>
          <pc:sldMk cId="1658607177" sldId="2708"/>
        </pc:sldMkLst>
        <pc:spChg chg="mod">
          <ac:chgData name="Xin Luo" userId="82312ee5779919a4" providerId="LiveId" clId="{98EC8ECB-A80D-1449-ACFE-0D931F29C13A}" dt="2023-02-23T15:03:29.071" v="4" actId="20577"/>
          <ac:spMkLst>
            <pc:docMk/>
            <pc:sldMk cId="1658607177" sldId="2708"/>
            <ac:spMk id="3" creationId="{E375549C-74EF-2C8F-6432-2C52B803FB1B}"/>
          </ac:spMkLst>
        </pc:spChg>
        <pc:spChg chg="mod">
          <ac:chgData name="Xin Luo" userId="82312ee5779919a4" providerId="LiveId" clId="{98EC8ECB-A80D-1449-ACFE-0D931F29C13A}" dt="2023-02-23T15:03:54.789" v="48" actId="20577"/>
          <ac:spMkLst>
            <pc:docMk/>
            <pc:sldMk cId="1658607177" sldId="2708"/>
            <ac:spMk id="24" creationId="{00000000-0000-0000-0000-000000000000}"/>
          </ac:spMkLst>
        </pc:spChg>
      </pc:sldChg>
      <pc:sldChg chg="modSp mod">
        <pc:chgData name="Xin Luo" userId="82312ee5779919a4" providerId="LiveId" clId="{98EC8ECB-A80D-1449-ACFE-0D931F29C13A}" dt="2023-02-23T15:46:16.929" v="710" actId="20577"/>
        <pc:sldMkLst>
          <pc:docMk/>
          <pc:sldMk cId="481122590" sldId="2709"/>
        </pc:sldMkLst>
        <pc:spChg chg="mod">
          <ac:chgData name="Xin Luo" userId="82312ee5779919a4" providerId="LiveId" clId="{98EC8ECB-A80D-1449-ACFE-0D931F29C13A}" dt="2023-02-23T15:46:16.929" v="710" actId="20577"/>
          <ac:spMkLst>
            <pc:docMk/>
            <pc:sldMk cId="481122590" sldId="2709"/>
            <ac:spMk id="7" creationId="{00000000-0000-0000-0000-000000000000}"/>
          </ac:spMkLst>
        </pc:spChg>
      </pc:sldChg>
      <pc:sldChg chg="modSp mod">
        <pc:chgData name="Xin Luo" userId="82312ee5779919a4" providerId="LiveId" clId="{98EC8ECB-A80D-1449-ACFE-0D931F29C13A}" dt="2023-02-23T15:46:36.362" v="717" actId="20577"/>
        <pc:sldMkLst>
          <pc:docMk/>
          <pc:sldMk cId="3833073590" sldId="2716"/>
        </pc:sldMkLst>
        <pc:spChg chg="mod">
          <ac:chgData name="Xin Luo" userId="82312ee5779919a4" providerId="LiveId" clId="{98EC8ECB-A80D-1449-ACFE-0D931F29C13A}" dt="2023-02-23T15:46:29.354" v="716" actId="108"/>
          <ac:spMkLst>
            <pc:docMk/>
            <pc:sldMk cId="3833073590" sldId="2716"/>
            <ac:spMk id="3" creationId="{00000000-0000-0000-0000-000000000000}"/>
          </ac:spMkLst>
        </pc:spChg>
        <pc:spChg chg="mod">
          <ac:chgData name="Xin Luo" userId="82312ee5779919a4" providerId="LiveId" clId="{98EC8ECB-A80D-1449-ACFE-0D931F29C13A}" dt="2023-02-23T15:46:36.362" v="717" actId="20577"/>
          <ac:spMkLst>
            <pc:docMk/>
            <pc:sldMk cId="3833073590" sldId="2716"/>
            <ac:spMk id="5" creationId="{9F4AEA98-0C33-E82A-EB75-839D0F0B55A4}"/>
          </ac:spMkLst>
        </pc:spChg>
      </pc:sldChg>
      <pc:sldChg chg="modSp mod">
        <pc:chgData name="Xin Luo" userId="82312ee5779919a4" providerId="LiveId" clId="{98EC8ECB-A80D-1449-ACFE-0D931F29C13A}" dt="2023-02-23T15:47:08.933" v="728" actId="20577"/>
        <pc:sldMkLst>
          <pc:docMk/>
          <pc:sldMk cId="972163772" sldId="2720"/>
        </pc:sldMkLst>
        <pc:spChg chg="mod">
          <ac:chgData name="Xin Luo" userId="82312ee5779919a4" providerId="LiveId" clId="{98EC8ECB-A80D-1449-ACFE-0D931F29C13A}" dt="2023-02-23T15:47:00.360" v="722" actId="1076"/>
          <ac:spMkLst>
            <pc:docMk/>
            <pc:sldMk cId="972163772" sldId="2720"/>
            <ac:spMk id="3" creationId="{00000000-0000-0000-0000-000000000000}"/>
          </ac:spMkLst>
        </pc:spChg>
        <pc:spChg chg="mod">
          <ac:chgData name="Xin Luo" userId="82312ee5779919a4" providerId="LiveId" clId="{98EC8ECB-A80D-1449-ACFE-0D931F29C13A}" dt="2023-02-23T15:47:08.933" v="728" actId="20577"/>
          <ac:spMkLst>
            <pc:docMk/>
            <pc:sldMk cId="972163772" sldId="2720"/>
            <ac:spMk id="7" creationId="{00000000-0000-0000-0000-000000000000}"/>
          </ac:spMkLst>
        </pc:spChg>
      </pc:sldChg>
      <pc:sldChg chg="modSp mod">
        <pc:chgData name="Xin Luo" userId="82312ee5779919a4" providerId="LiveId" clId="{98EC8ECB-A80D-1449-ACFE-0D931F29C13A}" dt="2023-02-23T15:47:17.016" v="729"/>
        <pc:sldMkLst>
          <pc:docMk/>
          <pc:sldMk cId="2689695864" sldId="2721"/>
        </pc:sldMkLst>
        <pc:spChg chg="mod">
          <ac:chgData name="Xin Luo" userId="82312ee5779919a4" providerId="LiveId" clId="{98EC8ECB-A80D-1449-ACFE-0D931F29C13A}" dt="2023-02-23T15:47:17.016" v="729"/>
          <ac:spMkLst>
            <pc:docMk/>
            <pc:sldMk cId="2689695864" sldId="2721"/>
            <ac:spMk id="3" creationId="{00000000-0000-0000-0000-000000000000}"/>
          </ac:spMkLst>
        </pc:spChg>
      </pc:sldChg>
      <pc:sldChg chg="delSp modSp mod">
        <pc:chgData name="Xin Luo" userId="82312ee5779919a4" providerId="LiveId" clId="{98EC8ECB-A80D-1449-ACFE-0D931F29C13A}" dt="2023-02-23T15:47:30.471" v="734" actId="478"/>
        <pc:sldMkLst>
          <pc:docMk/>
          <pc:sldMk cId="1209572041" sldId="2722"/>
        </pc:sldMkLst>
        <pc:spChg chg="del mod">
          <ac:chgData name="Xin Luo" userId="82312ee5779919a4" providerId="LiveId" clId="{98EC8ECB-A80D-1449-ACFE-0D931F29C13A}" dt="2023-02-23T15:47:30.471" v="734" actId="478"/>
          <ac:spMkLst>
            <pc:docMk/>
            <pc:sldMk cId="1209572041" sldId="2722"/>
            <ac:spMk id="14" creationId="{0DADB612-499B-577C-8C56-FA81A4204DD1}"/>
          </ac:spMkLst>
        </pc:spChg>
      </pc:sldChg>
      <pc:sldChg chg="del">
        <pc:chgData name="Xin Luo" userId="82312ee5779919a4" providerId="LiveId" clId="{98EC8ECB-A80D-1449-ACFE-0D931F29C13A}" dt="2023-02-23T15:46:08.434" v="701" actId="2696"/>
        <pc:sldMkLst>
          <pc:docMk/>
          <pc:sldMk cId="353940032" sldId="2725"/>
        </pc:sldMkLst>
      </pc:sldChg>
      <pc:sldChg chg="del">
        <pc:chgData name="Xin Luo" userId="82312ee5779919a4" providerId="LiveId" clId="{98EC8ECB-A80D-1449-ACFE-0D931F29C13A}" dt="2023-02-23T15:46:08.455" v="709" actId="2696"/>
        <pc:sldMkLst>
          <pc:docMk/>
          <pc:sldMk cId="45083394" sldId="2726"/>
        </pc:sldMkLst>
      </pc:sldChg>
      <pc:sldChg chg="del">
        <pc:chgData name="Xin Luo" userId="82312ee5779919a4" providerId="LiveId" clId="{98EC8ECB-A80D-1449-ACFE-0D931F29C13A}" dt="2023-02-23T15:46:08.437" v="702" actId="2696"/>
        <pc:sldMkLst>
          <pc:docMk/>
          <pc:sldMk cId="148985918" sldId="2727"/>
        </pc:sldMkLst>
      </pc:sldChg>
      <pc:sldChg chg="del">
        <pc:chgData name="Xin Luo" userId="82312ee5779919a4" providerId="LiveId" clId="{98EC8ECB-A80D-1449-ACFE-0D931F29C13A}" dt="2023-02-23T15:46:08.445" v="706" actId="2696"/>
        <pc:sldMkLst>
          <pc:docMk/>
          <pc:sldMk cId="3544980656" sldId="2728"/>
        </pc:sldMkLst>
      </pc:sldChg>
      <pc:sldChg chg="del">
        <pc:chgData name="Xin Luo" userId="82312ee5779919a4" providerId="LiveId" clId="{98EC8ECB-A80D-1449-ACFE-0D931F29C13A}" dt="2023-02-23T15:46:08.448" v="708" actId="2696"/>
        <pc:sldMkLst>
          <pc:docMk/>
          <pc:sldMk cId="1664139585" sldId="2729"/>
        </pc:sldMkLst>
      </pc:sldChg>
      <pc:sldChg chg="del">
        <pc:chgData name="Xin Luo" userId="82312ee5779919a4" providerId="LiveId" clId="{98EC8ECB-A80D-1449-ACFE-0D931F29C13A}" dt="2023-02-23T15:46:08.446" v="707" actId="2696"/>
        <pc:sldMkLst>
          <pc:docMk/>
          <pc:sldMk cId="3561803108" sldId="2730"/>
        </pc:sldMkLst>
      </pc:sldChg>
      <pc:sldChg chg="del">
        <pc:chgData name="Xin Luo" userId="82312ee5779919a4" providerId="LiveId" clId="{98EC8ECB-A80D-1449-ACFE-0D931F29C13A}" dt="2023-02-23T15:46:08.439" v="703" actId="2696"/>
        <pc:sldMkLst>
          <pc:docMk/>
          <pc:sldMk cId="236610701" sldId="2731"/>
        </pc:sldMkLst>
      </pc:sldChg>
      <pc:sldChg chg="del">
        <pc:chgData name="Xin Luo" userId="82312ee5779919a4" providerId="LiveId" clId="{98EC8ECB-A80D-1449-ACFE-0D931F29C13A}" dt="2023-02-23T15:46:08.441" v="704" actId="2696"/>
        <pc:sldMkLst>
          <pc:docMk/>
          <pc:sldMk cId="1986913413" sldId="2732"/>
        </pc:sldMkLst>
      </pc:sldChg>
      <pc:sldChg chg="del">
        <pc:chgData name="Xin Luo" userId="82312ee5779919a4" providerId="LiveId" clId="{98EC8ECB-A80D-1449-ACFE-0D931F29C13A}" dt="2023-02-23T15:46:08.443" v="705" actId="2696"/>
        <pc:sldMkLst>
          <pc:docMk/>
          <pc:sldMk cId="270311508" sldId="2733"/>
        </pc:sldMkLst>
      </pc:sldChg>
      <pc:sldChg chg="del">
        <pc:chgData name="Xin Luo" userId="82312ee5779919a4" providerId="LiveId" clId="{98EC8ECB-A80D-1449-ACFE-0D931F29C13A}" dt="2023-02-23T15:47:22.827" v="730" actId="2696"/>
        <pc:sldMkLst>
          <pc:docMk/>
          <pc:sldMk cId="3138813826" sldId="2734"/>
        </pc:sldMkLst>
      </pc:sldChg>
      <pc:sldChg chg="del">
        <pc:chgData name="Xin Luo" userId="82312ee5779919a4" providerId="LiveId" clId="{98EC8ECB-A80D-1449-ACFE-0D931F29C13A}" dt="2023-02-23T15:47:22.864" v="732" actId="2696"/>
        <pc:sldMkLst>
          <pc:docMk/>
          <pc:sldMk cId="128317883" sldId="2735"/>
        </pc:sldMkLst>
      </pc:sldChg>
      <pc:sldChg chg="del">
        <pc:chgData name="Xin Luo" userId="82312ee5779919a4" providerId="LiveId" clId="{98EC8ECB-A80D-1449-ACFE-0D931F29C13A}" dt="2023-02-23T15:47:22.829" v="731" actId="2696"/>
        <pc:sldMkLst>
          <pc:docMk/>
          <pc:sldMk cId="383906436" sldId="2736"/>
        </pc:sldMkLst>
      </pc:sldChg>
      <pc:sldChg chg="addSp delSp modSp add mod">
        <pc:chgData name="Xin Luo" userId="82312ee5779919a4" providerId="LiveId" clId="{98EC8ECB-A80D-1449-ACFE-0D931F29C13A}" dt="2023-02-23T15:45:27.987" v="683" actId="1037"/>
        <pc:sldMkLst>
          <pc:docMk/>
          <pc:sldMk cId="655142816" sldId="2737"/>
        </pc:sldMkLst>
        <pc:spChg chg="add del mod">
          <ac:chgData name="Xin Luo" userId="82312ee5779919a4" providerId="LiveId" clId="{98EC8ECB-A80D-1449-ACFE-0D931F29C13A}" dt="2023-02-23T15:36:38.445" v="650" actId="20577"/>
          <ac:spMkLst>
            <pc:docMk/>
            <pc:sldMk cId="655142816" sldId="2737"/>
            <ac:spMk id="5" creationId="{78502774-B04C-634F-1396-E5815996BC36}"/>
          </ac:spMkLst>
        </pc:spChg>
        <pc:spChg chg="del mod">
          <ac:chgData name="Xin Luo" userId="82312ee5779919a4" providerId="LiveId" clId="{98EC8ECB-A80D-1449-ACFE-0D931F29C13A}" dt="2023-02-23T15:31:28.203" v="477" actId="478"/>
          <ac:spMkLst>
            <pc:docMk/>
            <pc:sldMk cId="655142816" sldId="2737"/>
            <ac:spMk id="8" creationId="{F79B8069-33FF-F2D3-2749-C72697740ACD}"/>
          </ac:spMkLst>
        </pc:spChg>
        <pc:picChg chg="add mod">
          <ac:chgData name="Xin Luo" userId="82312ee5779919a4" providerId="LiveId" clId="{98EC8ECB-A80D-1449-ACFE-0D931F29C13A}" dt="2023-02-23T15:45:27.987" v="683" actId="1037"/>
          <ac:picMkLst>
            <pc:docMk/>
            <pc:sldMk cId="655142816" sldId="2737"/>
            <ac:picMk id="1026" creationId="{75908E15-58DA-73BD-95F9-CACD1B8B9D82}"/>
          </ac:picMkLst>
        </pc:picChg>
        <pc:picChg chg="add mod">
          <ac:chgData name="Xin Luo" userId="82312ee5779919a4" providerId="LiveId" clId="{98EC8ECB-A80D-1449-ACFE-0D931F29C13A}" dt="2023-02-23T15:45:27.987" v="683" actId="1037"/>
          <ac:picMkLst>
            <pc:docMk/>
            <pc:sldMk cId="655142816" sldId="2737"/>
            <ac:picMk id="1028" creationId="{1E2BFB6C-B7E5-CAF9-B8CC-09A5029EC264}"/>
          </ac:picMkLst>
        </pc:picChg>
        <pc:picChg chg="add mod">
          <ac:chgData name="Xin Luo" userId="82312ee5779919a4" providerId="LiveId" clId="{98EC8ECB-A80D-1449-ACFE-0D931F29C13A}" dt="2023-02-23T15:45:27.987" v="683" actId="1037"/>
          <ac:picMkLst>
            <pc:docMk/>
            <pc:sldMk cId="655142816" sldId="2737"/>
            <ac:picMk id="1030" creationId="{CB7EE236-3D18-EC53-3225-10EBB3B4EC77}"/>
          </ac:picMkLst>
        </pc:picChg>
        <pc:picChg chg="add mod">
          <ac:chgData name="Xin Luo" userId="82312ee5779919a4" providerId="LiveId" clId="{98EC8ECB-A80D-1449-ACFE-0D931F29C13A}" dt="2023-02-23T15:45:27.987" v="683" actId="1037"/>
          <ac:picMkLst>
            <pc:docMk/>
            <pc:sldMk cId="655142816" sldId="2737"/>
            <ac:picMk id="1032" creationId="{BFA8C7BD-9CEC-ADA1-21BA-0EE8338C6EA3}"/>
          </ac:picMkLst>
        </pc:picChg>
      </pc:sldChg>
    </pc:docChg>
  </pc:docChgLst>
  <pc:docChgLst>
    <pc:chgData name="Xin Luo" userId="82312ee5779919a4" providerId="LiveId" clId="{2D641F4E-4B97-FE4F-BED4-0E056FBEE78D}"/>
    <pc:docChg chg="custSel addSld delSld modSld sldOrd">
      <pc:chgData name="Xin Luo" userId="82312ee5779919a4" providerId="LiveId" clId="{2D641F4E-4B97-FE4F-BED4-0E056FBEE78D}" dt="2024-04-06T05:27:14.763" v="62" actId="1076"/>
      <pc:docMkLst>
        <pc:docMk/>
      </pc:docMkLst>
      <pc:sldChg chg="addSp delSp modSp del mod">
        <pc:chgData name="Xin Luo" userId="82312ee5779919a4" providerId="LiveId" clId="{2D641F4E-4B97-FE4F-BED4-0E056FBEE78D}" dt="2024-04-06T05:24:56.062" v="21" actId="2696"/>
        <pc:sldMkLst>
          <pc:docMk/>
          <pc:sldMk cId="3833073590" sldId="2716"/>
        </pc:sldMkLst>
        <pc:spChg chg="mod">
          <ac:chgData name="Xin Luo" userId="82312ee5779919a4" providerId="LiveId" clId="{2D641F4E-4B97-FE4F-BED4-0E056FBEE78D}" dt="2024-04-06T03:14:31.961" v="13" actId="20577"/>
          <ac:spMkLst>
            <pc:docMk/>
            <pc:sldMk cId="3833073590" sldId="2716"/>
            <ac:spMk id="2" creationId="{631AADB6-C88A-D817-4683-FC087E4E240F}"/>
          </ac:spMkLst>
        </pc:spChg>
        <pc:spChg chg="del">
          <ac:chgData name="Xin Luo" userId="82312ee5779919a4" providerId="LiveId" clId="{2D641F4E-4B97-FE4F-BED4-0E056FBEE78D}" dt="2024-04-06T03:14:21.526" v="11" actId="478"/>
          <ac:spMkLst>
            <pc:docMk/>
            <pc:sldMk cId="3833073590" sldId="2716"/>
            <ac:spMk id="6" creationId="{6741FEA2-C046-FD82-2800-2CB513792080}"/>
          </ac:spMkLst>
        </pc:spChg>
        <pc:picChg chg="add mod">
          <ac:chgData name="Xin Luo" userId="82312ee5779919a4" providerId="LiveId" clId="{2D641F4E-4B97-FE4F-BED4-0E056FBEE78D}" dt="2024-04-06T03:14:43.335" v="17" actId="14100"/>
          <ac:picMkLst>
            <pc:docMk/>
            <pc:sldMk cId="3833073590" sldId="2716"/>
            <ac:picMk id="1026" creationId="{49818E55-CF60-98B8-4081-A70153E31B08}"/>
          </ac:picMkLst>
        </pc:picChg>
        <pc:picChg chg="del">
          <ac:chgData name="Xin Luo" userId="82312ee5779919a4" providerId="LiveId" clId="{2D641F4E-4B97-FE4F-BED4-0E056FBEE78D}" dt="2024-04-06T03:14:20.635" v="10" actId="478"/>
          <ac:picMkLst>
            <pc:docMk/>
            <pc:sldMk cId="3833073590" sldId="2716"/>
            <ac:picMk id="1030" creationId="{C93DB76E-C02F-05AC-2014-674F7E808ADA}"/>
          </ac:picMkLst>
        </pc:picChg>
      </pc:sldChg>
      <pc:sldChg chg="del">
        <pc:chgData name="Xin Luo" userId="82312ee5779919a4" providerId="LiveId" clId="{2D641F4E-4B97-FE4F-BED4-0E056FBEE78D}" dt="2024-04-06T03:14:14.396" v="9" actId="2696"/>
        <pc:sldMkLst>
          <pc:docMk/>
          <pc:sldMk cId="2510358707" sldId="2740"/>
        </pc:sldMkLst>
      </pc:sldChg>
      <pc:sldChg chg="del">
        <pc:chgData name="Xin Luo" userId="82312ee5779919a4" providerId="LiveId" clId="{2D641F4E-4B97-FE4F-BED4-0E056FBEE78D}" dt="2024-04-06T03:14:14.332" v="2" actId="2696"/>
        <pc:sldMkLst>
          <pc:docMk/>
          <pc:sldMk cId="3883315984" sldId="2744"/>
        </pc:sldMkLst>
      </pc:sldChg>
      <pc:sldChg chg="del">
        <pc:chgData name="Xin Luo" userId="82312ee5779919a4" providerId="LiveId" clId="{2D641F4E-4B97-FE4F-BED4-0E056FBEE78D}" dt="2024-04-06T03:14:14.379" v="7" actId="2696"/>
        <pc:sldMkLst>
          <pc:docMk/>
          <pc:sldMk cId="3741103209" sldId="2745"/>
        </pc:sldMkLst>
      </pc:sldChg>
      <pc:sldChg chg="del">
        <pc:chgData name="Xin Luo" userId="82312ee5779919a4" providerId="LiveId" clId="{2D641F4E-4B97-FE4F-BED4-0E056FBEE78D}" dt="2024-04-06T03:14:14.375" v="5" actId="2696"/>
        <pc:sldMkLst>
          <pc:docMk/>
          <pc:sldMk cId="322086101" sldId="2746"/>
        </pc:sldMkLst>
      </pc:sldChg>
      <pc:sldChg chg="del">
        <pc:chgData name="Xin Luo" userId="82312ee5779919a4" providerId="LiveId" clId="{2D641F4E-4B97-FE4F-BED4-0E056FBEE78D}" dt="2024-04-06T03:14:14.335" v="4" actId="2696"/>
        <pc:sldMkLst>
          <pc:docMk/>
          <pc:sldMk cId="2920839983" sldId="2747"/>
        </pc:sldMkLst>
      </pc:sldChg>
      <pc:sldChg chg="del">
        <pc:chgData name="Xin Luo" userId="82312ee5779919a4" providerId="LiveId" clId="{2D641F4E-4B97-FE4F-BED4-0E056FBEE78D}" dt="2024-04-06T03:14:14.381" v="8" actId="2696"/>
        <pc:sldMkLst>
          <pc:docMk/>
          <pc:sldMk cId="2081473989" sldId="2748"/>
        </pc:sldMkLst>
      </pc:sldChg>
      <pc:sldChg chg="del">
        <pc:chgData name="Xin Luo" userId="82312ee5779919a4" providerId="LiveId" clId="{2D641F4E-4B97-FE4F-BED4-0E056FBEE78D}" dt="2024-04-06T03:14:14.377" v="6" actId="2696"/>
        <pc:sldMkLst>
          <pc:docMk/>
          <pc:sldMk cId="1994915307" sldId="2749"/>
        </pc:sldMkLst>
      </pc:sldChg>
      <pc:sldChg chg="add">
        <pc:chgData name="Xin Luo" userId="82312ee5779919a4" providerId="LiveId" clId="{2D641F4E-4B97-FE4F-BED4-0E056FBEE78D}" dt="2024-04-06T03:14:46.877" v="18"/>
        <pc:sldMkLst>
          <pc:docMk/>
          <pc:sldMk cId="1715888320" sldId="2751"/>
        </pc:sldMkLst>
      </pc:sldChg>
      <pc:sldChg chg="addSp delSp modSp add mod ord">
        <pc:chgData name="Xin Luo" userId="82312ee5779919a4" providerId="LiveId" clId="{2D641F4E-4B97-FE4F-BED4-0E056FBEE78D}" dt="2024-04-06T05:25:33.631" v="27"/>
        <pc:sldMkLst>
          <pc:docMk/>
          <pc:sldMk cId="1128013676" sldId="2752"/>
        </pc:sldMkLst>
        <pc:picChg chg="add mod">
          <ac:chgData name="Xin Luo" userId="82312ee5779919a4" providerId="LiveId" clId="{2D641F4E-4B97-FE4F-BED4-0E056FBEE78D}" dt="2024-04-06T05:25:04.465" v="26" actId="962"/>
          <ac:picMkLst>
            <pc:docMk/>
            <pc:sldMk cId="1128013676" sldId="2752"/>
            <ac:picMk id="5" creationId="{9368162D-30D8-AEDE-1FB0-65FF53458102}"/>
          </ac:picMkLst>
        </pc:picChg>
        <pc:picChg chg="add mod">
          <ac:chgData name="Xin Luo" userId="82312ee5779919a4" providerId="LiveId" clId="{2D641F4E-4B97-FE4F-BED4-0E056FBEE78D}" dt="2024-04-06T05:25:33.631" v="27"/>
          <ac:picMkLst>
            <pc:docMk/>
            <pc:sldMk cId="1128013676" sldId="2752"/>
            <ac:picMk id="6" creationId="{879D028E-FCE9-6CFB-A2D1-023BE138E193}"/>
          </ac:picMkLst>
        </pc:picChg>
        <pc:picChg chg="del">
          <ac:chgData name="Xin Luo" userId="82312ee5779919a4" providerId="LiveId" clId="{2D641F4E-4B97-FE4F-BED4-0E056FBEE78D}" dt="2024-04-06T05:24:57.704" v="22" actId="478"/>
          <ac:picMkLst>
            <pc:docMk/>
            <pc:sldMk cId="1128013676" sldId="2752"/>
            <ac:picMk id="1026" creationId="{49818E55-CF60-98B8-4081-A70153E31B08}"/>
          </ac:picMkLst>
        </pc:picChg>
      </pc:sldChg>
      <pc:sldChg chg="addSp delSp modSp add mod">
        <pc:chgData name="Xin Luo" userId="82312ee5779919a4" providerId="LiveId" clId="{2D641F4E-4B97-FE4F-BED4-0E056FBEE78D}" dt="2024-04-06T05:25:55.489" v="37" actId="1076"/>
        <pc:sldMkLst>
          <pc:docMk/>
          <pc:sldMk cId="2065670701" sldId="2753"/>
        </pc:sldMkLst>
        <pc:picChg chg="del">
          <ac:chgData name="Xin Luo" userId="82312ee5779919a4" providerId="LiveId" clId="{2D641F4E-4B97-FE4F-BED4-0E056FBEE78D}" dt="2024-04-06T05:25:38.070" v="29" actId="478"/>
          <ac:picMkLst>
            <pc:docMk/>
            <pc:sldMk cId="2065670701" sldId="2753"/>
            <ac:picMk id="5" creationId="{9368162D-30D8-AEDE-1FB0-65FF53458102}"/>
          </ac:picMkLst>
        </pc:picChg>
        <pc:picChg chg="add mod">
          <ac:chgData name="Xin Luo" userId="82312ee5779919a4" providerId="LiveId" clId="{2D641F4E-4B97-FE4F-BED4-0E056FBEE78D}" dt="2024-04-06T05:25:55.489" v="37" actId="1076"/>
          <ac:picMkLst>
            <pc:docMk/>
            <pc:sldMk cId="2065670701" sldId="2753"/>
            <ac:picMk id="6" creationId="{272962C9-B186-402F-86E1-3898F6F376E5}"/>
          </ac:picMkLst>
        </pc:picChg>
      </pc:sldChg>
      <pc:sldChg chg="addSp delSp modSp add mod">
        <pc:chgData name="Xin Luo" userId="82312ee5779919a4" providerId="LiveId" clId="{2D641F4E-4B97-FE4F-BED4-0E056FBEE78D}" dt="2024-04-06T05:27:05.075" v="56" actId="1076"/>
        <pc:sldMkLst>
          <pc:docMk/>
          <pc:sldMk cId="3203813031" sldId="2754"/>
        </pc:sldMkLst>
        <pc:picChg chg="add mod">
          <ac:chgData name="Xin Luo" userId="82312ee5779919a4" providerId="LiveId" clId="{2D641F4E-4B97-FE4F-BED4-0E056FBEE78D}" dt="2024-04-06T05:27:05.075" v="56" actId="1076"/>
          <ac:picMkLst>
            <pc:docMk/>
            <pc:sldMk cId="3203813031" sldId="2754"/>
            <ac:picMk id="5" creationId="{B5E1D8C7-F03C-FFCC-DC9B-0A6844A2674F}"/>
          </ac:picMkLst>
        </pc:picChg>
        <pc:picChg chg="del">
          <ac:chgData name="Xin Luo" userId="82312ee5779919a4" providerId="LiveId" clId="{2D641F4E-4B97-FE4F-BED4-0E056FBEE78D}" dt="2024-04-06T05:25:59.145" v="39" actId="478"/>
          <ac:picMkLst>
            <pc:docMk/>
            <pc:sldMk cId="3203813031" sldId="2754"/>
            <ac:picMk id="6" creationId="{272962C9-B186-402F-86E1-3898F6F376E5}"/>
          </ac:picMkLst>
        </pc:picChg>
      </pc:sldChg>
      <pc:sldChg chg="addSp modSp add mod ord">
        <pc:chgData name="Xin Luo" userId="82312ee5779919a4" providerId="LiveId" clId="{2D641F4E-4B97-FE4F-BED4-0E056FBEE78D}" dt="2024-04-06T05:26:52.634" v="49" actId="20578"/>
        <pc:sldMkLst>
          <pc:docMk/>
          <pc:sldMk cId="2856540524" sldId="2755"/>
        </pc:sldMkLst>
        <pc:picChg chg="add mod">
          <ac:chgData name="Xin Luo" userId="82312ee5779919a4" providerId="LiveId" clId="{2D641F4E-4B97-FE4F-BED4-0E056FBEE78D}" dt="2024-04-06T05:26:45.297" v="48" actId="1076"/>
          <ac:picMkLst>
            <pc:docMk/>
            <pc:sldMk cId="2856540524" sldId="2755"/>
            <ac:picMk id="5" creationId="{2A2A106C-B1CE-6250-B7C1-174B20D25763}"/>
          </ac:picMkLst>
        </pc:picChg>
      </pc:sldChg>
      <pc:sldChg chg="add del">
        <pc:chgData name="Xin Luo" userId="82312ee5779919a4" providerId="LiveId" clId="{2D641F4E-4B97-FE4F-BED4-0E056FBEE78D}" dt="2024-04-06T05:26:33.062" v="41"/>
        <pc:sldMkLst>
          <pc:docMk/>
          <pc:sldMk cId="2980647506" sldId="2755"/>
        </pc:sldMkLst>
      </pc:sldChg>
      <pc:sldChg chg="addSp modSp add mod">
        <pc:chgData name="Xin Luo" userId="82312ee5779919a4" providerId="LiveId" clId="{2D641F4E-4B97-FE4F-BED4-0E056FBEE78D}" dt="2024-04-06T05:27:14.763" v="62" actId="1076"/>
        <pc:sldMkLst>
          <pc:docMk/>
          <pc:sldMk cId="423236720" sldId="2756"/>
        </pc:sldMkLst>
        <pc:picChg chg="add mod">
          <ac:chgData name="Xin Luo" userId="82312ee5779919a4" providerId="LiveId" clId="{2D641F4E-4B97-FE4F-BED4-0E056FBEE78D}" dt="2024-04-06T05:27:14.763" v="62" actId="1076"/>
          <ac:picMkLst>
            <pc:docMk/>
            <pc:sldMk cId="423236720" sldId="2756"/>
            <ac:picMk id="5" creationId="{FD5E76D4-40C8-F464-434E-3D7E672E7644}"/>
          </ac:picMkLst>
        </pc:picChg>
      </pc:sldChg>
      <pc:sldChg chg="del">
        <pc:chgData name="Xin Luo" userId="82312ee5779919a4" providerId="LiveId" clId="{2D641F4E-4B97-FE4F-BED4-0E056FBEE78D}" dt="2024-04-06T03:14:09.042" v="0" actId="2696"/>
        <pc:sldMkLst>
          <pc:docMk/>
          <pc:sldMk cId="2371836296" sldId="2756"/>
        </pc:sldMkLst>
      </pc:sldChg>
      <pc:sldChg chg="del">
        <pc:chgData name="Xin Luo" userId="82312ee5779919a4" providerId="LiveId" clId="{2D641F4E-4B97-FE4F-BED4-0E056FBEE78D}" dt="2024-04-06T03:14:09.044" v="1" actId="2696"/>
        <pc:sldMkLst>
          <pc:docMk/>
          <pc:sldMk cId="397779649" sldId="2757"/>
        </pc:sldMkLst>
      </pc:sldChg>
      <pc:sldChg chg="del">
        <pc:chgData name="Xin Luo" userId="82312ee5779919a4" providerId="LiveId" clId="{2D641F4E-4B97-FE4F-BED4-0E056FBEE78D}" dt="2024-04-06T03:14:14.334" v="3" actId="2696"/>
        <pc:sldMkLst>
          <pc:docMk/>
          <pc:sldMk cId="1878724924" sldId="2758"/>
        </pc:sldMkLst>
      </pc:sldChg>
    </pc:docChg>
  </pc:docChgLst>
  <pc:docChgLst>
    <pc:chgData name="Xin Luo" userId="82312ee5779919a4" providerId="LiveId" clId="{ABECCF1F-1CAA-3A42-9710-47D9CB1C5B21}"/>
    <pc:docChg chg="undo custSel addSld modSld sldOrd">
      <pc:chgData name="Xin Luo" userId="82312ee5779919a4" providerId="LiveId" clId="{ABECCF1F-1CAA-3A42-9710-47D9CB1C5B21}" dt="2023-08-21T09:31:16.266" v="879" actId="20577"/>
      <pc:docMkLst>
        <pc:docMk/>
      </pc:docMkLst>
      <pc:sldChg chg="modSp mod">
        <pc:chgData name="Xin Luo" userId="82312ee5779919a4" providerId="LiveId" clId="{ABECCF1F-1CAA-3A42-9710-47D9CB1C5B21}" dt="2023-08-21T02:55:15.471" v="67" actId="20577"/>
        <pc:sldMkLst>
          <pc:docMk/>
          <pc:sldMk cId="1576120367" sldId="2387"/>
        </pc:sldMkLst>
        <pc:spChg chg="mod">
          <ac:chgData name="Xin Luo" userId="82312ee5779919a4" providerId="LiveId" clId="{ABECCF1F-1CAA-3A42-9710-47D9CB1C5B21}" dt="2023-08-21T02:55:15.471" v="67" actId="20577"/>
          <ac:spMkLst>
            <pc:docMk/>
            <pc:sldMk cId="1576120367" sldId="2387"/>
            <ac:spMk id="12" creationId="{00000000-0000-0000-0000-000000000000}"/>
          </ac:spMkLst>
        </pc:spChg>
        <pc:spChg chg="mod">
          <ac:chgData name="Xin Luo" userId="82312ee5779919a4" providerId="LiveId" clId="{ABECCF1F-1CAA-3A42-9710-47D9CB1C5B21}" dt="2023-08-21T02:38:36.931" v="38" actId="20577"/>
          <ac:spMkLst>
            <pc:docMk/>
            <pc:sldMk cId="1576120367" sldId="2387"/>
            <ac:spMk id="14" creationId="{00000000-0000-0000-0000-000000000000}"/>
          </ac:spMkLst>
        </pc:spChg>
      </pc:sldChg>
      <pc:sldChg chg="modSp mod">
        <pc:chgData name="Xin Luo" userId="82312ee5779919a4" providerId="LiveId" clId="{ABECCF1F-1CAA-3A42-9710-47D9CB1C5B21}" dt="2023-08-21T03:50:02.826" v="70" actId="14100"/>
        <pc:sldMkLst>
          <pc:docMk/>
          <pc:sldMk cId="3833073590" sldId="2716"/>
        </pc:sldMkLst>
        <pc:spChg chg="mod">
          <ac:chgData name="Xin Luo" userId="82312ee5779919a4" providerId="LiveId" clId="{ABECCF1F-1CAA-3A42-9710-47D9CB1C5B21}" dt="2023-08-21T03:50:02.826" v="70" actId="14100"/>
          <ac:spMkLst>
            <pc:docMk/>
            <pc:sldMk cId="3833073590" sldId="2716"/>
            <ac:spMk id="6" creationId="{6741FEA2-C046-FD82-2800-2CB513792080}"/>
          </ac:spMkLst>
        </pc:spChg>
        <pc:picChg chg="mod">
          <ac:chgData name="Xin Luo" userId="82312ee5779919a4" providerId="LiveId" clId="{ABECCF1F-1CAA-3A42-9710-47D9CB1C5B21}" dt="2023-08-21T03:50:00.106" v="69" actId="1076"/>
          <ac:picMkLst>
            <pc:docMk/>
            <pc:sldMk cId="3833073590" sldId="2716"/>
            <ac:picMk id="1030" creationId="{C93DB76E-C02F-05AC-2014-674F7E808ADA}"/>
          </ac:picMkLst>
        </pc:picChg>
      </pc:sldChg>
      <pc:sldChg chg="addSp delSp modSp mod">
        <pc:chgData name="Xin Luo" userId="82312ee5779919a4" providerId="LiveId" clId="{ABECCF1F-1CAA-3A42-9710-47D9CB1C5B21}" dt="2023-08-21T03:52:56.239" v="118"/>
        <pc:sldMkLst>
          <pc:docMk/>
          <pc:sldMk cId="2776132283" sldId="2739"/>
        </pc:sldMkLst>
        <pc:spChg chg="add del mod">
          <ac:chgData name="Xin Luo" userId="82312ee5779919a4" providerId="LiveId" clId="{ABECCF1F-1CAA-3A42-9710-47D9CB1C5B21}" dt="2023-08-21T03:52:56.239" v="118"/>
          <ac:spMkLst>
            <pc:docMk/>
            <pc:sldMk cId="2776132283" sldId="2739"/>
            <ac:spMk id="4" creationId="{0411BEA9-35E9-6B80-5BDE-4EEB0EC8EBCB}"/>
          </ac:spMkLst>
        </pc:spChg>
        <pc:spChg chg="mod">
          <ac:chgData name="Xin Luo" userId="82312ee5779919a4" providerId="LiveId" clId="{ABECCF1F-1CAA-3A42-9710-47D9CB1C5B21}" dt="2023-08-21T03:50:50.271" v="115" actId="20577"/>
          <ac:spMkLst>
            <pc:docMk/>
            <pc:sldMk cId="2776132283" sldId="2739"/>
            <ac:spMk id="6" creationId="{6741FEA2-C046-FD82-2800-2CB513792080}"/>
          </ac:spMkLst>
        </pc:spChg>
      </pc:sldChg>
      <pc:sldChg chg="addSp modSp mod ord">
        <pc:chgData name="Xin Luo" userId="82312ee5779919a4" providerId="LiveId" clId="{ABECCF1F-1CAA-3A42-9710-47D9CB1C5B21}" dt="2023-08-21T07:26:51.742" v="177" actId="20578"/>
        <pc:sldMkLst>
          <pc:docMk/>
          <pc:sldMk cId="4194482579" sldId="2743"/>
        </pc:sldMkLst>
        <pc:spChg chg="mod">
          <ac:chgData name="Xin Luo" userId="82312ee5779919a4" providerId="LiveId" clId="{ABECCF1F-1CAA-3A42-9710-47D9CB1C5B21}" dt="2023-08-21T03:59:16.975" v="136" actId="1076"/>
          <ac:spMkLst>
            <pc:docMk/>
            <pc:sldMk cId="4194482579" sldId="2743"/>
            <ac:spMk id="6" creationId="{6741FEA2-C046-FD82-2800-2CB513792080}"/>
          </ac:spMkLst>
        </pc:spChg>
        <pc:picChg chg="add mod">
          <ac:chgData name="Xin Luo" userId="82312ee5779919a4" providerId="LiveId" clId="{ABECCF1F-1CAA-3A42-9710-47D9CB1C5B21}" dt="2023-08-21T04:10:13.653" v="140" actId="1076"/>
          <ac:picMkLst>
            <pc:docMk/>
            <pc:sldMk cId="4194482579" sldId="2743"/>
            <ac:picMk id="5" creationId="{9ADF8EDA-38B9-3779-D260-4F6A4E5D19BA}"/>
          </ac:picMkLst>
        </pc:picChg>
      </pc:sldChg>
      <pc:sldChg chg="addSp delSp modSp add mod">
        <pc:chgData name="Xin Luo" userId="82312ee5779919a4" providerId="LiveId" clId="{ABECCF1F-1CAA-3A42-9710-47D9CB1C5B21}" dt="2023-08-21T07:50:33.166" v="356" actId="20577"/>
        <pc:sldMkLst>
          <pc:docMk/>
          <pc:sldMk cId="738332523" sldId="2751"/>
        </pc:sldMkLst>
        <pc:spChg chg="mod">
          <ac:chgData name="Xin Luo" userId="82312ee5779919a4" providerId="LiveId" clId="{ABECCF1F-1CAA-3A42-9710-47D9CB1C5B21}" dt="2023-08-21T07:50:33.166" v="356" actId="20577"/>
          <ac:spMkLst>
            <pc:docMk/>
            <pc:sldMk cId="738332523" sldId="2751"/>
            <ac:spMk id="6" creationId="{6741FEA2-C046-FD82-2800-2CB513792080}"/>
          </ac:spMkLst>
        </pc:spChg>
        <pc:spChg chg="add mod">
          <ac:chgData name="Xin Luo" userId="82312ee5779919a4" providerId="LiveId" clId="{ABECCF1F-1CAA-3A42-9710-47D9CB1C5B21}" dt="2023-08-21T07:34:15.357" v="219" actId="1582"/>
          <ac:spMkLst>
            <pc:docMk/>
            <pc:sldMk cId="738332523" sldId="2751"/>
            <ac:spMk id="9" creationId="{7DC24FD0-4314-6A12-D955-592B771F546D}"/>
          </ac:spMkLst>
        </pc:spChg>
        <pc:spChg chg="add mod">
          <ac:chgData name="Xin Luo" userId="82312ee5779919a4" providerId="LiveId" clId="{ABECCF1F-1CAA-3A42-9710-47D9CB1C5B21}" dt="2023-08-21T07:34:15.357" v="219" actId="1582"/>
          <ac:spMkLst>
            <pc:docMk/>
            <pc:sldMk cId="738332523" sldId="2751"/>
            <ac:spMk id="10" creationId="{99C411EF-3CC5-A5C6-671F-2074FAC1B2AA}"/>
          </ac:spMkLst>
        </pc:spChg>
        <pc:picChg chg="del">
          <ac:chgData name="Xin Luo" userId="82312ee5779919a4" providerId="LiveId" clId="{ABECCF1F-1CAA-3A42-9710-47D9CB1C5B21}" dt="2023-08-21T04:10:31.596" v="142" actId="478"/>
          <ac:picMkLst>
            <pc:docMk/>
            <pc:sldMk cId="738332523" sldId="2751"/>
            <ac:picMk id="5" creationId="{9ADF8EDA-38B9-3779-D260-4F6A4E5D19BA}"/>
          </ac:picMkLst>
        </pc:picChg>
        <pc:picChg chg="add mod">
          <ac:chgData name="Xin Luo" userId="82312ee5779919a4" providerId="LiveId" clId="{ABECCF1F-1CAA-3A42-9710-47D9CB1C5B21}" dt="2023-08-21T07:32:54.017" v="202" actId="14100"/>
          <ac:picMkLst>
            <pc:docMk/>
            <pc:sldMk cId="738332523" sldId="2751"/>
            <ac:picMk id="5" creationId="{BE72E01E-2598-0120-36F4-36F0A128ED69}"/>
          </ac:picMkLst>
        </pc:picChg>
        <pc:picChg chg="add mod">
          <ac:chgData name="Xin Luo" userId="82312ee5779919a4" providerId="LiveId" clId="{ABECCF1F-1CAA-3A42-9710-47D9CB1C5B21}" dt="2023-08-21T07:32:58.176" v="211" actId="1037"/>
          <ac:picMkLst>
            <pc:docMk/>
            <pc:sldMk cId="738332523" sldId="2751"/>
            <ac:picMk id="8" creationId="{BE0108F0-EC07-C1EA-3126-BA6F63A1A7B8}"/>
          </ac:picMkLst>
        </pc:picChg>
      </pc:sldChg>
      <pc:sldChg chg="addSp delSp modSp add mod">
        <pc:chgData name="Xin Luo" userId="82312ee5779919a4" providerId="LiveId" clId="{ABECCF1F-1CAA-3A42-9710-47D9CB1C5B21}" dt="2023-08-21T07:50:29.891" v="352" actId="20577"/>
        <pc:sldMkLst>
          <pc:docMk/>
          <pc:sldMk cId="3189639985" sldId="2752"/>
        </pc:sldMkLst>
        <pc:spChg chg="mod">
          <ac:chgData name="Xin Luo" userId="82312ee5779919a4" providerId="LiveId" clId="{ABECCF1F-1CAA-3A42-9710-47D9CB1C5B21}" dt="2023-08-21T07:50:29.891" v="352" actId="20577"/>
          <ac:spMkLst>
            <pc:docMk/>
            <pc:sldMk cId="3189639985" sldId="2752"/>
            <ac:spMk id="6" creationId="{6741FEA2-C046-FD82-2800-2CB513792080}"/>
          </ac:spMkLst>
        </pc:spChg>
        <pc:spChg chg="del">
          <ac:chgData name="Xin Luo" userId="82312ee5779919a4" providerId="LiveId" clId="{ABECCF1F-1CAA-3A42-9710-47D9CB1C5B21}" dt="2023-08-21T07:35:06.445" v="254" actId="478"/>
          <ac:spMkLst>
            <pc:docMk/>
            <pc:sldMk cId="3189639985" sldId="2752"/>
            <ac:spMk id="9" creationId="{7DC24FD0-4314-6A12-D955-592B771F546D}"/>
          </ac:spMkLst>
        </pc:spChg>
        <pc:spChg chg="del">
          <ac:chgData name="Xin Luo" userId="82312ee5779919a4" providerId="LiveId" clId="{ABECCF1F-1CAA-3A42-9710-47D9CB1C5B21}" dt="2023-08-21T07:35:05.287" v="253" actId="478"/>
          <ac:spMkLst>
            <pc:docMk/>
            <pc:sldMk cId="3189639985" sldId="2752"/>
            <ac:spMk id="10" creationId="{99C411EF-3CC5-A5C6-671F-2074FAC1B2AA}"/>
          </ac:spMkLst>
        </pc:spChg>
        <pc:spChg chg="add mod">
          <ac:chgData name="Xin Luo" userId="82312ee5779919a4" providerId="LiveId" clId="{ABECCF1F-1CAA-3A42-9710-47D9CB1C5B21}" dt="2023-08-21T07:40:48.338" v="306" actId="1036"/>
          <ac:spMkLst>
            <pc:docMk/>
            <pc:sldMk cId="3189639985" sldId="2752"/>
            <ac:spMk id="11" creationId="{C402EBD9-8BC8-2A75-1218-C7F537BD4F74}"/>
          </ac:spMkLst>
        </pc:spChg>
        <pc:picChg chg="del">
          <ac:chgData name="Xin Luo" userId="82312ee5779919a4" providerId="LiveId" clId="{ABECCF1F-1CAA-3A42-9710-47D9CB1C5B21}" dt="2023-08-21T07:35:02.911" v="251" actId="478"/>
          <ac:picMkLst>
            <pc:docMk/>
            <pc:sldMk cId="3189639985" sldId="2752"/>
            <ac:picMk id="5" creationId="{BE72E01E-2598-0120-36F4-36F0A128ED69}"/>
          </ac:picMkLst>
        </pc:picChg>
        <pc:picChg chg="add mod">
          <ac:chgData name="Xin Luo" userId="82312ee5779919a4" providerId="LiveId" clId="{ABECCF1F-1CAA-3A42-9710-47D9CB1C5B21}" dt="2023-08-21T07:39:33.543" v="260" actId="1076"/>
          <ac:picMkLst>
            <pc:docMk/>
            <pc:sldMk cId="3189639985" sldId="2752"/>
            <ac:picMk id="7" creationId="{24022410-0AAA-D584-D160-5FF352C689F2}"/>
          </ac:picMkLst>
        </pc:picChg>
        <pc:picChg chg="del">
          <ac:chgData name="Xin Luo" userId="82312ee5779919a4" providerId="LiveId" clId="{ABECCF1F-1CAA-3A42-9710-47D9CB1C5B21}" dt="2023-08-21T07:35:04.316" v="252" actId="478"/>
          <ac:picMkLst>
            <pc:docMk/>
            <pc:sldMk cId="3189639985" sldId="2752"/>
            <ac:picMk id="8" creationId="{BE0108F0-EC07-C1EA-3126-BA6F63A1A7B8}"/>
          </ac:picMkLst>
        </pc:picChg>
      </pc:sldChg>
      <pc:sldChg chg="addSp delSp modSp add mod">
        <pc:chgData name="Xin Luo" userId="82312ee5779919a4" providerId="LiveId" clId="{ABECCF1F-1CAA-3A42-9710-47D9CB1C5B21}" dt="2023-08-21T08:59:24.857" v="602" actId="478"/>
        <pc:sldMkLst>
          <pc:docMk/>
          <pc:sldMk cId="2878944048" sldId="2753"/>
        </pc:sldMkLst>
        <pc:spChg chg="add mod">
          <ac:chgData name="Xin Luo" userId="82312ee5779919a4" providerId="LiveId" clId="{ABECCF1F-1CAA-3A42-9710-47D9CB1C5B21}" dt="2023-08-21T08:50:36.994" v="558" actId="1035"/>
          <ac:spMkLst>
            <pc:docMk/>
            <pc:sldMk cId="2878944048" sldId="2753"/>
            <ac:spMk id="4" creationId="{7C941D71-E279-B2E7-21F9-0FFA72E7FAD1}"/>
          </ac:spMkLst>
        </pc:spChg>
        <pc:spChg chg="add mod">
          <ac:chgData name="Xin Luo" userId="82312ee5779919a4" providerId="LiveId" clId="{ABECCF1F-1CAA-3A42-9710-47D9CB1C5B21}" dt="2023-08-21T08:57:49.557" v="576" actId="20577"/>
          <ac:spMkLst>
            <pc:docMk/>
            <pc:sldMk cId="2878944048" sldId="2753"/>
            <ac:spMk id="5" creationId="{94F1BB64-6BD2-B2BF-B804-61A5AE170068}"/>
          </ac:spMkLst>
        </pc:spChg>
        <pc:spChg chg="mod">
          <ac:chgData name="Xin Luo" userId="82312ee5779919a4" providerId="LiveId" clId="{ABECCF1F-1CAA-3A42-9710-47D9CB1C5B21}" dt="2023-08-21T07:50:17.070" v="348" actId="20577"/>
          <ac:spMkLst>
            <pc:docMk/>
            <pc:sldMk cId="2878944048" sldId="2753"/>
            <ac:spMk id="6" creationId="{6741FEA2-C046-FD82-2800-2CB513792080}"/>
          </ac:spMkLst>
        </pc:spChg>
        <pc:spChg chg="add del mod">
          <ac:chgData name="Xin Luo" userId="82312ee5779919a4" providerId="LiveId" clId="{ABECCF1F-1CAA-3A42-9710-47D9CB1C5B21}" dt="2023-08-21T08:59:24.857" v="602" actId="478"/>
          <ac:spMkLst>
            <pc:docMk/>
            <pc:sldMk cId="2878944048" sldId="2753"/>
            <ac:spMk id="8" creationId="{A2337412-D749-2149-F722-E14B45A47143}"/>
          </ac:spMkLst>
        </pc:spChg>
        <pc:spChg chg="add del mod">
          <ac:chgData name="Xin Luo" userId="82312ee5779919a4" providerId="LiveId" clId="{ABECCF1F-1CAA-3A42-9710-47D9CB1C5B21}" dt="2023-08-21T08:59:23.825" v="601" actId="478"/>
          <ac:spMkLst>
            <pc:docMk/>
            <pc:sldMk cId="2878944048" sldId="2753"/>
            <ac:spMk id="10" creationId="{5FE06F54-CFCF-1F7B-8703-FF45449C4348}"/>
          </ac:spMkLst>
        </pc:spChg>
        <pc:spChg chg="mod">
          <ac:chgData name="Xin Luo" userId="82312ee5779919a4" providerId="LiveId" clId="{ABECCF1F-1CAA-3A42-9710-47D9CB1C5B21}" dt="2023-08-21T08:23:18.853" v="465" actId="1076"/>
          <ac:spMkLst>
            <pc:docMk/>
            <pc:sldMk cId="2878944048" sldId="2753"/>
            <ac:spMk id="11" creationId="{C402EBD9-8BC8-2A75-1218-C7F537BD4F74}"/>
          </ac:spMkLst>
        </pc:spChg>
        <pc:picChg chg="del">
          <ac:chgData name="Xin Luo" userId="82312ee5779919a4" providerId="LiveId" clId="{ABECCF1F-1CAA-3A42-9710-47D9CB1C5B21}" dt="2023-08-21T08:21:53.593" v="357" actId="478"/>
          <ac:picMkLst>
            <pc:docMk/>
            <pc:sldMk cId="2878944048" sldId="2753"/>
            <ac:picMk id="7" creationId="{24022410-0AAA-D584-D160-5FF352C689F2}"/>
          </ac:picMkLst>
        </pc:picChg>
      </pc:sldChg>
      <pc:sldChg chg="addSp delSp modSp add mod">
        <pc:chgData name="Xin Luo" userId="82312ee5779919a4" providerId="LiveId" clId="{ABECCF1F-1CAA-3A42-9710-47D9CB1C5B21}" dt="2023-08-21T09:09:03.859" v="781" actId="14100"/>
        <pc:sldMkLst>
          <pc:docMk/>
          <pc:sldMk cId="2927474256" sldId="2754"/>
        </pc:sldMkLst>
        <pc:spChg chg="del">
          <ac:chgData name="Xin Luo" userId="82312ee5779919a4" providerId="LiveId" clId="{ABECCF1F-1CAA-3A42-9710-47D9CB1C5B21}" dt="2023-08-21T08:59:29.253" v="603" actId="478"/>
          <ac:spMkLst>
            <pc:docMk/>
            <pc:sldMk cId="2927474256" sldId="2754"/>
            <ac:spMk id="4" creationId="{7C941D71-E279-B2E7-21F9-0FFA72E7FAD1}"/>
          </ac:spMkLst>
        </pc:spChg>
        <pc:spChg chg="del">
          <ac:chgData name="Xin Luo" userId="82312ee5779919a4" providerId="LiveId" clId="{ABECCF1F-1CAA-3A42-9710-47D9CB1C5B21}" dt="2023-08-21T08:59:29.253" v="603" actId="478"/>
          <ac:spMkLst>
            <pc:docMk/>
            <pc:sldMk cId="2927474256" sldId="2754"/>
            <ac:spMk id="5" creationId="{94F1BB64-6BD2-B2BF-B804-61A5AE170068}"/>
          </ac:spMkLst>
        </pc:spChg>
        <pc:spChg chg="del">
          <ac:chgData name="Xin Luo" userId="82312ee5779919a4" providerId="LiveId" clId="{ABECCF1F-1CAA-3A42-9710-47D9CB1C5B21}" dt="2023-08-21T08:59:29.253" v="603" actId="478"/>
          <ac:spMkLst>
            <pc:docMk/>
            <pc:sldMk cId="2927474256" sldId="2754"/>
            <ac:spMk id="6" creationId="{6741FEA2-C046-FD82-2800-2CB513792080}"/>
          </ac:spMkLst>
        </pc:spChg>
        <pc:spChg chg="mod">
          <ac:chgData name="Xin Luo" userId="82312ee5779919a4" providerId="LiveId" clId="{ABECCF1F-1CAA-3A42-9710-47D9CB1C5B21}" dt="2023-08-21T09:08:39.577" v="757" actId="1035"/>
          <ac:spMkLst>
            <pc:docMk/>
            <pc:sldMk cId="2927474256" sldId="2754"/>
            <ac:spMk id="8" creationId="{A2337412-D749-2149-F722-E14B45A47143}"/>
          </ac:spMkLst>
        </pc:spChg>
        <pc:spChg chg="mod">
          <ac:chgData name="Xin Luo" userId="82312ee5779919a4" providerId="LiveId" clId="{ABECCF1F-1CAA-3A42-9710-47D9CB1C5B21}" dt="2023-08-21T09:08:39.577" v="757" actId="1035"/>
          <ac:spMkLst>
            <pc:docMk/>
            <pc:sldMk cId="2927474256" sldId="2754"/>
            <ac:spMk id="10" creationId="{5FE06F54-CFCF-1F7B-8703-FF45449C4348}"/>
          </ac:spMkLst>
        </pc:spChg>
        <pc:spChg chg="del">
          <ac:chgData name="Xin Luo" userId="82312ee5779919a4" providerId="LiveId" clId="{ABECCF1F-1CAA-3A42-9710-47D9CB1C5B21}" dt="2023-08-21T08:59:29.253" v="603" actId="478"/>
          <ac:spMkLst>
            <pc:docMk/>
            <pc:sldMk cId="2927474256" sldId="2754"/>
            <ac:spMk id="11" creationId="{C402EBD9-8BC8-2A75-1218-C7F537BD4F74}"/>
          </ac:spMkLst>
        </pc:spChg>
        <pc:spChg chg="add mod">
          <ac:chgData name="Xin Luo" userId="82312ee5779919a4" providerId="LiveId" clId="{ABECCF1F-1CAA-3A42-9710-47D9CB1C5B21}" dt="2023-08-21T09:08:39.577" v="757" actId="1035"/>
          <ac:spMkLst>
            <pc:docMk/>
            <pc:sldMk cId="2927474256" sldId="2754"/>
            <ac:spMk id="16" creationId="{2EA13607-3EE9-0EBE-2310-AB66CADD8400}"/>
          </ac:spMkLst>
        </pc:spChg>
        <pc:spChg chg="add mod">
          <ac:chgData name="Xin Luo" userId="82312ee5779919a4" providerId="LiveId" clId="{ABECCF1F-1CAA-3A42-9710-47D9CB1C5B21}" dt="2023-08-21T09:08:39.577" v="757" actId="1035"/>
          <ac:spMkLst>
            <pc:docMk/>
            <pc:sldMk cId="2927474256" sldId="2754"/>
            <ac:spMk id="17" creationId="{8CFF8A22-C033-47DF-8707-CA76F142CBBA}"/>
          </ac:spMkLst>
        </pc:spChg>
        <pc:spChg chg="add mod">
          <ac:chgData name="Xin Luo" userId="82312ee5779919a4" providerId="LiveId" clId="{ABECCF1F-1CAA-3A42-9710-47D9CB1C5B21}" dt="2023-08-21T09:09:03.859" v="781" actId="14100"/>
          <ac:spMkLst>
            <pc:docMk/>
            <pc:sldMk cId="2927474256" sldId="2754"/>
            <ac:spMk id="19" creationId="{F1F8BC3A-2851-66F8-445F-CC5C10AB9E4F}"/>
          </ac:spMkLst>
        </pc:spChg>
        <pc:grpChg chg="add mod">
          <ac:chgData name="Xin Luo" userId="82312ee5779919a4" providerId="LiveId" clId="{ABECCF1F-1CAA-3A42-9710-47D9CB1C5B21}" dt="2023-08-21T09:08:55.770" v="774" actId="1036"/>
          <ac:grpSpMkLst>
            <pc:docMk/>
            <pc:sldMk cId="2927474256" sldId="2754"/>
            <ac:grpSpMk id="20" creationId="{8AA7B3E2-1D42-96C9-43F0-1F320D3EFD63}"/>
          </ac:grpSpMkLst>
        </pc:grpChg>
        <pc:picChg chg="add mod modCrop">
          <ac:chgData name="Xin Luo" userId="82312ee5779919a4" providerId="LiveId" clId="{ABECCF1F-1CAA-3A42-9710-47D9CB1C5B21}" dt="2023-08-21T09:08:55.770" v="774" actId="1036"/>
          <ac:picMkLst>
            <pc:docMk/>
            <pc:sldMk cId="2927474256" sldId="2754"/>
            <ac:picMk id="9" creationId="{0CF46726-2B51-43A4-FDEF-A6131C46F05F}"/>
          </ac:picMkLst>
        </pc:picChg>
        <pc:picChg chg="add del mod">
          <ac:chgData name="Xin Luo" userId="82312ee5779919a4" providerId="LiveId" clId="{ABECCF1F-1CAA-3A42-9710-47D9CB1C5B21}" dt="2023-08-21T09:04:37.137" v="680" actId="478"/>
          <ac:picMkLst>
            <pc:docMk/>
            <pc:sldMk cId="2927474256" sldId="2754"/>
            <ac:picMk id="13" creationId="{2C310207-BBE2-954A-9122-8957AF07383A}"/>
          </ac:picMkLst>
        </pc:picChg>
        <pc:picChg chg="add mod modCrop">
          <ac:chgData name="Xin Luo" userId="82312ee5779919a4" providerId="LiveId" clId="{ABECCF1F-1CAA-3A42-9710-47D9CB1C5B21}" dt="2023-08-21T09:08:39.577" v="757" actId="1035"/>
          <ac:picMkLst>
            <pc:docMk/>
            <pc:sldMk cId="2927474256" sldId="2754"/>
            <ac:picMk id="15" creationId="{639D3A36-F4F5-4F0C-7519-97D401E3DE91}"/>
          </ac:picMkLst>
        </pc:picChg>
      </pc:sldChg>
      <pc:sldChg chg="delSp modSp add mod">
        <pc:chgData name="Xin Luo" userId="82312ee5779919a4" providerId="LiveId" clId="{ABECCF1F-1CAA-3A42-9710-47D9CB1C5B21}" dt="2023-08-21T09:31:16.266" v="879" actId="20577"/>
        <pc:sldMkLst>
          <pc:docMk/>
          <pc:sldMk cId="3593416967" sldId="2755"/>
        </pc:sldMkLst>
        <pc:spChg chg="mod">
          <ac:chgData name="Xin Luo" userId="82312ee5779919a4" providerId="LiveId" clId="{ABECCF1F-1CAA-3A42-9710-47D9CB1C5B21}" dt="2023-08-21T09:31:03.242" v="873" actId="20577"/>
          <ac:spMkLst>
            <pc:docMk/>
            <pc:sldMk cId="3593416967" sldId="2755"/>
            <ac:spMk id="8" creationId="{A2337412-D749-2149-F722-E14B45A47143}"/>
          </ac:spMkLst>
        </pc:spChg>
        <pc:spChg chg="mod">
          <ac:chgData name="Xin Luo" userId="82312ee5779919a4" providerId="LiveId" clId="{ABECCF1F-1CAA-3A42-9710-47D9CB1C5B21}" dt="2023-08-21T09:31:16.266" v="879" actId="20577"/>
          <ac:spMkLst>
            <pc:docMk/>
            <pc:sldMk cId="3593416967" sldId="2755"/>
            <ac:spMk id="10" creationId="{5FE06F54-CFCF-1F7B-8703-FF45449C4348}"/>
          </ac:spMkLst>
        </pc:spChg>
        <pc:grpChg chg="del">
          <ac:chgData name="Xin Luo" userId="82312ee5779919a4" providerId="LiveId" clId="{ABECCF1F-1CAA-3A42-9710-47D9CB1C5B21}" dt="2023-08-21T09:31:06.835" v="875" actId="478"/>
          <ac:grpSpMkLst>
            <pc:docMk/>
            <pc:sldMk cId="3593416967" sldId="2755"/>
            <ac:grpSpMk id="20" creationId="{8AA7B3E2-1D42-96C9-43F0-1F320D3EFD63}"/>
          </ac:grpSpMkLst>
        </pc:grpChg>
        <pc:picChg chg="del">
          <ac:chgData name="Xin Luo" userId="82312ee5779919a4" providerId="LiveId" clId="{ABECCF1F-1CAA-3A42-9710-47D9CB1C5B21}" dt="2023-08-21T09:31:06.186" v="874" actId="478"/>
          <ac:picMkLst>
            <pc:docMk/>
            <pc:sldMk cId="3593416967" sldId="2755"/>
            <ac:picMk id="9" creationId="{0CF46726-2B51-43A4-FDEF-A6131C46F05F}"/>
          </ac:picMkLst>
        </pc:picChg>
      </pc:sldChg>
    </pc:docChg>
  </pc:docChgLst>
  <pc:docChgLst>
    <pc:chgData name="Xin Luo" userId="82312ee5779919a4" providerId="LiveId" clId="{9DD00C57-1E20-5F45-A5A7-A6F833EE305E}"/>
    <pc:docChg chg="custSel delSld modSld">
      <pc:chgData name="Xin Luo" userId="82312ee5779919a4" providerId="LiveId" clId="{9DD00C57-1E20-5F45-A5A7-A6F833EE305E}" dt="2024-04-05T07:56:38.877" v="69" actId="2696"/>
      <pc:docMkLst>
        <pc:docMk/>
      </pc:docMkLst>
      <pc:sldChg chg="del">
        <pc:chgData name="Xin Luo" userId="82312ee5779919a4" providerId="LiveId" clId="{9DD00C57-1E20-5F45-A5A7-A6F833EE305E}" dt="2024-04-05T07:51:34.265" v="18" actId="2696"/>
        <pc:sldMkLst>
          <pc:docMk/>
          <pc:sldMk cId="4067577602" sldId="2605"/>
        </pc:sldMkLst>
      </pc:sldChg>
      <pc:sldChg chg="modSp mod">
        <pc:chgData name="Xin Luo" userId="82312ee5779919a4" providerId="LiveId" clId="{9DD00C57-1E20-5F45-A5A7-A6F833EE305E}" dt="2024-04-05T07:42:36.104" v="17" actId="5793"/>
        <pc:sldMkLst>
          <pc:docMk/>
          <pc:sldMk cId="1658607177" sldId="2708"/>
        </pc:sldMkLst>
        <pc:spChg chg="mod">
          <ac:chgData name="Xin Luo" userId="82312ee5779919a4" providerId="LiveId" clId="{9DD00C57-1E20-5F45-A5A7-A6F833EE305E}" dt="2024-04-05T07:42:36.104" v="17" actId="5793"/>
          <ac:spMkLst>
            <pc:docMk/>
            <pc:sldMk cId="1658607177" sldId="2708"/>
            <ac:spMk id="24" creationId="{00000000-0000-0000-0000-000000000000}"/>
          </ac:spMkLst>
        </pc:spChg>
      </pc:sldChg>
      <pc:sldChg chg="modSp mod">
        <pc:chgData name="Xin Luo" userId="82312ee5779919a4" providerId="LiveId" clId="{9DD00C57-1E20-5F45-A5A7-A6F833EE305E}" dt="2024-04-05T07:52:08.536" v="62" actId="20577"/>
        <pc:sldMkLst>
          <pc:docMk/>
          <pc:sldMk cId="481122590" sldId="2709"/>
        </pc:sldMkLst>
        <pc:spChg chg="mod">
          <ac:chgData name="Xin Luo" userId="82312ee5779919a4" providerId="LiveId" clId="{9DD00C57-1E20-5F45-A5A7-A6F833EE305E}" dt="2024-04-05T07:52:08.536" v="62" actId="20577"/>
          <ac:spMkLst>
            <pc:docMk/>
            <pc:sldMk cId="481122590" sldId="2709"/>
            <ac:spMk id="7" creationId="{00000000-0000-0000-0000-000000000000}"/>
          </ac:spMkLst>
        </pc:spChg>
      </pc:sldChg>
      <pc:sldChg chg="del">
        <pc:chgData name="Xin Luo" userId="82312ee5779919a4" providerId="LiveId" clId="{9DD00C57-1E20-5F45-A5A7-A6F833EE305E}" dt="2024-04-05T07:51:35.106" v="19" actId="2696"/>
        <pc:sldMkLst>
          <pc:docMk/>
          <pc:sldMk cId="655142816" sldId="2737"/>
        </pc:sldMkLst>
      </pc:sldChg>
      <pc:sldChg chg="del">
        <pc:chgData name="Xin Luo" userId="82312ee5779919a4" providerId="LiveId" clId="{9DD00C57-1E20-5F45-A5A7-A6F833EE305E}" dt="2024-04-05T07:56:34.386" v="63" actId="2696"/>
        <pc:sldMkLst>
          <pc:docMk/>
          <pc:sldMk cId="4156684215" sldId="2738"/>
        </pc:sldMkLst>
      </pc:sldChg>
      <pc:sldChg chg="del">
        <pc:chgData name="Xin Luo" userId="82312ee5779919a4" providerId="LiveId" clId="{9DD00C57-1E20-5F45-A5A7-A6F833EE305E}" dt="2024-04-05T07:56:38.877" v="69" actId="2696"/>
        <pc:sldMkLst>
          <pc:docMk/>
          <pc:sldMk cId="2776132283" sldId="2739"/>
        </pc:sldMkLst>
      </pc:sldChg>
      <pc:sldChg chg="del">
        <pc:chgData name="Xin Luo" userId="82312ee5779919a4" providerId="LiveId" clId="{9DD00C57-1E20-5F45-A5A7-A6F833EE305E}" dt="2024-04-05T07:51:37.161" v="20" actId="2696"/>
        <pc:sldMkLst>
          <pc:docMk/>
          <pc:sldMk cId="3151170836" sldId="2742"/>
        </pc:sldMkLst>
      </pc:sldChg>
      <pc:sldChg chg="del">
        <pc:chgData name="Xin Luo" userId="82312ee5779919a4" providerId="LiveId" clId="{9DD00C57-1E20-5F45-A5A7-A6F833EE305E}" dt="2024-04-05T07:56:34.962" v="64" actId="2696"/>
        <pc:sldMkLst>
          <pc:docMk/>
          <pc:sldMk cId="738332523" sldId="2751"/>
        </pc:sldMkLst>
      </pc:sldChg>
      <pc:sldChg chg="del">
        <pc:chgData name="Xin Luo" userId="82312ee5779919a4" providerId="LiveId" clId="{9DD00C57-1E20-5F45-A5A7-A6F833EE305E}" dt="2024-04-05T07:56:35.443" v="65" actId="2696"/>
        <pc:sldMkLst>
          <pc:docMk/>
          <pc:sldMk cId="3189639985" sldId="2752"/>
        </pc:sldMkLst>
      </pc:sldChg>
      <pc:sldChg chg="del">
        <pc:chgData name="Xin Luo" userId="82312ee5779919a4" providerId="LiveId" clId="{9DD00C57-1E20-5F45-A5A7-A6F833EE305E}" dt="2024-04-05T07:56:35.917" v="66" actId="2696"/>
        <pc:sldMkLst>
          <pc:docMk/>
          <pc:sldMk cId="2878944048" sldId="2753"/>
        </pc:sldMkLst>
      </pc:sldChg>
      <pc:sldChg chg="del">
        <pc:chgData name="Xin Luo" userId="82312ee5779919a4" providerId="LiveId" clId="{9DD00C57-1E20-5F45-A5A7-A6F833EE305E}" dt="2024-04-05T07:56:36.696" v="67" actId="2696"/>
        <pc:sldMkLst>
          <pc:docMk/>
          <pc:sldMk cId="2927474256" sldId="2754"/>
        </pc:sldMkLst>
      </pc:sldChg>
      <pc:sldChg chg="del">
        <pc:chgData name="Xin Luo" userId="82312ee5779919a4" providerId="LiveId" clId="{9DD00C57-1E20-5F45-A5A7-A6F833EE305E}" dt="2024-04-05T07:56:37.562" v="68" actId="2696"/>
        <pc:sldMkLst>
          <pc:docMk/>
          <pc:sldMk cId="3593416967" sldId="2755"/>
        </pc:sldMkLst>
      </pc:sldChg>
    </pc:docChg>
  </pc:docChgLst>
  <pc:docChgLst>
    <pc:chgData name="Xin Luo" userId="82312ee5779919a4" providerId="LiveId" clId="{D28526AD-BB72-0B4E-9638-04907E1F3622}"/>
    <pc:docChg chg="delSld modSld">
      <pc:chgData name="Xin Luo" userId="82312ee5779919a4" providerId="LiveId" clId="{D28526AD-BB72-0B4E-9638-04907E1F3622}" dt="2023-09-18T01:27:13.837" v="116" actId="2696"/>
      <pc:docMkLst>
        <pc:docMk/>
      </pc:docMkLst>
      <pc:sldChg chg="modSp mod">
        <pc:chgData name="Xin Luo" userId="82312ee5779919a4" providerId="LiveId" clId="{D28526AD-BB72-0B4E-9638-04907E1F3622}" dt="2023-09-18T01:27:09.604" v="115" actId="255"/>
        <pc:sldMkLst>
          <pc:docMk/>
          <pc:sldMk cId="1209572041" sldId="2722"/>
        </pc:sldMkLst>
        <pc:spChg chg="mod">
          <ac:chgData name="Xin Luo" userId="82312ee5779919a4" providerId="LiveId" clId="{D28526AD-BB72-0B4E-9638-04907E1F3622}" dt="2023-09-18T01:27:09.604" v="115" actId="255"/>
          <ac:spMkLst>
            <pc:docMk/>
            <pc:sldMk cId="1209572041" sldId="2722"/>
            <ac:spMk id="13" creationId="{303BC878-BC57-D350-27A3-F03AE48213AC}"/>
          </ac:spMkLst>
        </pc:spChg>
      </pc:sldChg>
      <pc:sldChg chg="del">
        <pc:chgData name="Xin Luo" userId="82312ee5779919a4" providerId="LiveId" clId="{D28526AD-BB72-0B4E-9638-04907E1F3622}" dt="2023-09-18T01:27:13.837" v="116" actId="2696"/>
        <pc:sldMkLst>
          <pc:docMk/>
          <pc:sldMk cId="2476237792" sldId="2741"/>
        </pc:sldMkLst>
      </pc:sldChg>
    </pc:docChg>
  </pc:docChgLst>
  <pc:docChgLst>
    <pc:chgData name="Xin Luo" userId="82312ee5779919a4" providerId="LiveId" clId="{5B883BEA-79A8-CC44-B886-D5D583546881}"/>
    <pc:docChg chg="undo custSel addSld delSld modSld sldOrd modNotesMaster">
      <pc:chgData name="Xin Luo" userId="82312ee5779919a4" providerId="LiveId" clId="{5B883BEA-79A8-CC44-B886-D5D583546881}" dt="2024-04-29T02:13:51.025" v="1894"/>
      <pc:docMkLst>
        <pc:docMk/>
      </pc:docMkLst>
      <pc:sldChg chg="modSp mod">
        <pc:chgData name="Xin Luo" userId="82312ee5779919a4" providerId="LiveId" clId="{5B883BEA-79A8-CC44-B886-D5D583546881}" dt="2024-04-27T11:29:39.398" v="355" actId="20577"/>
        <pc:sldMkLst>
          <pc:docMk/>
          <pc:sldMk cId="1576120367" sldId="2387"/>
        </pc:sldMkLst>
        <pc:spChg chg="mod">
          <ac:chgData name="Xin Luo" userId="82312ee5779919a4" providerId="LiveId" clId="{5B883BEA-79A8-CC44-B886-D5D583546881}" dt="2024-04-27T11:29:39.398" v="355" actId="20577"/>
          <ac:spMkLst>
            <pc:docMk/>
            <pc:sldMk cId="1576120367" sldId="2387"/>
            <ac:spMk id="5" creationId="{494DAA55-5621-28DB-D255-E0EBB6C6477B}"/>
          </ac:spMkLst>
        </pc:spChg>
      </pc:sldChg>
      <pc:sldChg chg="modSp mod">
        <pc:chgData name="Xin Luo" userId="82312ee5779919a4" providerId="LiveId" clId="{5B883BEA-79A8-CC44-B886-D5D583546881}" dt="2024-04-28T01:38:33.282" v="398" actId="20577"/>
        <pc:sldMkLst>
          <pc:docMk/>
          <pc:sldMk cId="2415901206" sldId="2447"/>
        </pc:sldMkLst>
        <pc:spChg chg="mod">
          <ac:chgData name="Xin Luo" userId="82312ee5779919a4" providerId="LiveId" clId="{5B883BEA-79A8-CC44-B886-D5D583546881}" dt="2024-04-28T01:38:33.282" v="398" actId="20577"/>
          <ac:spMkLst>
            <pc:docMk/>
            <pc:sldMk cId="2415901206" sldId="2447"/>
            <ac:spMk id="7" creationId="{00000000-0000-0000-0000-000000000000}"/>
          </ac:spMkLst>
        </pc:spChg>
      </pc:sldChg>
      <pc:sldChg chg="modNotes">
        <pc:chgData name="Xin Luo" userId="82312ee5779919a4" providerId="LiveId" clId="{5B883BEA-79A8-CC44-B886-D5D583546881}" dt="2024-04-29T02:09:06.605" v="1601" actId="947"/>
        <pc:sldMkLst>
          <pc:docMk/>
          <pc:sldMk cId="1658607177" sldId="2708"/>
        </pc:sldMkLst>
      </pc:sldChg>
      <pc:sldChg chg="modSp mod">
        <pc:chgData name="Xin Luo" userId="82312ee5779919a4" providerId="LiveId" clId="{5B883BEA-79A8-CC44-B886-D5D583546881}" dt="2024-04-29T02:13:51.025" v="1894"/>
        <pc:sldMkLst>
          <pc:docMk/>
          <pc:sldMk cId="1209572041" sldId="2722"/>
        </pc:sldMkLst>
        <pc:spChg chg="mod">
          <ac:chgData name="Xin Luo" userId="82312ee5779919a4" providerId="LiveId" clId="{5B883BEA-79A8-CC44-B886-D5D583546881}" dt="2024-04-29T02:13:51.025" v="1894"/>
          <ac:spMkLst>
            <pc:docMk/>
            <pc:sldMk cId="1209572041" sldId="2722"/>
            <ac:spMk id="3" creationId="{00000000-0000-0000-0000-000000000000}"/>
          </ac:spMkLst>
        </pc:spChg>
        <pc:spChg chg="mod">
          <ac:chgData name="Xin Luo" userId="82312ee5779919a4" providerId="LiveId" clId="{5B883BEA-79A8-CC44-B886-D5D583546881}" dt="2024-04-29T02:12:47.705" v="1879" actId="20577"/>
          <ac:spMkLst>
            <pc:docMk/>
            <pc:sldMk cId="1209572041" sldId="2722"/>
            <ac:spMk id="13" creationId="{303BC878-BC57-D350-27A3-F03AE48213AC}"/>
          </ac:spMkLst>
        </pc:spChg>
      </pc:sldChg>
      <pc:sldChg chg="modSp mod">
        <pc:chgData name="Xin Luo" userId="82312ee5779919a4" providerId="LiveId" clId="{5B883BEA-79A8-CC44-B886-D5D583546881}" dt="2024-04-28T01:38:41.083" v="407" actId="20577"/>
        <pc:sldMkLst>
          <pc:docMk/>
          <pc:sldMk cId="1435648802" sldId="2759"/>
        </pc:sldMkLst>
        <pc:spChg chg="mod">
          <ac:chgData name="Xin Luo" userId="82312ee5779919a4" providerId="LiveId" clId="{5B883BEA-79A8-CC44-B886-D5D583546881}" dt="2024-04-28T01:38:41.083" v="407" actId="20577"/>
          <ac:spMkLst>
            <pc:docMk/>
            <pc:sldMk cId="1435648802" sldId="2759"/>
            <ac:spMk id="3" creationId="{00000000-0000-0000-0000-000000000000}"/>
          </ac:spMkLst>
        </pc:spChg>
      </pc:sldChg>
      <pc:sldChg chg="addSp delSp modSp mod ord">
        <pc:chgData name="Xin Luo" userId="82312ee5779919a4" providerId="LiveId" clId="{5B883BEA-79A8-CC44-B886-D5D583546881}" dt="2024-04-29T02:13:30.633" v="1888" actId="20577"/>
        <pc:sldMkLst>
          <pc:docMk/>
          <pc:sldMk cId="1666585532" sldId="2760"/>
        </pc:sldMkLst>
        <pc:spChg chg="mod">
          <ac:chgData name="Xin Luo" userId="82312ee5779919a4" providerId="LiveId" clId="{5B883BEA-79A8-CC44-B886-D5D583546881}" dt="2024-04-28T10:45:35.392" v="896" actId="20577"/>
          <ac:spMkLst>
            <pc:docMk/>
            <pc:sldMk cId="1666585532" sldId="2760"/>
            <ac:spMk id="2" creationId="{631AADB6-C88A-D817-4683-FC087E4E240F}"/>
          </ac:spMkLst>
        </pc:spChg>
        <pc:spChg chg="mod">
          <ac:chgData name="Xin Luo" userId="82312ee5779919a4" providerId="LiveId" clId="{5B883BEA-79A8-CC44-B886-D5D583546881}" dt="2024-04-29T02:13:30.633" v="1888" actId="20577"/>
          <ac:spMkLst>
            <pc:docMk/>
            <pc:sldMk cId="1666585532" sldId="2760"/>
            <ac:spMk id="3" creationId="{00000000-0000-0000-0000-000000000000}"/>
          </ac:spMkLst>
        </pc:spChg>
        <pc:spChg chg="add mod">
          <ac:chgData name="Xin Luo" userId="82312ee5779919a4" providerId="LiveId" clId="{5B883BEA-79A8-CC44-B886-D5D583546881}" dt="2024-04-28T10:50:34.805" v="1144" actId="1076"/>
          <ac:spMkLst>
            <pc:docMk/>
            <pc:sldMk cId="1666585532" sldId="2760"/>
            <ac:spMk id="4" creationId="{E131345A-09F3-A652-0502-B89646040DFB}"/>
          </ac:spMkLst>
        </pc:spChg>
        <pc:spChg chg="add mod">
          <ac:chgData name="Xin Luo" userId="82312ee5779919a4" providerId="LiveId" clId="{5B883BEA-79A8-CC44-B886-D5D583546881}" dt="2024-04-28T10:50:34.805" v="1144" actId="1076"/>
          <ac:spMkLst>
            <pc:docMk/>
            <pc:sldMk cId="1666585532" sldId="2760"/>
            <ac:spMk id="5" creationId="{9CE5B8DE-1032-05DC-645D-011A7B22BE2A}"/>
          </ac:spMkLst>
        </pc:spChg>
        <pc:spChg chg="del">
          <ac:chgData name="Xin Luo" userId="82312ee5779919a4" providerId="LiveId" clId="{5B883BEA-79A8-CC44-B886-D5D583546881}" dt="2024-04-28T10:44:09.240" v="835" actId="478"/>
          <ac:spMkLst>
            <pc:docMk/>
            <pc:sldMk cId="1666585532" sldId="2760"/>
            <ac:spMk id="6" creationId="{88165BBC-4B6C-D110-B323-A083CEFFC0D0}"/>
          </ac:spMkLst>
        </pc:spChg>
        <pc:spChg chg="del mod">
          <ac:chgData name="Xin Luo" userId="82312ee5779919a4" providerId="LiveId" clId="{5B883BEA-79A8-CC44-B886-D5D583546881}" dt="2024-04-28T10:49:37.804" v="1130" actId="478"/>
          <ac:spMkLst>
            <pc:docMk/>
            <pc:sldMk cId="1666585532" sldId="2760"/>
            <ac:spMk id="7" creationId="{3DC73F52-8630-3936-0F04-2680DDF7D3C8}"/>
          </ac:spMkLst>
        </pc:spChg>
        <pc:spChg chg="add mod">
          <ac:chgData name="Xin Luo" userId="82312ee5779919a4" providerId="LiveId" clId="{5B883BEA-79A8-CC44-B886-D5D583546881}" dt="2024-04-28T10:48:52.605" v="1122"/>
          <ac:spMkLst>
            <pc:docMk/>
            <pc:sldMk cId="1666585532" sldId="2760"/>
            <ac:spMk id="8" creationId="{0B02A342-9856-68B8-E4CD-829A7C05528C}"/>
          </ac:spMkLst>
        </pc:spChg>
        <pc:spChg chg="add mod">
          <ac:chgData name="Xin Luo" userId="82312ee5779919a4" providerId="LiveId" clId="{5B883BEA-79A8-CC44-B886-D5D583546881}" dt="2024-04-28T10:50:34.805" v="1144" actId="1076"/>
          <ac:spMkLst>
            <pc:docMk/>
            <pc:sldMk cId="1666585532" sldId="2760"/>
            <ac:spMk id="9" creationId="{30A2EBB3-19BB-C8FF-BCB6-4A6544DE7F07}"/>
          </ac:spMkLst>
        </pc:spChg>
        <pc:spChg chg="add mod">
          <ac:chgData name="Xin Luo" userId="82312ee5779919a4" providerId="LiveId" clId="{5B883BEA-79A8-CC44-B886-D5D583546881}" dt="2024-04-28T10:49:19.296" v="1128"/>
          <ac:spMkLst>
            <pc:docMk/>
            <pc:sldMk cId="1666585532" sldId="2760"/>
            <ac:spMk id="10" creationId="{6EED9ED5-ABF8-0865-C201-8C869751F339}"/>
          </ac:spMkLst>
        </pc:spChg>
        <pc:picChg chg="del">
          <ac:chgData name="Xin Luo" userId="82312ee5779919a4" providerId="LiveId" clId="{5B883BEA-79A8-CC44-B886-D5D583546881}" dt="2024-04-28T10:44:09.240" v="835" actId="478"/>
          <ac:picMkLst>
            <pc:docMk/>
            <pc:sldMk cId="1666585532" sldId="2760"/>
            <ac:picMk id="1026" creationId="{E2A70009-91D7-A696-27E7-E046F21F93E0}"/>
          </ac:picMkLst>
        </pc:picChg>
        <pc:cxnChg chg="add mod">
          <ac:chgData name="Xin Luo" userId="82312ee5779919a4" providerId="LiveId" clId="{5B883BEA-79A8-CC44-B886-D5D583546881}" dt="2024-04-28T10:50:34.805" v="1144" actId="1076"/>
          <ac:cxnSpMkLst>
            <pc:docMk/>
            <pc:sldMk cId="1666585532" sldId="2760"/>
            <ac:cxnSpMk id="12" creationId="{7F6F0C63-B833-0587-DF3F-A6818E9F796D}"/>
          </ac:cxnSpMkLst>
        </pc:cxnChg>
        <pc:cxnChg chg="add mod">
          <ac:chgData name="Xin Luo" userId="82312ee5779919a4" providerId="LiveId" clId="{5B883BEA-79A8-CC44-B886-D5D583546881}" dt="2024-04-28T10:50:34.805" v="1144" actId="1076"/>
          <ac:cxnSpMkLst>
            <pc:docMk/>
            <pc:sldMk cId="1666585532" sldId="2760"/>
            <ac:cxnSpMk id="13" creationId="{B65F95CD-BDDD-8A05-7D3F-49076376DC7C}"/>
          </ac:cxnSpMkLst>
        </pc:cxnChg>
      </pc:sldChg>
      <pc:sldChg chg="modSp mod">
        <pc:chgData name="Xin Luo" userId="82312ee5779919a4" providerId="LiveId" clId="{5B883BEA-79A8-CC44-B886-D5D583546881}" dt="2024-04-28T10:33:46.230" v="726"/>
        <pc:sldMkLst>
          <pc:docMk/>
          <pc:sldMk cId="4141385002" sldId="2761"/>
        </pc:sldMkLst>
        <pc:spChg chg="mod">
          <ac:chgData name="Xin Luo" userId="82312ee5779919a4" providerId="LiveId" clId="{5B883BEA-79A8-CC44-B886-D5D583546881}" dt="2024-04-28T10:33:46.230" v="726"/>
          <ac:spMkLst>
            <pc:docMk/>
            <pc:sldMk cId="4141385002" sldId="2761"/>
            <ac:spMk id="7" creationId="{00000000-0000-0000-0000-000000000000}"/>
          </ac:spMkLst>
        </pc:spChg>
      </pc:sldChg>
      <pc:sldChg chg="del modNotesTx">
        <pc:chgData name="Xin Luo" userId="82312ee5779919a4" providerId="LiveId" clId="{5B883BEA-79A8-CC44-B886-D5D583546881}" dt="2024-04-29T02:09:37.245" v="1603" actId="2696"/>
        <pc:sldMkLst>
          <pc:docMk/>
          <pc:sldMk cId="494802392" sldId="2762"/>
        </pc:sldMkLst>
      </pc:sldChg>
      <pc:sldChg chg="del">
        <pc:chgData name="Xin Luo" userId="82312ee5779919a4" providerId="LiveId" clId="{5B883BEA-79A8-CC44-B886-D5D583546881}" dt="2024-04-29T02:08:21.857" v="1596" actId="2696"/>
        <pc:sldMkLst>
          <pc:docMk/>
          <pc:sldMk cId="474826622" sldId="2763"/>
        </pc:sldMkLst>
      </pc:sldChg>
      <pc:sldChg chg="del">
        <pc:chgData name="Xin Luo" userId="82312ee5779919a4" providerId="LiveId" clId="{5B883BEA-79A8-CC44-B886-D5D583546881}" dt="2024-04-29T02:08:21.860" v="1599" actId="2696"/>
        <pc:sldMkLst>
          <pc:docMk/>
          <pc:sldMk cId="3863585509" sldId="2764"/>
        </pc:sldMkLst>
      </pc:sldChg>
      <pc:sldChg chg="del">
        <pc:chgData name="Xin Luo" userId="82312ee5779919a4" providerId="LiveId" clId="{5B883BEA-79A8-CC44-B886-D5D583546881}" dt="2024-04-29T02:09:37.238" v="1602" actId="2696"/>
        <pc:sldMkLst>
          <pc:docMk/>
          <pc:sldMk cId="4055009631" sldId="2765"/>
        </pc:sldMkLst>
      </pc:sldChg>
      <pc:sldChg chg="del">
        <pc:chgData name="Xin Luo" userId="82312ee5779919a4" providerId="LiveId" clId="{5B883BEA-79A8-CC44-B886-D5D583546881}" dt="2024-04-29T02:08:21.862" v="1600" actId="2696"/>
        <pc:sldMkLst>
          <pc:docMk/>
          <pc:sldMk cId="2576220137" sldId="2766"/>
        </pc:sldMkLst>
      </pc:sldChg>
      <pc:sldChg chg="del">
        <pc:chgData name="Xin Luo" userId="82312ee5779919a4" providerId="LiveId" clId="{5B883BEA-79A8-CC44-B886-D5D583546881}" dt="2024-04-29T02:08:21.854" v="1593" actId="2696"/>
        <pc:sldMkLst>
          <pc:docMk/>
          <pc:sldMk cId="3890180169" sldId="2767"/>
        </pc:sldMkLst>
      </pc:sldChg>
      <pc:sldChg chg="del">
        <pc:chgData name="Xin Luo" userId="82312ee5779919a4" providerId="LiveId" clId="{5B883BEA-79A8-CC44-B886-D5D583546881}" dt="2024-04-29T02:08:21.852" v="1591" actId="2696"/>
        <pc:sldMkLst>
          <pc:docMk/>
          <pc:sldMk cId="3254934158" sldId="2768"/>
        </pc:sldMkLst>
      </pc:sldChg>
      <pc:sldChg chg="del">
        <pc:chgData name="Xin Luo" userId="82312ee5779919a4" providerId="LiveId" clId="{5B883BEA-79A8-CC44-B886-D5D583546881}" dt="2024-04-29T02:08:21.855" v="1594" actId="2696"/>
        <pc:sldMkLst>
          <pc:docMk/>
          <pc:sldMk cId="2679339334" sldId="2769"/>
        </pc:sldMkLst>
      </pc:sldChg>
      <pc:sldChg chg="del modNotesTx">
        <pc:chgData name="Xin Luo" userId="82312ee5779919a4" providerId="LiveId" clId="{5B883BEA-79A8-CC44-B886-D5D583546881}" dt="2024-04-29T02:08:21.853" v="1592" actId="2696"/>
        <pc:sldMkLst>
          <pc:docMk/>
          <pc:sldMk cId="2658418151" sldId="2770"/>
        </pc:sldMkLst>
      </pc:sldChg>
      <pc:sldChg chg="del">
        <pc:chgData name="Xin Luo" userId="82312ee5779919a4" providerId="LiveId" clId="{5B883BEA-79A8-CC44-B886-D5D583546881}" dt="2024-04-29T02:08:21.859" v="1598" actId="2696"/>
        <pc:sldMkLst>
          <pc:docMk/>
          <pc:sldMk cId="2158765538" sldId="2771"/>
        </pc:sldMkLst>
      </pc:sldChg>
      <pc:sldChg chg="del">
        <pc:chgData name="Xin Luo" userId="82312ee5779919a4" providerId="LiveId" clId="{5B883BEA-79A8-CC44-B886-D5D583546881}" dt="2024-04-29T02:08:21.856" v="1595" actId="2696"/>
        <pc:sldMkLst>
          <pc:docMk/>
          <pc:sldMk cId="777133288" sldId="2772"/>
        </pc:sldMkLst>
      </pc:sldChg>
      <pc:sldChg chg="del">
        <pc:chgData name="Xin Luo" userId="82312ee5779919a4" providerId="LiveId" clId="{5B883BEA-79A8-CC44-B886-D5D583546881}" dt="2024-04-29T02:08:21.849" v="1590" actId="2696"/>
        <pc:sldMkLst>
          <pc:docMk/>
          <pc:sldMk cId="614769083" sldId="2773"/>
        </pc:sldMkLst>
      </pc:sldChg>
      <pc:sldChg chg="del">
        <pc:chgData name="Xin Luo" userId="82312ee5779919a4" providerId="LiveId" clId="{5B883BEA-79A8-CC44-B886-D5D583546881}" dt="2024-04-29T02:08:21.858" v="1597" actId="2696"/>
        <pc:sldMkLst>
          <pc:docMk/>
          <pc:sldMk cId="4079044599" sldId="2774"/>
        </pc:sldMkLst>
      </pc:sldChg>
      <pc:sldChg chg="modSp mod">
        <pc:chgData name="Xin Luo" userId="82312ee5779919a4" providerId="LiveId" clId="{5B883BEA-79A8-CC44-B886-D5D583546881}" dt="2024-04-28T01:39:08.763" v="412"/>
        <pc:sldMkLst>
          <pc:docMk/>
          <pc:sldMk cId="2116497052" sldId="2775"/>
        </pc:sldMkLst>
        <pc:spChg chg="mod">
          <ac:chgData name="Xin Luo" userId="82312ee5779919a4" providerId="LiveId" clId="{5B883BEA-79A8-CC44-B886-D5D583546881}" dt="2024-04-28T01:39:08.763" v="412"/>
          <ac:spMkLst>
            <pc:docMk/>
            <pc:sldMk cId="2116497052" sldId="2775"/>
            <ac:spMk id="3" creationId="{00000000-0000-0000-0000-000000000000}"/>
          </ac:spMkLst>
        </pc:spChg>
      </pc:sldChg>
      <pc:sldChg chg="modSp mod">
        <pc:chgData name="Xin Luo" userId="82312ee5779919a4" providerId="LiveId" clId="{5B883BEA-79A8-CC44-B886-D5D583546881}" dt="2024-04-28T01:39:18.731" v="421" actId="113"/>
        <pc:sldMkLst>
          <pc:docMk/>
          <pc:sldMk cId="3179083255" sldId="2776"/>
        </pc:sldMkLst>
        <pc:spChg chg="mod">
          <ac:chgData name="Xin Luo" userId="82312ee5779919a4" providerId="LiveId" clId="{5B883BEA-79A8-CC44-B886-D5D583546881}" dt="2024-04-28T01:39:13.185" v="413"/>
          <ac:spMkLst>
            <pc:docMk/>
            <pc:sldMk cId="3179083255" sldId="2776"/>
            <ac:spMk id="3" creationId="{00000000-0000-0000-0000-000000000000}"/>
          </ac:spMkLst>
        </pc:spChg>
        <pc:spChg chg="mod">
          <ac:chgData name="Xin Luo" userId="82312ee5779919a4" providerId="LiveId" clId="{5B883BEA-79A8-CC44-B886-D5D583546881}" dt="2024-04-28T01:39:18.731" v="421" actId="113"/>
          <ac:spMkLst>
            <pc:docMk/>
            <pc:sldMk cId="3179083255" sldId="2776"/>
            <ac:spMk id="12" creationId="{762BF4D4-6822-85D4-B2AA-CB78C2A5939D}"/>
          </ac:spMkLst>
        </pc:spChg>
      </pc:sldChg>
      <pc:sldChg chg="modSp mod modNotesTx">
        <pc:chgData name="Xin Luo" userId="82312ee5779919a4" providerId="LiveId" clId="{5B883BEA-79A8-CC44-B886-D5D583546881}" dt="2024-04-28T01:50:48.428" v="445" actId="20577"/>
        <pc:sldMkLst>
          <pc:docMk/>
          <pc:sldMk cId="4287268916" sldId="2777"/>
        </pc:sldMkLst>
        <pc:spChg chg="mod">
          <ac:chgData name="Xin Luo" userId="82312ee5779919a4" providerId="LiveId" clId="{5B883BEA-79A8-CC44-B886-D5D583546881}" dt="2024-04-28T01:39:21.955" v="422"/>
          <ac:spMkLst>
            <pc:docMk/>
            <pc:sldMk cId="4287268916" sldId="2777"/>
            <ac:spMk id="3" creationId="{00000000-0000-0000-0000-000000000000}"/>
          </ac:spMkLst>
        </pc:spChg>
      </pc:sldChg>
      <pc:sldChg chg="addSp delSp modSp mod">
        <pc:chgData name="Xin Luo" userId="82312ee5779919a4" providerId="LiveId" clId="{5B883BEA-79A8-CC44-B886-D5D583546881}" dt="2024-04-28T01:39:28.372" v="426"/>
        <pc:sldMkLst>
          <pc:docMk/>
          <pc:sldMk cId="3196189274" sldId="2778"/>
        </pc:sldMkLst>
        <pc:spChg chg="mod">
          <ac:chgData name="Xin Luo" userId="82312ee5779919a4" providerId="LiveId" clId="{5B883BEA-79A8-CC44-B886-D5D583546881}" dt="2024-04-28T01:39:26.648" v="424"/>
          <ac:spMkLst>
            <pc:docMk/>
            <pc:sldMk cId="3196189274" sldId="2778"/>
            <ac:spMk id="3" creationId="{00000000-0000-0000-0000-000000000000}"/>
          </ac:spMkLst>
        </pc:spChg>
        <pc:spChg chg="add del mod">
          <ac:chgData name="Xin Luo" userId="82312ee5779919a4" providerId="LiveId" clId="{5B883BEA-79A8-CC44-B886-D5D583546881}" dt="2024-04-28T01:39:28.372" v="426"/>
          <ac:spMkLst>
            <pc:docMk/>
            <pc:sldMk cId="3196189274" sldId="2778"/>
            <ac:spMk id="4" creationId="{A80DF6E3-82FE-08F3-B05D-E24FAAEFCEF9}"/>
          </ac:spMkLst>
        </pc:spChg>
      </pc:sldChg>
      <pc:sldChg chg="modSp mod">
        <pc:chgData name="Xin Luo" userId="82312ee5779919a4" providerId="LiveId" clId="{5B883BEA-79A8-CC44-B886-D5D583546881}" dt="2024-04-29T02:13:12.642" v="1883"/>
        <pc:sldMkLst>
          <pc:docMk/>
          <pc:sldMk cId="2977089541" sldId="2779"/>
        </pc:sldMkLst>
        <pc:spChg chg="mod">
          <ac:chgData name="Xin Luo" userId="82312ee5779919a4" providerId="LiveId" clId="{5B883BEA-79A8-CC44-B886-D5D583546881}" dt="2024-04-29T02:13:12.642" v="1883"/>
          <ac:spMkLst>
            <pc:docMk/>
            <pc:sldMk cId="2977089541" sldId="2779"/>
            <ac:spMk id="3" creationId="{00000000-0000-0000-0000-000000000000}"/>
          </ac:spMkLst>
        </pc:spChg>
        <pc:spChg chg="mod">
          <ac:chgData name="Xin Luo" userId="82312ee5779919a4" providerId="LiveId" clId="{5B883BEA-79A8-CC44-B886-D5D583546881}" dt="2024-04-28T05:22:35.231" v="622" actId="21"/>
          <ac:spMkLst>
            <pc:docMk/>
            <pc:sldMk cId="2977089541" sldId="2779"/>
            <ac:spMk id="11" creationId="{9DCDC006-9BA8-2DA8-F503-9A20CF1B8D23}"/>
          </ac:spMkLst>
        </pc:spChg>
      </pc:sldChg>
      <pc:sldChg chg="addSp delSp modSp mod">
        <pc:chgData name="Xin Luo" userId="82312ee5779919a4" providerId="LiveId" clId="{5B883BEA-79A8-CC44-B886-D5D583546881}" dt="2024-04-29T02:13:03.909" v="1880"/>
        <pc:sldMkLst>
          <pc:docMk/>
          <pc:sldMk cId="1909064564" sldId="2780"/>
        </pc:sldMkLst>
        <pc:spChg chg="mod">
          <ac:chgData name="Xin Luo" userId="82312ee5779919a4" providerId="LiveId" clId="{5B883BEA-79A8-CC44-B886-D5D583546881}" dt="2024-04-27T10:08:17.305" v="34" actId="20577"/>
          <ac:spMkLst>
            <pc:docMk/>
            <pc:sldMk cId="1909064564" sldId="2780"/>
            <ac:spMk id="2" creationId="{631AADB6-C88A-D817-4683-FC087E4E240F}"/>
          </ac:spMkLst>
        </pc:spChg>
        <pc:spChg chg="mod">
          <ac:chgData name="Xin Luo" userId="82312ee5779919a4" providerId="LiveId" clId="{5B883BEA-79A8-CC44-B886-D5D583546881}" dt="2024-04-29T02:13:03.909" v="1880"/>
          <ac:spMkLst>
            <pc:docMk/>
            <pc:sldMk cId="1909064564" sldId="2780"/>
            <ac:spMk id="3" creationId="{00000000-0000-0000-0000-000000000000}"/>
          </ac:spMkLst>
        </pc:spChg>
        <pc:spChg chg="mod">
          <ac:chgData name="Xin Luo" userId="82312ee5779919a4" providerId="LiveId" clId="{5B883BEA-79A8-CC44-B886-D5D583546881}" dt="2024-04-27T10:48:44.702" v="187" actId="20577"/>
          <ac:spMkLst>
            <pc:docMk/>
            <pc:sldMk cId="1909064564" sldId="2780"/>
            <ac:spMk id="11" creationId="{9DCDC006-9BA8-2DA8-F503-9A20CF1B8D23}"/>
          </ac:spMkLst>
        </pc:spChg>
        <pc:spChg chg="add mod">
          <ac:chgData name="Xin Luo" userId="82312ee5779919a4" providerId="LiveId" clId="{5B883BEA-79A8-CC44-B886-D5D583546881}" dt="2024-04-27T11:20:58.861" v="191" actId="1582"/>
          <ac:spMkLst>
            <pc:docMk/>
            <pc:sldMk cId="1909064564" sldId="2780"/>
            <ac:spMk id="13" creationId="{61E6BB8E-86B0-3E06-9802-82FF87912917}"/>
          </ac:spMkLst>
        </pc:spChg>
        <pc:spChg chg="add mod">
          <ac:chgData name="Xin Luo" userId="82312ee5779919a4" providerId="LiveId" clId="{5B883BEA-79A8-CC44-B886-D5D583546881}" dt="2024-04-27T11:21:19.278" v="212" actId="1076"/>
          <ac:spMkLst>
            <pc:docMk/>
            <pc:sldMk cId="1909064564" sldId="2780"/>
            <ac:spMk id="14" creationId="{A35721B3-B218-7E8E-F646-4C33BA37912C}"/>
          </ac:spMkLst>
        </pc:spChg>
        <pc:picChg chg="add del mod modCrop">
          <ac:chgData name="Xin Luo" userId="82312ee5779919a4" providerId="LiveId" clId="{5B883BEA-79A8-CC44-B886-D5D583546881}" dt="2024-04-27T10:48:11.753" v="161" actId="478"/>
          <ac:picMkLst>
            <pc:docMk/>
            <pc:sldMk cId="1909064564" sldId="2780"/>
            <ac:picMk id="5" creationId="{39B1449F-E13B-2653-1118-6B271F45C743}"/>
          </ac:picMkLst>
        </pc:picChg>
        <pc:picChg chg="add del mod modCrop">
          <ac:chgData name="Xin Luo" userId="82312ee5779919a4" providerId="LiveId" clId="{5B883BEA-79A8-CC44-B886-D5D583546881}" dt="2024-04-27T10:48:10.439" v="160" actId="478"/>
          <ac:picMkLst>
            <pc:docMk/>
            <pc:sldMk cId="1909064564" sldId="2780"/>
            <ac:picMk id="7" creationId="{5E87BDED-6697-5B3A-FA5E-3432E9BD4894}"/>
          </ac:picMkLst>
        </pc:picChg>
        <pc:picChg chg="add mod">
          <ac:chgData name="Xin Luo" userId="82312ee5779919a4" providerId="LiveId" clId="{5B883BEA-79A8-CC44-B886-D5D583546881}" dt="2024-04-27T10:48:32.600" v="175" actId="1076"/>
          <ac:picMkLst>
            <pc:docMk/>
            <pc:sldMk cId="1909064564" sldId="2780"/>
            <ac:picMk id="9" creationId="{A5991604-BE71-F71B-88E7-1276709E6471}"/>
          </ac:picMkLst>
        </pc:picChg>
        <pc:picChg chg="add mod">
          <ac:chgData name="Xin Luo" userId="82312ee5779919a4" providerId="LiveId" clId="{5B883BEA-79A8-CC44-B886-D5D583546881}" dt="2024-04-27T10:48:30.832" v="174" actId="14100"/>
          <ac:picMkLst>
            <pc:docMk/>
            <pc:sldMk cId="1909064564" sldId="2780"/>
            <ac:picMk id="12" creationId="{60249847-9643-86DA-BE09-EB789ECBE0EB}"/>
          </ac:picMkLst>
        </pc:picChg>
      </pc:sldChg>
      <pc:sldChg chg="modSp mod">
        <pc:chgData name="Xin Luo" userId="82312ee5779919a4" providerId="LiveId" clId="{5B883BEA-79A8-CC44-B886-D5D583546881}" dt="2024-04-29T02:13:06.584" v="1881"/>
        <pc:sldMkLst>
          <pc:docMk/>
          <pc:sldMk cId="1018501365" sldId="2781"/>
        </pc:sldMkLst>
        <pc:spChg chg="mod">
          <ac:chgData name="Xin Luo" userId="82312ee5779919a4" providerId="LiveId" clId="{5B883BEA-79A8-CC44-B886-D5D583546881}" dt="2024-04-29T02:13:06.584" v="1881"/>
          <ac:spMkLst>
            <pc:docMk/>
            <pc:sldMk cId="1018501365" sldId="2781"/>
            <ac:spMk id="3" creationId="{00000000-0000-0000-0000-000000000000}"/>
          </ac:spMkLst>
        </pc:spChg>
      </pc:sldChg>
      <pc:sldChg chg="modSp add mod">
        <pc:chgData name="Xin Luo" userId="82312ee5779919a4" providerId="LiveId" clId="{5B883BEA-79A8-CC44-B886-D5D583546881}" dt="2024-04-27T10:46:36.384" v="150" actId="20577"/>
        <pc:sldMkLst>
          <pc:docMk/>
          <pc:sldMk cId="3925810949" sldId="2781"/>
        </pc:sldMkLst>
        <pc:spChg chg="mod">
          <ac:chgData name="Xin Luo" userId="82312ee5779919a4" providerId="LiveId" clId="{5B883BEA-79A8-CC44-B886-D5D583546881}" dt="2024-04-27T10:46:36.384" v="150" actId="20577"/>
          <ac:spMkLst>
            <pc:docMk/>
            <pc:sldMk cId="3925810949" sldId="2781"/>
            <ac:spMk id="11" creationId="{9DCDC006-9BA8-2DA8-F503-9A20CF1B8D23}"/>
          </ac:spMkLst>
        </pc:spChg>
      </pc:sldChg>
      <pc:sldChg chg="modSp mod">
        <pc:chgData name="Xin Luo" userId="82312ee5779919a4" providerId="LiveId" clId="{5B883BEA-79A8-CC44-B886-D5D583546881}" dt="2024-04-29T02:13:09.517" v="1882"/>
        <pc:sldMkLst>
          <pc:docMk/>
          <pc:sldMk cId="983909471" sldId="2782"/>
        </pc:sldMkLst>
        <pc:spChg chg="mod">
          <ac:chgData name="Xin Luo" userId="82312ee5779919a4" providerId="LiveId" clId="{5B883BEA-79A8-CC44-B886-D5D583546881}" dt="2024-04-29T02:13:09.517" v="1882"/>
          <ac:spMkLst>
            <pc:docMk/>
            <pc:sldMk cId="983909471" sldId="2782"/>
            <ac:spMk id="3" creationId="{00000000-0000-0000-0000-000000000000}"/>
          </ac:spMkLst>
        </pc:spChg>
      </pc:sldChg>
      <pc:sldChg chg="modSp add mod">
        <pc:chgData name="Xin Luo" userId="82312ee5779919a4" providerId="LiveId" clId="{5B883BEA-79A8-CC44-B886-D5D583546881}" dt="2024-04-29T02:13:15.722" v="1884"/>
        <pc:sldMkLst>
          <pc:docMk/>
          <pc:sldMk cId="3293108534" sldId="2783"/>
        </pc:sldMkLst>
        <pc:spChg chg="mod">
          <ac:chgData name="Xin Luo" userId="82312ee5779919a4" providerId="LiveId" clId="{5B883BEA-79A8-CC44-B886-D5D583546881}" dt="2024-04-29T02:13:15.722" v="1884"/>
          <ac:spMkLst>
            <pc:docMk/>
            <pc:sldMk cId="3293108534" sldId="2783"/>
            <ac:spMk id="3" creationId="{00000000-0000-0000-0000-000000000000}"/>
          </ac:spMkLst>
        </pc:spChg>
        <pc:spChg chg="mod">
          <ac:chgData name="Xin Luo" userId="82312ee5779919a4" providerId="LiveId" clId="{5B883BEA-79A8-CC44-B886-D5D583546881}" dt="2024-04-28T05:22:59.631" v="632" actId="404"/>
          <ac:spMkLst>
            <pc:docMk/>
            <pc:sldMk cId="3293108534" sldId="2783"/>
            <ac:spMk id="11" creationId="{9DCDC006-9BA8-2DA8-F503-9A20CF1B8D23}"/>
          </ac:spMkLst>
        </pc:spChg>
      </pc:sldChg>
      <pc:sldChg chg="addSp delSp modSp add mod">
        <pc:chgData name="Xin Luo" userId="82312ee5779919a4" providerId="LiveId" clId="{5B883BEA-79A8-CC44-B886-D5D583546881}" dt="2024-04-29T02:13:34.855" v="1889"/>
        <pc:sldMkLst>
          <pc:docMk/>
          <pc:sldMk cId="1614115715" sldId="2784"/>
        </pc:sldMkLst>
        <pc:spChg chg="mod">
          <ac:chgData name="Xin Luo" userId="82312ee5779919a4" providerId="LiveId" clId="{5B883BEA-79A8-CC44-B886-D5D583546881}" dt="2024-04-28T10:51:10.754" v="1201" actId="14100"/>
          <ac:spMkLst>
            <pc:docMk/>
            <pc:sldMk cId="1614115715" sldId="2784"/>
            <ac:spMk id="2" creationId="{631AADB6-C88A-D817-4683-FC087E4E240F}"/>
          </ac:spMkLst>
        </pc:spChg>
        <pc:spChg chg="mod">
          <ac:chgData name="Xin Luo" userId="82312ee5779919a4" providerId="LiveId" clId="{5B883BEA-79A8-CC44-B886-D5D583546881}" dt="2024-04-29T02:13:34.855" v="1889"/>
          <ac:spMkLst>
            <pc:docMk/>
            <pc:sldMk cId="1614115715" sldId="2784"/>
            <ac:spMk id="3" creationId="{00000000-0000-0000-0000-000000000000}"/>
          </ac:spMkLst>
        </pc:spChg>
        <pc:spChg chg="mod">
          <ac:chgData name="Xin Luo" userId="82312ee5779919a4" providerId="LiveId" clId="{5B883BEA-79A8-CC44-B886-D5D583546881}" dt="2024-04-28T11:18:23.195" v="1461" actId="1076"/>
          <ac:spMkLst>
            <pc:docMk/>
            <pc:sldMk cId="1614115715" sldId="2784"/>
            <ac:spMk id="7" creationId="{3DC73F52-8630-3936-0F04-2680DDF7D3C8}"/>
          </ac:spMkLst>
        </pc:spChg>
        <pc:picChg chg="add del mod">
          <ac:chgData name="Xin Luo" userId="82312ee5779919a4" providerId="LiveId" clId="{5B883BEA-79A8-CC44-B886-D5D583546881}" dt="2024-04-28T11:18:08.835" v="1456" actId="478"/>
          <ac:picMkLst>
            <pc:docMk/>
            <pc:sldMk cId="1614115715" sldId="2784"/>
            <ac:picMk id="5" creationId="{F5C8DC08-A1DB-2D24-BB78-B376F1AF847D}"/>
          </ac:picMkLst>
        </pc:picChg>
        <pc:picChg chg="add del mod">
          <ac:chgData name="Xin Luo" userId="82312ee5779919a4" providerId="LiveId" clId="{5B883BEA-79A8-CC44-B886-D5D583546881}" dt="2024-04-28T11:18:08.167" v="1454" actId="478"/>
          <ac:picMkLst>
            <pc:docMk/>
            <pc:sldMk cId="1614115715" sldId="2784"/>
            <ac:picMk id="8" creationId="{F78965AC-581F-93AF-1575-ABCDB20142F3}"/>
          </ac:picMkLst>
        </pc:picChg>
      </pc:sldChg>
      <pc:sldChg chg="delSp modSp add mod">
        <pc:chgData name="Xin Luo" userId="82312ee5779919a4" providerId="LiveId" clId="{5B883BEA-79A8-CC44-B886-D5D583546881}" dt="2024-04-29T02:13:38.306" v="1890"/>
        <pc:sldMkLst>
          <pc:docMk/>
          <pc:sldMk cId="3468411820" sldId="2785"/>
        </pc:sldMkLst>
        <pc:spChg chg="mod">
          <ac:chgData name="Xin Luo" userId="82312ee5779919a4" providerId="LiveId" clId="{5B883BEA-79A8-CC44-B886-D5D583546881}" dt="2024-04-28T11:19:43.696" v="1578" actId="113"/>
          <ac:spMkLst>
            <pc:docMk/>
            <pc:sldMk cId="3468411820" sldId="2785"/>
            <ac:spMk id="2" creationId="{631AADB6-C88A-D817-4683-FC087E4E240F}"/>
          </ac:spMkLst>
        </pc:spChg>
        <pc:spChg chg="mod">
          <ac:chgData name="Xin Luo" userId="82312ee5779919a4" providerId="LiveId" clId="{5B883BEA-79A8-CC44-B886-D5D583546881}" dt="2024-04-29T02:13:38.306" v="1890"/>
          <ac:spMkLst>
            <pc:docMk/>
            <pc:sldMk cId="3468411820" sldId="2785"/>
            <ac:spMk id="3" creationId="{00000000-0000-0000-0000-000000000000}"/>
          </ac:spMkLst>
        </pc:spChg>
        <pc:spChg chg="del">
          <ac:chgData name="Xin Luo" userId="82312ee5779919a4" providerId="LiveId" clId="{5B883BEA-79A8-CC44-B886-D5D583546881}" dt="2024-04-28T11:18:29.509" v="1462" actId="478"/>
          <ac:spMkLst>
            <pc:docMk/>
            <pc:sldMk cId="3468411820" sldId="2785"/>
            <ac:spMk id="7" creationId="{3DC73F52-8630-3936-0F04-2680DDF7D3C8}"/>
          </ac:spMkLst>
        </pc:spChg>
        <pc:picChg chg="mod">
          <ac:chgData name="Xin Luo" userId="82312ee5779919a4" providerId="LiveId" clId="{5B883BEA-79A8-CC44-B886-D5D583546881}" dt="2024-04-28T11:19:50.303" v="1589" actId="1035"/>
          <ac:picMkLst>
            <pc:docMk/>
            <pc:sldMk cId="3468411820" sldId="2785"/>
            <ac:picMk id="5" creationId="{F5C8DC08-A1DB-2D24-BB78-B376F1AF847D}"/>
          </ac:picMkLst>
        </pc:picChg>
        <pc:picChg chg="mod">
          <ac:chgData name="Xin Luo" userId="82312ee5779919a4" providerId="LiveId" clId="{5B883BEA-79A8-CC44-B886-D5D583546881}" dt="2024-04-28T11:19:50.303" v="1589" actId="1035"/>
          <ac:picMkLst>
            <pc:docMk/>
            <pc:sldMk cId="3468411820" sldId="2785"/>
            <ac:picMk id="8" creationId="{F78965AC-581F-93AF-1575-ABCDB20142F3}"/>
          </ac:picMkLst>
        </pc:picChg>
      </pc:sldChg>
      <pc:sldChg chg="modSp mod">
        <pc:chgData name="Xin Luo" userId="82312ee5779919a4" providerId="LiveId" clId="{5B883BEA-79A8-CC44-B886-D5D583546881}" dt="2024-04-29T02:13:41.522" v="1891"/>
        <pc:sldMkLst>
          <pc:docMk/>
          <pc:sldMk cId="2574384830" sldId="2786"/>
        </pc:sldMkLst>
        <pc:spChg chg="mod">
          <ac:chgData name="Xin Luo" userId="82312ee5779919a4" providerId="LiveId" clId="{5B883BEA-79A8-CC44-B886-D5D583546881}" dt="2024-04-29T02:13:41.522" v="1891"/>
          <ac:spMkLst>
            <pc:docMk/>
            <pc:sldMk cId="2574384830" sldId="2786"/>
            <ac:spMk id="3" creationId="{00000000-0000-0000-0000-000000000000}"/>
          </ac:spMkLst>
        </pc:spChg>
      </pc:sldChg>
      <pc:sldChg chg="modSp mod">
        <pc:chgData name="Xin Luo" userId="82312ee5779919a4" providerId="LiveId" clId="{5B883BEA-79A8-CC44-B886-D5D583546881}" dt="2024-04-29T02:13:44.658" v="1892"/>
        <pc:sldMkLst>
          <pc:docMk/>
          <pc:sldMk cId="3210957870" sldId="2787"/>
        </pc:sldMkLst>
        <pc:spChg chg="mod">
          <ac:chgData name="Xin Luo" userId="82312ee5779919a4" providerId="LiveId" clId="{5B883BEA-79A8-CC44-B886-D5D583546881}" dt="2024-04-29T02:13:44.658" v="1892"/>
          <ac:spMkLst>
            <pc:docMk/>
            <pc:sldMk cId="3210957870" sldId="2787"/>
            <ac:spMk id="3" creationId="{00000000-0000-0000-0000-000000000000}"/>
          </ac:spMkLst>
        </pc:spChg>
      </pc:sldChg>
      <pc:sldChg chg="modSp mod">
        <pc:chgData name="Xin Luo" userId="82312ee5779919a4" providerId="LiveId" clId="{5B883BEA-79A8-CC44-B886-D5D583546881}" dt="2024-04-29T02:13:47.801" v="1893"/>
        <pc:sldMkLst>
          <pc:docMk/>
          <pc:sldMk cId="2975706779" sldId="2788"/>
        </pc:sldMkLst>
        <pc:spChg chg="mod">
          <ac:chgData name="Xin Luo" userId="82312ee5779919a4" providerId="LiveId" clId="{5B883BEA-79A8-CC44-B886-D5D583546881}" dt="2024-04-29T02:13:47.801" v="1893"/>
          <ac:spMkLst>
            <pc:docMk/>
            <pc:sldMk cId="2975706779" sldId="2788"/>
            <ac:spMk id="3" creationId="{00000000-0000-0000-0000-000000000000}"/>
          </ac:spMkLst>
        </pc:spChg>
      </pc:sldChg>
    </pc:docChg>
  </pc:docChgLst>
  <pc:docChgLst>
    <pc:chgData name="Xin Luo" userId="82312ee5779919a4" providerId="LiveId" clId="{3C4A7AF4-6488-5041-B432-D36EF53163D3}"/>
    <pc:docChg chg="undo custSel addSld delSld modSld sldOrd">
      <pc:chgData name="Xin Luo" userId="82312ee5779919a4" providerId="LiveId" clId="{3C4A7AF4-6488-5041-B432-D36EF53163D3}" dt="2023-02-23T14:33:41.327" v="6919" actId="478"/>
      <pc:docMkLst>
        <pc:docMk/>
      </pc:docMkLst>
      <pc:sldChg chg="del">
        <pc:chgData name="Xin Luo" userId="82312ee5779919a4" providerId="LiveId" clId="{3C4A7AF4-6488-5041-B432-D36EF53163D3}" dt="2023-02-22T05:30:51.981" v="0" actId="2696"/>
        <pc:sldMkLst>
          <pc:docMk/>
          <pc:sldMk cId="1153920038" sldId="2206"/>
        </pc:sldMkLst>
      </pc:sldChg>
      <pc:sldChg chg="addSp modSp mod">
        <pc:chgData name="Xin Luo" userId="82312ee5779919a4" providerId="LiveId" clId="{3C4A7AF4-6488-5041-B432-D36EF53163D3}" dt="2023-02-23T07:39:26.083" v="2380" actId="20577"/>
        <pc:sldMkLst>
          <pc:docMk/>
          <pc:sldMk cId="1576120367" sldId="2387"/>
        </pc:sldMkLst>
        <pc:spChg chg="mod">
          <ac:chgData name="Xin Luo" userId="82312ee5779919a4" providerId="LiveId" clId="{3C4A7AF4-6488-5041-B432-D36EF53163D3}" dt="2023-02-22T07:31:19.249" v="233"/>
          <ac:spMkLst>
            <pc:docMk/>
            <pc:sldMk cId="1576120367" sldId="2387"/>
            <ac:spMk id="4" creationId="{E22E439B-4B3F-A527-61D0-3ED55D24E856}"/>
          </ac:spMkLst>
        </pc:spChg>
        <pc:spChg chg="mod">
          <ac:chgData name="Xin Luo" userId="82312ee5779919a4" providerId="LiveId" clId="{3C4A7AF4-6488-5041-B432-D36EF53163D3}" dt="2023-02-22T07:31:49.764" v="280" actId="20577"/>
          <ac:spMkLst>
            <pc:docMk/>
            <pc:sldMk cId="1576120367" sldId="2387"/>
            <ac:spMk id="5" creationId="{494DAA55-5621-28DB-D255-E0EBB6C6477B}"/>
          </ac:spMkLst>
        </pc:spChg>
        <pc:spChg chg="mod">
          <ac:chgData name="Xin Luo" userId="82312ee5779919a4" providerId="LiveId" clId="{3C4A7AF4-6488-5041-B432-D36EF53163D3}" dt="2023-02-23T07:39:26.083" v="2380" actId="20577"/>
          <ac:spMkLst>
            <pc:docMk/>
            <pc:sldMk cId="1576120367" sldId="2387"/>
            <ac:spMk id="10" creationId="{00000000-0000-0000-0000-000000000000}"/>
          </ac:spMkLst>
        </pc:spChg>
        <pc:spChg chg="mod">
          <ac:chgData name="Xin Luo" userId="82312ee5779919a4" providerId="LiveId" clId="{3C4A7AF4-6488-5041-B432-D36EF53163D3}" dt="2023-02-23T04:51:20.387" v="1923" actId="20577"/>
          <ac:spMkLst>
            <pc:docMk/>
            <pc:sldMk cId="1576120367" sldId="2387"/>
            <ac:spMk id="12" creationId="{00000000-0000-0000-0000-000000000000}"/>
          </ac:spMkLst>
        </pc:spChg>
        <pc:spChg chg="mod">
          <ac:chgData name="Xin Luo" userId="82312ee5779919a4" providerId="LiveId" clId="{3C4A7AF4-6488-5041-B432-D36EF53163D3}" dt="2023-02-23T07:39:23.145" v="2375" actId="20577"/>
          <ac:spMkLst>
            <pc:docMk/>
            <pc:sldMk cId="1576120367" sldId="2387"/>
            <ac:spMk id="13" creationId="{00000000-0000-0000-0000-000000000000}"/>
          </ac:spMkLst>
        </pc:spChg>
        <pc:spChg chg="mod">
          <ac:chgData name="Xin Luo" userId="82312ee5779919a4" providerId="LiveId" clId="{3C4A7AF4-6488-5041-B432-D36EF53163D3}" dt="2023-02-23T04:51:33.868" v="1950" actId="20577"/>
          <ac:spMkLst>
            <pc:docMk/>
            <pc:sldMk cId="1576120367" sldId="2387"/>
            <ac:spMk id="14" creationId="{00000000-0000-0000-0000-000000000000}"/>
          </ac:spMkLst>
        </pc:spChg>
        <pc:grpChg chg="add mod">
          <ac:chgData name="Xin Luo" userId="82312ee5779919a4" providerId="LiveId" clId="{3C4A7AF4-6488-5041-B432-D36EF53163D3}" dt="2023-02-22T07:32:25.478" v="308" actId="1076"/>
          <ac:grpSpMkLst>
            <pc:docMk/>
            <pc:sldMk cId="1576120367" sldId="2387"/>
            <ac:grpSpMk id="2" creationId="{AFCAA61D-767A-24EA-9072-7425684288BB}"/>
          </ac:grpSpMkLst>
        </pc:grpChg>
        <pc:grpChg chg="mod">
          <ac:chgData name="Xin Luo" userId="82312ee5779919a4" providerId="LiveId" clId="{3C4A7AF4-6488-5041-B432-D36EF53163D3}" dt="2023-02-23T07:39:19.698" v="2367" actId="1076"/>
          <ac:grpSpMkLst>
            <pc:docMk/>
            <pc:sldMk cId="1576120367" sldId="2387"/>
            <ac:grpSpMk id="3" creationId="{12ED16A1-79B8-7DB1-1CC1-250B051BAD58}"/>
          </ac:grpSpMkLst>
        </pc:grpChg>
        <pc:grpChg chg="mod">
          <ac:chgData name="Xin Luo" userId="82312ee5779919a4" providerId="LiveId" clId="{3C4A7AF4-6488-5041-B432-D36EF53163D3}" dt="2023-02-23T07:39:15.729" v="2366" actId="1076"/>
          <ac:grpSpMkLst>
            <pc:docMk/>
            <pc:sldMk cId="1576120367" sldId="2387"/>
            <ac:grpSpMk id="9" creationId="{84B9B8D5-4BCC-CDFF-1E13-B005060A8BDF}"/>
          </ac:grpSpMkLst>
        </pc:grpChg>
      </pc:sldChg>
      <pc:sldChg chg="modSp mod">
        <pc:chgData name="Xin Luo" userId="82312ee5779919a4" providerId="LiveId" clId="{3C4A7AF4-6488-5041-B432-D36EF53163D3}" dt="2023-02-22T07:33:21.001" v="351" actId="20577"/>
        <pc:sldMkLst>
          <pc:docMk/>
          <pc:sldMk cId="2415901206" sldId="2447"/>
        </pc:sldMkLst>
        <pc:spChg chg="mod">
          <ac:chgData name="Xin Luo" userId="82312ee5779919a4" providerId="LiveId" clId="{3C4A7AF4-6488-5041-B432-D36EF53163D3}" dt="2023-02-22T07:33:21.001" v="351" actId="20577"/>
          <ac:spMkLst>
            <pc:docMk/>
            <pc:sldMk cId="2415901206" sldId="2447"/>
            <ac:spMk id="7" creationId="{00000000-0000-0000-0000-000000000000}"/>
          </ac:spMkLst>
        </pc:spChg>
      </pc:sldChg>
      <pc:sldChg chg="addSp delSp modSp mod">
        <pc:chgData name="Xin Luo" userId="82312ee5779919a4" providerId="LiveId" clId="{3C4A7AF4-6488-5041-B432-D36EF53163D3}" dt="2023-02-23T01:16:39.011" v="1571" actId="1037"/>
        <pc:sldMkLst>
          <pc:docMk/>
          <pc:sldMk cId="4067577602" sldId="2605"/>
        </pc:sldMkLst>
        <pc:spChg chg="mod">
          <ac:chgData name="Xin Luo" userId="82312ee5779919a4" providerId="LiveId" clId="{3C4A7AF4-6488-5041-B432-D36EF53163D3}" dt="2023-02-22T07:38:53.396" v="381" actId="20577"/>
          <ac:spMkLst>
            <pc:docMk/>
            <pc:sldMk cId="4067577602" sldId="2605"/>
            <ac:spMk id="3" creationId="{00000000-0000-0000-0000-000000000000}"/>
          </ac:spMkLst>
        </pc:spChg>
        <pc:spChg chg="add del mod">
          <ac:chgData name="Xin Luo" userId="82312ee5779919a4" providerId="LiveId" clId="{3C4A7AF4-6488-5041-B432-D36EF53163D3}" dt="2023-02-22T14:18:41.269" v="1148" actId="478"/>
          <ac:spMkLst>
            <pc:docMk/>
            <pc:sldMk cId="4067577602" sldId="2605"/>
            <ac:spMk id="4" creationId="{3684DBBF-D5C3-AAFB-5142-DEFC9143FCE7}"/>
          </ac:spMkLst>
        </pc:spChg>
        <pc:spChg chg="del">
          <ac:chgData name="Xin Luo" userId="82312ee5779919a4" providerId="LiveId" clId="{3C4A7AF4-6488-5041-B432-D36EF53163D3}" dt="2023-02-22T13:47:47.275" v="383" actId="478"/>
          <ac:spMkLst>
            <pc:docMk/>
            <pc:sldMk cId="4067577602" sldId="2605"/>
            <ac:spMk id="5" creationId="{8CB3051E-1455-F2D6-027A-C359D1264B18}"/>
          </ac:spMkLst>
        </pc:spChg>
        <pc:spChg chg="add mod">
          <ac:chgData name="Xin Luo" userId="82312ee5779919a4" providerId="LiveId" clId="{3C4A7AF4-6488-5041-B432-D36EF53163D3}" dt="2023-02-23T01:16:39.011" v="1571" actId="1037"/>
          <ac:spMkLst>
            <pc:docMk/>
            <pc:sldMk cId="4067577602" sldId="2605"/>
            <ac:spMk id="15" creationId="{8F7436BD-0CD5-04DA-2B44-925CE86CF70D}"/>
          </ac:spMkLst>
        </pc:spChg>
        <pc:spChg chg="add mod">
          <ac:chgData name="Xin Luo" userId="82312ee5779919a4" providerId="LiveId" clId="{3C4A7AF4-6488-5041-B432-D36EF53163D3}" dt="2023-02-22T14:35:48.413" v="1376" actId="1076"/>
          <ac:spMkLst>
            <pc:docMk/>
            <pc:sldMk cId="4067577602" sldId="2605"/>
            <ac:spMk id="16" creationId="{5E1E7D79-A815-9A32-ABAB-129BFCE643F1}"/>
          </ac:spMkLst>
        </pc:spChg>
        <pc:spChg chg="mod">
          <ac:chgData name="Xin Luo" userId="82312ee5779919a4" providerId="LiveId" clId="{3C4A7AF4-6488-5041-B432-D36EF53163D3}" dt="2023-02-22T14:25:21.534" v="1184" actId="115"/>
          <ac:spMkLst>
            <pc:docMk/>
            <pc:sldMk cId="4067577602" sldId="2605"/>
            <ac:spMk id="17" creationId="{9E05FFCA-3371-AF5C-381D-71D984055F5A}"/>
          </ac:spMkLst>
        </pc:spChg>
        <pc:picChg chg="add mod">
          <ac:chgData name="Xin Luo" userId="82312ee5779919a4" providerId="LiveId" clId="{3C4A7AF4-6488-5041-B432-D36EF53163D3}" dt="2023-02-22T14:36:37.590" v="1394" actId="1076"/>
          <ac:picMkLst>
            <pc:docMk/>
            <pc:sldMk cId="4067577602" sldId="2605"/>
            <ac:picMk id="7" creationId="{C7993E05-4ADB-9D0C-E633-5749F445E479}"/>
          </ac:picMkLst>
        </pc:picChg>
        <pc:picChg chg="add del mod">
          <ac:chgData name="Xin Luo" userId="82312ee5779919a4" providerId="LiveId" clId="{3C4A7AF4-6488-5041-B432-D36EF53163D3}" dt="2023-02-22T14:24:46.251" v="1173" actId="478"/>
          <ac:picMkLst>
            <pc:docMk/>
            <pc:sldMk cId="4067577602" sldId="2605"/>
            <ac:picMk id="9" creationId="{D4A1F7D5-C3DE-337A-6369-48B839C7030D}"/>
          </ac:picMkLst>
        </pc:picChg>
        <pc:picChg chg="add mod">
          <ac:chgData name="Xin Luo" userId="82312ee5779919a4" providerId="LiveId" clId="{3C4A7AF4-6488-5041-B432-D36EF53163D3}" dt="2023-02-22T14:36:43.182" v="1396" actId="1076"/>
          <ac:picMkLst>
            <pc:docMk/>
            <pc:sldMk cId="4067577602" sldId="2605"/>
            <ac:picMk id="10" creationId="{26D555B6-DE11-BF17-8D9F-B5F93A876835}"/>
          </ac:picMkLst>
        </pc:picChg>
        <pc:picChg chg="del">
          <ac:chgData name="Xin Luo" userId="82312ee5779919a4" providerId="LiveId" clId="{3C4A7AF4-6488-5041-B432-D36EF53163D3}" dt="2023-02-22T13:47:45.826" v="382" actId="478"/>
          <ac:picMkLst>
            <pc:docMk/>
            <pc:sldMk cId="4067577602" sldId="2605"/>
            <ac:picMk id="1026" creationId="{9270A6EE-B03E-77C5-630F-E811251395A0}"/>
          </ac:picMkLst>
        </pc:picChg>
        <pc:picChg chg="add mod">
          <ac:chgData name="Xin Luo" userId="82312ee5779919a4" providerId="LiveId" clId="{3C4A7AF4-6488-5041-B432-D36EF53163D3}" dt="2023-02-22T14:34:30.005" v="1302" actId="1036"/>
          <ac:picMkLst>
            <pc:docMk/>
            <pc:sldMk cId="4067577602" sldId="2605"/>
            <ac:picMk id="1028" creationId="{9FA49340-63F1-4959-1786-FD893DE76CE9}"/>
          </ac:picMkLst>
        </pc:picChg>
        <pc:picChg chg="add mod">
          <ac:chgData name="Xin Luo" userId="82312ee5779919a4" providerId="LiveId" clId="{3C4A7AF4-6488-5041-B432-D36EF53163D3}" dt="2023-02-22T14:36:33.444" v="1393" actId="1076"/>
          <ac:picMkLst>
            <pc:docMk/>
            <pc:sldMk cId="4067577602" sldId="2605"/>
            <ac:picMk id="1030" creationId="{35CDAC06-D9CF-2AC8-535E-A1B01EC14218}"/>
          </ac:picMkLst>
        </pc:picChg>
        <pc:picChg chg="add mod">
          <ac:chgData name="Xin Luo" userId="82312ee5779919a4" providerId="LiveId" clId="{3C4A7AF4-6488-5041-B432-D36EF53163D3}" dt="2023-02-22T14:35:58.140" v="1379" actId="14100"/>
          <ac:picMkLst>
            <pc:docMk/>
            <pc:sldMk cId="4067577602" sldId="2605"/>
            <ac:picMk id="1032" creationId="{AFE202E8-A338-4627-93EE-5AD65BEE9525}"/>
          </ac:picMkLst>
        </pc:picChg>
        <pc:picChg chg="add mod">
          <ac:chgData name="Xin Luo" userId="82312ee5779919a4" providerId="LiveId" clId="{3C4A7AF4-6488-5041-B432-D36EF53163D3}" dt="2023-02-22T14:34:30.005" v="1302" actId="1036"/>
          <ac:picMkLst>
            <pc:docMk/>
            <pc:sldMk cId="4067577602" sldId="2605"/>
            <ac:picMk id="1034" creationId="{D5CBEF68-23C0-8F4A-FA5F-CB6BCAE76176}"/>
          </ac:picMkLst>
        </pc:picChg>
        <pc:picChg chg="add mod">
          <ac:chgData name="Xin Luo" userId="82312ee5779919a4" providerId="LiveId" clId="{3C4A7AF4-6488-5041-B432-D36EF53163D3}" dt="2023-02-22T14:34:36.142" v="1309" actId="1035"/>
          <ac:picMkLst>
            <pc:docMk/>
            <pc:sldMk cId="4067577602" sldId="2605"/>
            <ac:picMk id="1036" creationId="{5E2738F1-9461-1F5B-3007-2AA2AD20C330}"/>
          </ac:picMkLst>
        </pc:picChg>
        <pc:cxnChg chg="add mod">
          <ac:chgData name="Xin Luo" userId="82312ee5779919a4" providerId="LiveId" clId="{3C4A7AF4-6488-5041-B432-D36EF53163D3}" dt="2023-02-22T14:33:32.573" v="1248" actId="14100"/>
          <ac:cxnSpMkLst>
            <pc:docMk/>
            <pc:sldMk cId="4067577602" sldId="2605"/>
            <ac:cxnSpMk id="12" creationId="{78FA799A-1F2C-F1DA-9F71-B1B8AFBC5758}"/>
          </ac:cxnSpMkLst>
        </pc:cxnChg>
      </pc:sldChg>
      <pc:sldChg chg="del">
        <pc:chgData name="Xin Luo" userId="82312ee5779919a4" providerId="LiveId" clId="{3C4A7AF4-6488-5041-B432-D36EF53163D3}" dt="2023-02-22T05:30:52.002" v="3" actId="2696"/>
        <pc:sldMkLst>
          <pc:docMk/>
          <pc:sldMk cId="2688334957" sldId="2705"/>
        </pc:sldMkLst>
      </pc:sldChg>
      <pc:sldChg chg="del">
        <pc:chgData name="Xin Luo" userId="82312ee5779919a4" providerId="LiveId" clId="{3C4A7AF4-6488-5041-B432-D36EF53163D3}" dt="2023-02-22T05:30:51.986" v="2" actId="2696"/>
        <pc:sldMkLst>
          <pc:docMk/>
          <pc:sldMk cId="2464444856" sldId="2706"/>
        </pc:sldMkLst>
      </pc:sldChg>
      <pc:sldChg chg="del">
        <pc:chgData name="Xin Luo" userId="82312ee5779919a4" providerId="LiveId" clId="{3C4A7AF4-6488-5041-B432-D36EF53163D3}" dt="2023-02-22T05:30:51.983" v="1" actId="2696"/>
        <pc:sldMkLst>
          <pc:docMk/>
          <pc:sldMk cId="1602808061" sldId="2707"/>
        </pc:sldMkLst>
      </pc:sldChg>
      <pc:sldChg chg="modSp mod">
        <pc:chgData name="Xin Luo" userId="82312ee5779919a4" providerId="LiveId" clId="{3C4A7AF4-6488-5041-B432-D36EF53163D3}" dt="2023-02-22T07:27:49.994" v="45" actId="20577"/>
        <pc:sldMkLst>
          <pc:docMk/>
          <pc:sldMk cId="1658607177" sldId="2708"/>
        </pc:sldMkLst>
        <pc:spChg chg="mod">
          <ac:chgData name="Xin Luo" userId="82312ee5779919a4" providerId="LiveId" clId="{3C4A7AF4-6488-5041-B432-D36EF53163D3}" dt="2023-02-22T05:30:59.167" v="9" actId="20577"/>
          <ac:spMkLst>
            <pc:docMk/>
            <pc:sldMk cId="1658607177" sldId="2708"/>
            <ac:spMk id="3" creationId="{E375549C-74EF-2C8F-6432-2C52B803FB1B}"/>
          </ac:spMkLst>
        </pc:spChg>
        <pc:spChg chg="mod">
          <ac:chgData name="Xin Luo" userId="82312ee5779919a4" providerId="LiveId" clId="{3C4A7AF4-6488-5041-B432-D36EF53163D3}" dt="2023-02-22T07:27:49.994" v="45" actId="20577"/>
          <ac:spMkLst>
            <pc:docMk/>
            <pc:sldMk cId="1658607177" sldId="2708"/>
            <ac:spMk id="24" creationId="{00000000-0000-0000-0000-000000000000}"/>
          </ac:spMkLst>
        </pc:spChg>
      </pc:sldChg>
      <pc:sldChg chg="modSp add mod">
        <pc:chgData name="Xin Luo" userId="82312ee5779919a4" providerId="LiveId" clId="{3C4A7AF4-6488-5041-B432-D36EF53163D3}" dt="2023-02-23T07:39:57.891" v="2394" actId="20577"/>
        <pc:sldMkLst>
          <pc:docMk/>
          <pc:sldMk cId="481122590" sldId="2709"/>
        </pc:sldMkLst>
        <pc:spChg chg="mod">
          <ac:chgData name="Xin Luo" userId="82312ee5779919a4" providerId="LiveId" clId="{3C4A7AF4-6488-5041-B432-D36EF53163D3}" dt="2023-02-23T07:39:57.891" v="2394" actId="20577"/>
          <ac:spMkLst>
            <pc:docMk/>
            <pc:sldMk cId="481122590" sldId="2709"/>
            <ac:spMk id="7" creationId="{00000000-0000-0000-0000-000000000000}"/>
          </ac:spMkLst>
        </pc:spChg>
      </pc:sldChg>
      <pc:sldChg chg="addSp delSp modSp del mod">
        <pc:chgData name="Xin Luo" userId="82312ee5779919a4" providerId="LiveId" clId="{3C4A7AF4-6488-5041-B432-D36EF53163D3}" dt="2023-02-23T07:26:52.546" v="2336" actId="2696"/>
        <pc:sldMkLst>
          <pc:docMk/>
          <pc:sldMk cId="1257969106" sldId="2709"/>
        </pc:sldMkLst>
        <pc:spChg chg="add del mod">
          <ac:chgData name="Xin Luo" userId="82312ee5779919a4" providerId="LiveId" clId="{3C4A7AF4-6488-5041-B432-D36EF53163D3}" dt="2023-02-23T07:23:16.824" v="2299"/>
          <ac:spMkLst>
            <pc:docMk/>
            <pc:sldMk cId="1257969106" sldId="2709"/>
            <ac:spMk id="2" creationId="{4F16F311-539C-1B93-3CE1-715CE6FEC011}"/>
          </ac:spMkLst>
        </pc:spChg>
        <pc:spChg chg="add del mod">
          <ac:chgData name="Xin Luo" userId="82312ee5779919a4" providerId="LiveId" clId="{3C4A7AF4-6488-5041-B432-D36EF53163D3}" dt="2023-02-23T07:23:16.824" v="2299"/>
          <ac:spMkLst>
            <pc:docMk/>
            <pc:sldMk cId="1257969106" sldId="2709"/>
            <ac:spMk id="4" creationId="{883EF12F-27CE-609F-1E57-59730B969DB2}"/>
          </ac:spMkLst>
        </pc:spChg>
        <pc:spChg chg="mod">
          <ac:chgData name="Xin Luo" userId="82312ee5779919a4" providerId="LiveId" clId="{3C4A7AF4-6488-5041-B432-D36EF53163D3}" dt="2023-02-23T07:23:37.260" v="2303" actId="20577"/>
          <ac:spMkLst>
            <pc:docMk/>
            <pc:sldMk cId="1257969106" sldId="2709"/>
            <ac:spMk id="7" creationId="{00000000-0000-0000-0000-000000000000}"/>
          </ac:spMkLst>
        </pc:spChg>
      </pc:sldChg>
      <pc:sldChg chg="del">
        <pc:chgData name="Xin Luo" userId="82312ee5779919a4" providerId="LiveId" clId="{3C4A7AF4-6488-5041-B432-D36EF53163D3}" dt="2023-02-22T07:32:46.487" v="311" actId="2696"/>
        <pc:sldMkLst>
          <pc:docMk/>
          <pc:sldMk cId="2744383376" sldId="2711"/>
        </pc:sldMkLst>
      </pc:sldChg>
      <pc:sldChg chg="del">
        <pc:chgData name="Xin Luo" userId="82312ee5779919a4" providerId="LiveId" clId="{3C4A7AF4-6488-5041-B432-D36EF53163D3}" dt="2023-02-22T07:32:46.489" v="312" actId="2696"/>
        <pc:sldMkLst>
          <pc:docMk/>
          <pc:sldMk cId="280619949" sldId="2714"/>
        </pc:sldMkLst>
      </pc:sldChg>
      <pc:sldChg chg="del">
        <pc:chgData name="Xin Luo" userId="82312ee5779919a4" providerId="LiveId" clId="{3C4A7AF4-6488-5041-B432-D36EF53163D3}" dt="2023-02-22T07:32:53.087" v="313" actId="2696"/>
        <pc:sldMkLst>
          <pc:docMk/>
          <pc:sldMk cId="3852391939" sldId="2715"/>
        </pc:sldMkLst>
      </pc:sldChg>
      <pc:sldChg chg="delSp modSp del mod ord">
        <pc:chgData name="Xin Luo" userId="82312ee5779919a4" providerId="LiveId" clId="{3C4A7AF4-6488-5041-B432-D36EF53163D3}" dt="2023-02-23T07:26:52.546" v="2336" actId="2696"/>
        <pc:sldMkLst>
          <pc:docMk/>
          <pc:sldMk cId="3026715585" sldId="2716"/>
        </pc:sldMkLst>
        <pc:spChg chg="mod">
          <ac:chgData name="Xin Luo" userId="82312ee5779919a4" providerId="LiveId" clId="{3C4A7AF4-6488-5041-B432-D36EF53163D3}" dt="2023-02-23T07:23:45.452" v="2305" actId="20577"/>
          <ac:spMkLst>
            <pc:docMk/>
            <pc:sldMk cId="3026715585" sldId="2716"/>
            <ac:spMk id="3" creationId="{00000000-0000-0000-0000-000000000000}"/>
          </ac:spMkLst>
        </pc:spChg>
        <pc:spChg chg="del">
          <ac:chgData name="Xin Luo" userId="82312ee5779919a4" providerId="LiveId" clId="{3C4A7AF4-6488-5041-B432-D36EF53163D3}" dt="2023-02-23T01:12:00.098" v="1532" actId="478"/>
          <ac:spMkLst>
            <pc:docMk/>
            <pc:sldMk cId="3026715585" sldId="2716"/>
            <ac:spMk id="4" creationId="{B31A8325-31D8-6F06-6D89-E39763C56875}"/>
          </ac:spMkLst>
        </pc:spChg>
        <pc:spChg chg="del">
          <ac:chgData name="Xin Luo" userId="82312ee5779919a4" providerId="LiveId" clId="{3C4A7AF4-6488-5041-B432-D36EF53163D3}" dt="2023-02-23T01:11:57.107" v="1531" actId="478"/>
          <ac:spMkLst>
            <pc:docMk/>
            <pc:sldMk cId="3026715585" sldId="2716"/>
            <ac:spMk id="17" creationId="{9E05FFCA-3371-AF5C-381D-71D984055F5A}"/>
          </ac:spMkLst>
        </pc:spChg>
      </pc:sldChg>
      <pc:sldChg chg="addSp modSp add mod">
        <pc:chgData name="Xin Luo" userId="82312ee5779919a4" providerId="LiveId" clId="{3C4A7AF4-6488-5041-B432-D36EF53163D3}" dt="2023-02-23T07:58:34.775" v="2627" actId="20577"/>
        <pc:sldMkLst>
          <pc:docMk/>
          <pc:sldMk cId="3833073590" sldId="2716"/>
        </pc:sldMkLst>
        <pc:spChg chg="mod">
          <ac:chgData name="Xin Luo" userId="82312ee5779919a4" providerId="LiveId" clId="{3C4A7AF4-6488-5041-B432-D36EF53163D3}" dt="2023-02-23T07:58:34.775" v="2627" actId="20577"/>
          <ac:spMkLst>
            <pc:docMk/>
            <pc:sldMk cId="3833073590" sldId="2716"/>
            <ac:spMk id="2" creationId="{631AADB6-C88A-D817-4683-FC087E4E240F}"/>
          </ac:spMkLst>
        </pc:spChg>
        <pc:spChg chg="mod">
          <ac:chgData name="Xin Luo" userId="82312ee5779919a4" providerId="LiveId" clId="{3C4A7AF4-6488-5041-B432-D36EF53163D3}" dt="2023-02-23T07:40:13.902" v="2397" actId="20577"/>
          <ac:spMkLst>
            <pc:docMk/>
            <pc:sldMk cId="3833073590" sldId="2716"/>
            <ac:spMk id="3" creationId="{00000000-0000-0000-0000-000000000000}"/>
          </ac:spMkLst>
        </pc:spChg>
        <pc:spChg chg="add mod">
          <ac:chgData name="Xin Luo" userId="82312ee5779919a4" providerId="LiveId" clId="{3C4A7AF4-6488-5041-B432-D36EF53163D3}" dt="2023-02-23T07:55:19.067" v="2577" actId="115"/>
          <ac:spMkLst>
            <pc:docMk/>
            <pc:sldMk cId="3833073590" sldId="2716"/>
            <ac:spMk id="5" creationId="{9F4AEA98-0C33-E82A-EB75-839D0F0B55A4}"/>
          </ac:spMkLst>
        </pc:spChg>
      </pc:sldChg>
      <pc:sldChg chg="del">
        <pc:chgData name="Xin Luo" userId="82312ee5779919a4" providerId="LiveId" clId="{3C4A7AF4-6488-5041-B432-D36EF53163D3}" dt="2023-02-22T07:32:53.106" v="315" actId="2696"/>
        <pc:sldMkLst>
          <pc:docMk/>
          <pc:sldMk cId="4136986794" sldId="2717"/>
        </pc:sldMkLst>
      </pc:sldChg>
      <pc:sldChg chg="del">
        <pc:chgData name="Xin Luo" userId="82312ee5779919a4" providerId="LiveId" clId="{3C4A7AF4-6488-5041-B432-D36EF53163D3}" dt="2023-02-22T07:32:53.089" v="314" actId="2696"/>
        <pc:sldMkLst>
          <pc:docMk/>
          <pc:sldMk cId="1778017482" sldId="2718"/>
        </pc:sldMkLst>
      </pc:sldChg>
      <pc:sldChg chg="modSp del mod ord">
        <pc:chgData name="Xin Luo" userId="82312ee5779919a4" providerId="LiveId" clId="{3C4A7AF4-6488-5041-B432-D36EF53163D3}" dt="2023-02-23T07:26:52.546" v="2336" actId="2696"/>
        <pc:sldMkLst>
          <pc:docMk/>
          <pc:sldMk cId="1858913004" sldId="2719"/>
        </pc:sldMkLst>
        <pc:spChg chg="mod">
          <ac:chgData name="Xin Luo" userId="82312ee5779919a4" providerId="LiveId" clId="{3C4A7AF4-6488-5041-B432-D36EF53163D3}" dt="2023-02-23T07:06:13.687" v="1964" actId="20577"/>
          <ac:spMkLst>
            <pc:docMk/>
            <pc:sldMk cId="1858913004" sldId="2719"/>
            <ac:spMk id="2" creationId="{631AADB6-C88A-D817-4683-FC087E4E240F}"/>
          </ac:spMkLst>
        </pc:spChg>
        <pc:spChg chg="mod">
          <ac:chgData name="Xin Luo" userId="82312ee5779919a4" providerId="LiveId" clId="{3C4A7AF4-6488-5041-B432-D36EF53163D3}" dt="2023-02-23T07:26:41.367" v="2335" actId="20577"/>
          <ac:spMkLst>
            <pc:docMk/>
            <pc:sldMk cId="1858913004" sldId="2719"/>
            <ac:spMk id="3" creationId="{00000000-0000-0000-0000-000000000000}"/>
          </ac:spMkLst>
        </pc:spChg>
        <pc:spChg chg="mod">
          <ac:chgData name="Xin Luo" userId="82312ee5779919a4" providerId="LiveId" clId="{3C4A7AF4-6488-5041-B432-D36EF53163D3}" dt="2023-02-23T07:18:35.599" v="2267" actId="20577"/>
          <ac:spMkLst>
            <pc:docMk/>
            <pc:sldMk cId="1858913004" sldId="2719"/>
            <ac:spMk id="5" creationId="{FCD10A89-5E0E-5D73-1D4F-9E11D943B29C}"/>
          </ac:spMkLst>
        </pc:spChg>
      </pc:sldChg>
      <pc:sldChg chg="modSp add del mod">
        <pc:chgData name="Xin Luo" userId="82312ee5779919a4" providerId="LiveId" clId="{3C4A7AF4-6488-5041-B432-D36EF53163D3}" dt="2023-02-23T07:29:10.384" v="2343" actId="2696"/>
        <pc:sldMkLst>
          <pc:docMk/>
          <pc:sldMk cId="3840444413" sldId="2719"/>
        </pc:sldMkLst>
        <pc:spChg chg="mod">
          <ac:chgData name="Xin Luo" userId="82312ee5779919a4" providerId="LiveId" clId="{3C4A7AF4-6488-5041-B432-D36EF53163D3}" dt="2023-02-23T07:27:15.924" v="2338" actId="1076"/>
          <ac:spMkLst>
            <pc:docMk/>
            <pc:sldMk cId="3840444413" sldId="2719"/>
            <ac:spMk id="5" creationId="{FCD10A89-5E0E-5D73-1D4F-9E11D943B29C}"/>
          </ac:spMkLst>
        </pc:spChg>
      </pc:sldChg>
      <pc:sldChg chg="modSp add mod ord">
        <pc:chgData name="Xin Luo" userId="82312ee5779919a4" providerId="LiveId" clId="{3C4A7AF4-6488-5041-B432-D36EF53163D3}" dt="2023-02-23T04:51:04.333" v="1905" actId="20577"/>
        <pc:sldMkLst>
          <pc:docMk/>
          <pc:sldMk cId="972163772" sldId="2720"/>
        </pc:sldMkLst>
        <pc:spChg chg="mod">
          <ac:chgData name="Xin Luo" userId="82312ee5779919a4" providerId="LiveId" clId="{3C4A7AF4-6488-5041-B432-D36EF53163D3}" dt="2023-02-23T04:51:04.333" v="1905" actId="20577"/>
          <ac:spMkLst>
            <pc:docMk/>
            <pc:sldMk cId="972163772" sldId="2720"/>
            <ac:spMk id="7" creationId="{00000000-0000-0000-0000-000000000000}"/>
          </ac:spMkLst>
        </pc:spChg>
      </pc:sldChg>
      <pc:sldChg chg="del">
        <pc:chgData name="Xin Luo" userId="82312ee5779919a4" providerId="LiveId" clId="{3C4A7AF4-6488-5041-B432-D36EF53163D3}" dt="2023-02-22T07:32:37.778" v="309" actId="2696"/>
        <pc:sldMkLst>
          <pc:docMk/>
          <pc:sldMk cId="3480831675" sldId="2720"/>
        </pc:sldMkLst>
      </pc:sldChg>
      <pc:sldChg chg="del">
        <pc:chgData name="Xin Luo" userId="82312ee5779919a4" providerId="LiveId" clId="{3C4A7AF4-6488-5041-B432-D36EF53163D3}" dt="2023-02-22T07:32:46.484" v="310" actId="2696"/>
        <pc:sldMkLst>
          <pc:docMk/>
          <pc:sldMk cId="1410676903" sldId="2721"/>
        </pc:sldMkLst>
      </pc:sldChg>
      <pc:sldChg chg="delSp modSp add mod ord">
        <pc:chgData name="Xin Luo" userId="82312ee5779919a4" providerId="LiveId" clId="{3C4A7AF4-6488-5041-B432-D36EF53163D3}" dt="2023-02-23T07:12:50.196" v="2062" actId="478"/>
        <pc:sldMkLst>
          <pc:docMk/>
          <pc:sldMk cId="2689695864" sldId="2721"/>
        </pc:sldMkLst>
        <pc:spChg chg="mod">
          <ac:chgData name="Xin Luo" userId="82312ee5779919a4" providerId="LiveId" clId="{3C4A7AF4-6488-5041-B432-D36EF53163D3}" dt="2023-02-23T07:07:57.259" v="2017" actId="20577"/>
          <ac:spMkLst>
            <pc:docMk/>
            <pc:sldMk cId="2689695864" sldId="2721"/>
            <ac:spMk id="2" creationId="{631AADB6-C88A-D817-4683-FC087E4E240F}"/>
          </ac:spMkLst>
        </pc:spChg>
        <pc:spChg chg="mod">
          <ac:chgData name="Xin Luo" userId="82312ee5779919a4" providerId="LiveId" clId="{3C4A7AF4-6488-5041-B432-D36EF53163D3}" dt="2023-02-23T07:07:20.323" v="1987"/>
          <ac:spMkLst>
            <pc:docMk/>
            <pc:sldMk cId="2689695864" sldId="2721"/>
            <ac:spMk id="3" creationId="{00000000-0000-0000-0000-000000000000}"/>
          </ac:spMkLst>
        </pc:spChg>
        <pc:spChg chg="del">
          <ac:chgData name="Xin Luo" userId="82312ee5779919a4" providerId="LiveId" clId="{3C4A7AF4-6488-5041-B432-D36EF53163D3}" dt="2023-02-23T07:12:50.196" v="2062" actId="478"/>
          <ac:spMkLst>
            <pc:docMk/>
            <pc:sldMk cId="2689695864" sldId="2721"/>
            <ac:spMk id="4" creationId="{B31A8325-31D8-6F06-6D89-E39763C56875}"/>
          </ac:spMkLst>
        </pc:spChg>
        <pc:spChg chg="mod">
          <ac:chgData name="Xin Luo" userId="82312ee5779919a4" providerId="LiveId" clId="{3C4A7AF4-6488-5041-B432-D36EF53163D3}" dt="2023-02-23T07:09:59.951" v="2061" actId="20577"/>
          <ac:spMkLst>
            <pc:docMk/>
            <pc:sldMk cId="2689695864" sldId="2721"/>
            <ac:spMk id="17" creationId="{9E05FFCA-3371-AF5C-381D-71D984055F5A}"/>
          </ac:spMkLst>
        </pc:spChg>
      </pc:sldChg>
      <pc:sldChg chg="add del">
        <pc:chgData name="Xin Luo" userId="82312ee5779919a4" providerId="LiveId" clId="{3C4A7AF4-6488-5041-B432-D36EF53163D3}" dt="2023-02-23T01:10:59.145" v="1497"/>
        <pc:sldMkLst>
          <pc:docMk/>
          <pc:sldMk cId="2910826875" sldId="2721"/>
        </pc:sldMkLst>
      </pc:sldChg>
      <pc:sldChg chg="addSp delSp modSp add mod ord">
        <pc:chgData name="Xin Luo" userId="82312ee5779919a4" providerId="LiveId" clId="{3C4A7AF4-6488-5041-B432-D36EF53163D3}" dt="2023-02-23T07:26:03.168" v="2327" actId="20577"/>
        <pc:sldMkLst>
          <pc:docMk/>
          <pc:sldMk cId="1209572041" sldId="2722"/>
        </pc:sldMkLst>
        <pc:spChg chg="del mod">
          <ac:chgData name="Xin Luo" userId="82312ee5779919a4" providerId="LiveId" clId="{3C4A7AF4-6488-5041-B432-D36EF53163D3}" dt="2023-02-23T07:25:48.882" v="2315" actId="478"/>
          <ac:spMkLst>
            <pc:docMk/>
            <pc:sldMk cId="1209572041" sldId="2722"/>
            <ac:spMk id="2" creationId="{631AADB6-C88A-D817-4683-FC087E4E240F}"/>
          </ac:spMkLst>
        </pc:spChg>
        <pc:spChg chg="mod">
          <ac:chgData name="Xin Luo" userId="82312ee5779919a4" providerId="LiveId" clId="{3C4A7AF4-6488-5041-B432-D36EF53163D3}" dt="2023-02-23T07:26:03.168" v="2327" actId="20577"/>
          <ac:spMkLst>
            <pc:docMk/>
            <pc:sldMk cId="1209572041" sldId="2722"/>
            <ac:spMk id="3" creationId="{00000000-0000-0000-0000-000000000000}"/>
          </ac:spMkLst>
        </pc:spChg>
        <pc:spChg chg="add del mod">
          <ac:chgData name="Xin Luo" userId="82312ee5779919a4" providerId="LiveId" clId="{3C4A7AF4-6488-5041-B432-D36EF53163D3}" dt="2023-02-23T07:25:42.840" v="2313" actId="478"/>
          <ac:spMkLst>
            <pc:docMk/>
            <pc:sldMk cId="1209572041" sldId="2722"/>
            <ac:spMk id="4" creationId="{1142D573-39B3-7F92-D797-85454C098638}"/>
          </ac:spMkLst>
        </pc:spChg>
        <pc:spChg chg="add del mod">
          <ac:chgData name="Xin Luo" userId="82312ee5779919a4" providerId="LiveId" clId="{3C4A7AF4-6488-5041-B432-D36EF53163D3}" dt="2023-02-23T07:25:42.840" v="2313" actId="478"/>
          <ac:spMkLst>
            <pc:docMk/>
            <pc:sldMk cId="1209572041" sldId="2722"/>
            <ac:spMk id="5" creationId="{A5864BEB-996C-F0AF-3A0B-26BB46B4EE87}"/>
          </ac:spMkLst>
        </pc:spChg>
        <pc:spChg chg="add del mod">
          <ac:chgData name="Xin Luo" userId="82312ee5779919a4" providerId="LiveId" clId="{3C4A7AF4-6488-5041-B432-D36EF53163D3}" dt="2023-02-23T07:25:48.882" v="2315" actId="478"/>
          <ac:spMkLst>
            <pc:docMk/>
            <pc:sldMk cId="1209572041" sldId="2722"/>
            <ac:spMk id="6" creationId="{D5048D8D-770E-37C2-8271-C710C5C8E2D0}"/>
          </ac:spMkLst>
        </pc:spChg>
        <pc:spChg chg="add del mod">
          <ac:chgData name="Xin Luo" userId="82312ee5779919a4" providerId="LiveId" clId="{3C4A7AF4-6488-5041-B432-D36EF53163D3}" dt="2023-02-23T07:25:48.882" v="2315" actId="478"/>
          <ac:spMkLst>
            <pc:docMk/>
            <pc:sldMk cId="1209572041" sldId="2722"/>
            <ac:spMk id="8" creationId="{196BD59A-0CC5-48B3-F0DD-26A59FE6A391}"/>
          </ac:spMkLst>
        </pc:spChg>
        <pc:spChg chg="add del mod">
          <ac:chgData name="Xin Luo" userId="82312ee5779919a4" providerId="LiveId" clId="{3C4A7AF4-6488-5041-B432-D36EF53163D3}" dt="2023-02-23T07:25:48.882" v="2315" actId="478"/>
          <ac:spMkLst>
            <pc:docMk/>
            <pc:sldMk cId="1209572041" sldId="2722"/>
            <ac:spMk id="9" creationId="{C753F62A-4457-3186-8C22-1660EC8CABE8}"/>
          </ac:spMkLst>
        </pc:spChg>
        <pc:spChg chg="add mod">
          <ac:chgData name="Xin Luo" userId="82312ee5779919a4" providerId="LiveId" clId="{3C4A7AF4-6488-5041-B432-D36EF53163D3}" dt="2023-02-23T07:25:49.454" v="2316"/>
          <ac:spMkLst>
            <pc:docMk/>
            <pc:sldMk cId="1209572041" sldId="2722"/>
            <ac:spMk id="11" creationId="{53A7E693-8098-76C4-CD5D-47166ABEB164}"/>
          </ac:spMkLst>
        </pc:spChg>
        <pc:spChg chg="add mod">
          <ac:chgData name="Xin Luo" userId="82312ee5779919a4" providerId="LiveId" clId="{3C4A7AF4-6488-5041-B432-D36EF53163D3}" dt="2023-02-23T07:25:49.454" v="2316"/>
          <ac:spMkLst>
            <pc:docMk/>
            <pc:sldMk cId="1209572041" sldId="2722"/>
            <ac:spMk id="13" creationId="{303BC878-BC57-D350-27A3-F03AE48213AC}"/>
          </ac:spMkLst>
        </pc:spChg>
        <pc:spChg chg="add mod">
          <ac:chgData name="Xin Luo" userId="82312ee5779919a4" providerId="LiveId" clId="{3C4A7AF4-6488-5041-B432-D36EF53163D3}" dt="2023-02-23T07:25:49.454" v="2316"/>
          <ac:spMkLst>
            <pc:docMk/>
            <pc:sldMk cId="1209572041" sldId="2722"/>
            <ac:spMk id="14" creationId="{0DADB612-499B-577C-8C56-FA81A4204DD1}"/>
          </ac:spMkLst>
        </pc:spChg>
        <pc:spChg chg="del">
          <ac:chgData name="Xin Luo" userId="82312ee5779919a4" providerId="LiveId" clId="{3C4A7AF4-6488-5041-B432-D36EF53163D3}" dt="2023-02-23T01:32:29.566" v="1590" actId="478"/>
          <ac:spMkLst>
            <pc:docMk/>
            <pc:sldMk cId="1209572041" sldId="2722"/>
            <ac:spMk id="15" creationId="{8F7436BD-0CD5-04DA-2B44-925CE86CF70D}"/>
          </ac:spMkLst>
        </pc:spChg>
        <pc:spChg chg="del">
          <ac:chgData name="Xin Luo" userId="82312ee5779919a4" providerId="LiveId" clId="{3C4A7AF4-6488-5041-B432-D36EF53163D3}" dt="2023-02-23T01:32:29.566" v="1590" actId="478"/>
          <ac:spMkLst>
            <pc:docMk/>
            <pc:sldMk cId="1209572041" sldId="2722"/>
            <ac:spMk id="16" creationId="{5E1E7D79-A815-9A32-ABAB-129BFCE643F1}"/>
          </ac:spMkLst>
        </pc:spChg>
        <pc:spChg chg="del">
          <ac:chgData name="Xin Luo" userId="82312ee5779919a4" providerId="LiveId" clId="{3C4A7AF4-6488-5041-B432-D36EF53163D3}" dt="2023-02-23T01:32:26.511" v="1589" actId="478"/>
          <ac:spMkLst>
            <pc:docMk/>
            <pc:sldMk cId="1209572041" sldId="2722"/>
            <ac:spMk id="17" creationId="{9E05FFCA-3371-AF5C-381D-71D984055F5A}"/>
          </ac:spMkLst>
        </pc:spChg>
        <pc:picChg chg="del">
          <ac:chgData name="Xin Luo" userId="82312ee5779919a4" providerId="LiveId" clId="{3C4A7AF4-6488-5041-B432-D36EF53163D3}" dt="2023-02-23T01:32:29.566" v="1590" actId="478"/>
          <ac:picMkLst>
            <pc:docMk/>
            <pc:sldMk cId="1209572041" sldId="2722"/>
            <ac:picMk id="7" creationId="{C7993E05-4ADB-9D0C-E633-5749F445E479}"/>
          </ac:picMkLst>
        </pc:picChg>
        <pc:picChg chg="del">
          <ac:chgData name="Xin Luo" userId="82312ee5779919a4" providerId="LiveId" clId="{3C4A7AF4-6488-5041-B432-D36EF53163D3}" dt="2023-02-23T01:32:29.566" v="1590" actId="478"/>
          <ac:picMkLst>
            <pc:docMk/>
            <pc:sldMk cId="1209572041" sldId="2722"/>
            <ac:picMk id="10" creationId="{26D555B6-DE11-BF17-8D9F-B5F93A876835}"/>
          </ac:picMkLst>
        </pc:picChg>
        <pc:picChg chg="del">
          <ac:chgData name="Xin Luo" userId="82312ee5779919a4" providerId="LiveId" clId="{3C4A7AF4-6488-5041-B432-D36EF53163D3}" dt="2023-02-23T01:32:29.566" v="1590" actId="478"/>
          <ac:picMkLst>
            <pc:docMk/>
            <pc:sldMk cId="1209572041" sldId="2722"/>
            <ac:picMk id="1028" creationId="{9FA49340-63F1-4959-1786-FD893DE76CE9}"/>
          </ac:picMkLst>
        </pc:picChg>
        <pc:picChg chg="del">
          <ac:chgData name="Xin Luo" userId="82312ee5779919a4" providerId="LiveId" clId="{3C4A7AF4-6488-5041-B432-D36EF53163D3}" dt="2023-02-23T01:32:29.566" v="1590" actId="478"/>
          <ac:picMkLst>
            <pc:docMk/>
            <pc:sldMk cId="1209572041" sldId="2722"/>
            <ac:picMk id="1030" creationId="{35CDAC06-D9CF-2AC8-535E-A1B01EC14218}"/>
          </ac:picMkLst>
        </pc:picChg>
        <pc:picChg chg="del">
          <ac:chgData name="Xin Luo" userId="82312ee5779919a4" providerId="LiveId" clId="{3C4A7AF4-6488-5041-B432-D36EF53163D3}" dt="2023-02-23T01:32:29.566" v="1590" actId="478"/>
          <ac:picMkLst>
            <pc:docMk/>
            <pc:sldMk cId="1209572041" sldId="2722"/>
            <ac:picMk id="1032" creationId="{AFE202E8-A338-4627-93EE-5AD65BEE9525}"/>
          </ac:picMkLst>
        </pc:picChg>
        <pc:picChg chg="del">
          <ac:chgData name="Xin Luo" userId="82312ee5779919a4" providerId="LiveId" clId="{3C4A7AF4-6488-5041-B432-D36EF53163D3}" dt="2023-02-23T01:32:29.566" v="1590" actId="478"/>
          <ac:picMkLst>
            <pc:docMk/>
            <pc:sldMk cId="1209572041" sldId="2722"/>
            <ac:picMk id="1034" creationId="{D5CBEF68-23C0-8F4A-FA5F-CB6BCAE76176}"/>
          </ac:picMkLst>
        </pc:picChg>
        <pc:picChg chg="del">
          <ac:chgData name="Xin Luo" userId="82312ee5779919a4" providerId="LiveId" clId="{3C4A7AF4-6488-5041-B432-D36EF53163D3}" dt="2023-02-23T01:32:29.566" v="1590" actId="478"/>
          <ac:picMkLst>
            <pc:docMk/>
            <pc:sldMk cId="1209572041" sldId="2722"/>
            <ac:picMk id="1036" creationId="{5E2738F1-9461-1F5B-3007-2AA2AD20C330}"/>
          </ac:picMkLst>
        </pc:picChg>
        <pc:cxnChg chg="del">
          <ac:chgData name="Xin Luo" userId="82312ee5779919a4" providerId="LiveId" clId="{3C4A7AF4-6488-5041-B432-D36EF53163D3}" dt="2023-02-23T01:32:29.566" v="1590" actId="478"/>
          <ac:cxnSpMkLst>
            <pc:docMk/>
            <pc:sldMk cId="1209572041" sldId="2722"/>
            <ac:cxnSpMk id="12" creationId="{78FA799A-1F2C-F1DA-9F71-B1B8AFBC5758}"/>
          </ac:cxnSpMkLst>
        </pc:cxnChg>
      </pc:sldChg>
      <pc:sldChg chg="add del">
        <pc:chgData name="Xin Luo" userId="82312ee5779919a4" providerId="LiveId" clId="{3C4A7AF4-6488-5041-B432-D36EF53163D3}" dt="2023-02-23T01:15:26.280" v="1535"/>
        <pc:sldMkLst>
          <pc:docMk/>
          <pc:sldMk cId="1287359691" sldId="2722"/>
        </pc:sldMkLst>
      </pc:sldChg>
      <pc:sldChg chg="add del">
        <pc:chgData name="Xin Luo" userId="82312ee5779919a4" providerId="LiveId" clId="{3C4A7AF4-6488-5041-B432-D36EF53163D3}" dt="2023-02-23T04:49:30.686" v="1883" actId="2696"/>
        <pc:sldMkLst>
          <pc:docMk/>
          <pc:sldMk cId="510300836" sldId="2723"/>
        </pc:sldMkLst>
      </pc:sldChg>
      <pc:sldChg chg="addSp delSp modSp add del mod">
        <pc:chgData name="Xin Luo" userId="82312ee5779919a4" providerId="LiveId" clId="{3C4A7AF4-6488-5041-B432-D36EF53163D3}" dt="2023-02-23T07:26:33.576" v="2330" actId="2696"/>
        <pc:sldMkLst>
          <pc:docMk/>
          <pc:sldMk cId="2794277739" sldId="2723"/>
        </pc:sldMkLst>
        <pc:spChg chg="mod">
          <ac:chgData name="Xin Luo" userId="82312ee5779919a4" providerId="LiveId" clId="{3C4A7AF4-6488-5041-B432-D36EF53163D3}" dt="2023-02-23T07:06:24.407" v="1980" actId="20577"/>
          <ac:spMkLst>
            <pc:docMk/>
            <pc:sldMk cId="2794277739" sldId="2723"/>
            <ac:spMk id="2" creationId="{631AADB6-C88A-D817-4683-FC087E4E240F}"/>
          </ac:spMkLst>
        </pc:spChg>
        <pc:spChg chg="add mod">
          <ac:chgData name="Xin Luo" userId="82312ee5779919a4" providerId="LiveId" clId="{3C4A7AF4-6488-5041-B432-D36EF53163D3}" dt="2023-02-23T07:19:15.938" v="2297" actId="1076"/>
          <ac:spMkLst>
            <pc:docMk/>
            <pc:sldMk cId="2794277739" sldId="2723"/>
            <ac:spMk id="4" creationId="{7D2A1925-7BBA-27BB-70E3-C015303A4605}"/>
          </ac:spMkLst>
        </pc:spChg>
        <pc:spChg chg="mod">
          <ac:chgData name="Xin Luo" userId="82312ee5779919a4" providerId="LiveId" clId="{3C4A7AF4-6488-5041-B432-D36EF53163D3}" dt="2023-02-23T07:19:11.984" v="2296" actId="1035"/>
          <ac:spMkLst>
            <pc:docMk/>
            <pc:sldMk cId="2794277739" sldId="2723"/>
            <ac:spMk id="5" creationId="{FCD10A89-5E0E-5D73-1D4F-9E11D943B29C}"/>
          </ac:spMkLst>
        </pc:spChg>
        <pc:spChg chg="add del mod">
          <ac:chgData name="Xin Luo" userId="82312ee5779919a4" providerId="LiveId" clId="{3C4A7AF4-6488-5041-B432-D36EF53163D3}" dt="2023-02-23T07:18:49.470" v="2269" actId="478"/>
          <ac:spMkLst>
            <pc:docMk/>
            <pc:sldMk cId="2794277739" sldId="2723"/>
            <ac:spMk id="6" creationId="{0CFC768D-C6B8-7C78-18C8-88120E1BA164}"/>
          </ac:spMkLst>
        </pc:spChg>
      </pc:sldChg>
      <pc:sldChg chg="addSp delSp new del mod">
        <pc:chgData name="Xin Luo" userId="82312ee5779919a4" providerId="LiveId" clId="{3C4A7AF4-6488-5041-B432-D36EF53163D3}" dt="2023-02-23T07:57:59.493" v="2582" actId="2696"/>
        <pc:sldMkLst>
          <pc:docMk/>
          <pc:sldMk cId="2812212654" sldId="2723"/>
        </pc:sldMkLst>
        <pc:spChg chg="add del">
          <ac:chgData name="Xin Luo" userId="82312ee5779919a4" providerId="LiveId" clId="{3C4A7AF4-6488-5041-B432-D36EF53163D3}" dt="2023-02-23T07:57:53.654" v="2580" actId="478"/>
          <ac:spMkLst>
            <pc:docMk/>
            <pc:sldMk cId="2812212654" sldId="2723"/>
            <ac:spMk id="5" creationId="{32DB6C91-4B3F-C593-6DD6-5D44AE8A16A1}"/>
          </ac:spMkLst>
        </pc:spChg>
      </pc:sldChg>
      <pc:sldChg chg="delSp modSp add del mod">
        <pc:chgData name="Xin Luo" userId="82312ee5779919a4" providerId="LiveId" clId="{3C4A7AF4-6488-5041-B432-D36EF53163D3}" dt="2023-02-23T07:58:40.953" v="2629" actId="2696"/>
        <pc:sldMkLst>
          <pc:docMk/>
          <pc:sldMk cId="1937332499" sldId="2724"/>
        </pc:sldMkLst>
        <pc:spChg chg="del">
          <ac:chgData name="Xin Luo" userId="82312ee5779919a4" providerId="LiveId" clId="{3C4A7AF4-6488-5041-B432-D36EF53163D3}" dt="2023-02-23T07:58:08.084" v="2584" actId="478"/>
          <ac:spMkLst>
            <pc:docMk/>
            <pc:sldMk cId="1937332499" sldId="2724"/>
            <ac:spMk id="2" creationId="{631AADB6-C88A-D817-4683-FC087E4E240F}"/>
          </ac:spMkLst>
        </pc:spChg>
        <pc:spChg chg="mod">
          <ac:chgData name="Xin Luo" userId="82312ee5779919a4" providerId="LiveId" clId="{3C4A7AF4-6488-5041-B432-D36EF53163D3}" dt="2023-02-23T07:58:04.716" v="2583" actId="20577"/>
          <ac:spMkLst>
            <pc:docMk/>
            <pc:sldMk cId="1937332499" sldId="2724"/>
            <ac:spMk id="5" creationId="{9F4AEA98-0C33-E82A-EB75-839D0F0B55A4}"/>
          </ac:spMkLst>
        </pc:spChg>
      </pc:sldChg>
      <pc:sldChg chg="addSp delSp modSp add mod">
        <pc:chgData name="Xin Luo" userId="82312ee5779919a4" providerId="LiveId" clId="{3C4A7AF4-6488-5041-B432-D36EF53163D3}" dt="2023-02-23T14:01:10.568" v="6309" actId="403"/>
        <pc:sldMkLst>
          <pc:docMk/>
          <pc:sldMk cId="353940032" sldId="2725"/>
        </pc:sldMkLst>
        <pc:spChg chg="del">
          <ac:chgData name="Xin Luo" userId="82312ee5779919a4" providerId="LiveId" clId="{3C4A7AF4-6488-5041-B432-D36EF53163D3}" dt="2023-02-23T07:58:44.285" v="2630" actId="478"/>
          <ac:spMkLst>
            <pc:docMk/>
            <pc:sldMk cId="353940032" sldId="2725"/>
            <ac:spMk id="5" creationId="{9F4AEA98-0C33-E82A-EB75-839D0F0B55A4}"/>
          </ac:spMkLst>
        </pc:spChg>
        <pc:spChg chg="add del mod">
          <ac:chgData name="Xin Luo" userId="82312ee5779919a4" providerId="LiveId" clId="{3C4A7AF4-6488-5041-B432-D36EF53163D3}" dt="2023-02-23T08:03:26.952" v="2830" actId="478"/>
          <ac:spMkLst>
            <pc:docMk/>
            <pc:sldMk cId="353940032" sldId="2725"/>
            <ac:spMk id="8" creationId="{B4BD9B36-DD0F-C605-CD8A-4496EF1E69FB}"/>
          </ac:spMkLst>
        </pc:spChg>
        <pc:spChg chg="add del mod">
          <ac:chgData name="Xin Luo" userId="82312ee5779919a4" providerId="LiveId" clId="{3C4A7AF4-6488-5041-B432-D36EF53163D3}" dt="2023-02-23T08:17:02.315" v="2960" actId="478"/>
          <ac:spMkLst>
            <pc:docMk/>
            <pc:sldMk cId="353940032" sldId="2725"/>
            <ac:spMk id="9" creationId="{C5D5B32B-C0A4-3998-E51B-D49719750C93}"/>
          </ac:spMkLst>
        </pc:spChg>
        <pc:spChg chg="add del">
          <ac:chgData name="Xin Luo" userId="82312ee5779919a4" providerId="LiveId" clId="{3C4A7AF4-6488-5041-B432-D36EF53163D3}" dt="2023-02-23T08:13:11.506" v="2838" actId="22"/>
          <ac:spMkLst>
            <pc:docMk/>
            <pc:sldMk cId="353940032" sldId="2725"/>
            <ac:spMk id="11" creationId="{394DCEF2-1A72-55F4-C8F5-0A6F901EB8C5}"/>
          </ac:spMkLst>
        </pc:spChg>
        <pc:spChg chg="add del mod">
          <ac:chgData name="Xin Luo" userId="82312ee5779919a4" providerId="LiveId" clId="{3C4A7AF4-6488-5041-B432-D36EF53163D3}" dt="2023-02-23T08:13:58.411" v="2853" actId="478"/>
          <ac:spMkLst>
            <pc:docMk/>
            <pc:sldMk cId="353940032" sldId="2725"/>
            <ac:spMk id="14" creationId="{CB13D4B6-397A-405A-F3FA-3AB8A074904A}"/>
          </ac:spMkLst>
        </pc:spChg>
        <pc:spChg chg="add mod">
          <ac:chgData name="Xin Luo" userId="82312ee5779919a4" providerId="LiveId" clId="{3C4A7AF4-6488-5041-B432-D36EF53163D3}" dt="2023-02-23T14:01:07.716" v="6308" actId="1037"/>
          <ac:spMkLst>
            <pc:docMk/>
            <pc:sldMk cId="353940032" sldId="2725"/>
            <ac:spMk id="18" creationId="{EA1F849C-A369-B918-F9E4-7A2F143D4F50}"/>
          </ac:spMkLst>
        </pc:spChg>
        <pc:spChg chg="add mod">
          <ac:chgData name="Xin Luo" userId="82312ee5779919a4" providerId="LiveId" clId="{3C4A7AF4-6488-5041-B432-D36EF53163D3}" dt="2023-02-23T14:01:07.716" v="6308" actId="1037"/>
          <ac:spMkLst>
            <pc:docMk/>
            <pc:sldMk cId="353940032" sldId="2725"/>
            <ac:spMk id="23" creationId="{86451A61-9A98-4F6C-FD33-95BBB6A82E9B}"/>
          </ac:spMkLst>
        </pc:spChg>
        <pc:spChg chg="add mod">
          <ac:chgData name="Xin Luo" userId="82312ee5779919a4" providerId="LiveId" clId="{3C4A7AF4-6488-5041-B432-D36EF53163D3}" dt="2023-02-23T14:01:07.716" v="6308" actId="1037"/>
          <ac:spMkLst>
            <pc:docMk/>
            <pc:sldMk cId="353940032" sldId="2725"/>
            <ac:spMk id="27" creationId="{B5505DF4-B06F-0E86-A93E-D8AA97280A97}"/>
          </ac:spMkLst>
        </pc:spChg>
        <pc:spChg chg="add mod">
          <ac:chgData name="Xin Luo" userId="82312ee5779919a4" providerId="LiveId" clId="{3C4A7AF4-6488-5041-B432-D36EF53163D3}" dt="2023-02-23T14:01:07.716" v="6308" actId="1037"/>
          <ac:spMkLst>
            <pc:docMk/>
            <pc:sldMk cId="353940032" sldId="2725"/>
            <ac:spMk id="32" creationId="{4C666A96-1F83-4E49-2237-FBD1F6223EE5}"/>
          </ac:spMkLst>
        </pc:spChg>
        <pc:spChg chg="add del mod">
          <ac:chgData name="Xin Luo" userId="82312ee5779919a4" providerId="LiveId" clId="{3C4A7AF4-6488-5041-B432-D36EF53163D3}" dt="2023-02-23T08:17:34.201" v="2978" actId="478"/>
          <ac:spMkLst>
            <pc:docMk/>
            <pc:sldMk cId="353940032" sldId="2725"/>
            <ac:spMk id="33" creationId="{58A165C7-14DF-84A3-969A-9CD45F1DCE16}"/>
          </ac:spMkLst>
        </pc:spChg>
        <pc:spChg chg="add mod">
          <ac:chgData name="Xin Luo" userId="82312ee5779919a4" providerId="LiveId" clId="{3C4A7AF4-6488-5041-B432-D36EF53163D3}" dt="2023-02-23T14:01:07.716" v="6308" actId="1037"/>
          <ac:spMkLst>
            <pc:docMk/>
            <pc:sldMk cId="353940032" sldId="2725"/>
            <ac:spMk id="36" creationId="{61265673-F240-13EE-D023-1E17A69A2015}"/>
          </ac:spMkLst>
        </pc:spChg>
        <pc:spChg chg="add mod">
          <ac:chgData name="Xin Luo" userId="82312ee5779919a4" providerId="LiveId" clId="{3C4A7AF4-6488-5041-B432-D36EF53163D3}" dt="2023-02-23T14:01:07.716" v="6308" actId="1037"/>
          <ac:spMkLst>
            <pc:docMk/>
            <pc:sldMk cId="353940032" sldId="2725"/>
            <ac:spMk id="41" creationId="{4AEBC326-1609-596B-8537-39F116527A31}"/>
          </ac:spMkLst>
        </pc:spChg>
        <pc:spChg chg="add mod">
          <ac:chgData name="Xin Luo" userId="82312ee5779919a4" providerId="LiveId" clId="{3C4A7AF4-6488-5041-B432-D36EF53163D3}" dt="2023-02-23T14:01:10.568" v="6309" actId="403"/>
          <ac:spMkLst>
            <pc:docMk/>
            <pc:sldMk cId="353940032" sldId="2725"/>
            <ac:spMk id="52" creationId="{BDCBD33D-9B4F-EBEE-30C8-194823DDF5C4}"/>
          </ac:spMkLst>
        </pc:spChg>
        <pc:picChg chg="add del mod">
          <ac:chgData name="Xin Luo" userId="82312ee5779919a4" providerId="LiveId" clId="{3C4A7AF4-6488-5041-B432-D36EF53163D3}" dt="2023-02-23T07:59:45.150" v="2636" actId="478"/>
          <ac:picMkLst>
            <pc:docMk/>
            <pc:sldMk cId="353940032" sldId="2725"/>
            <ac:picMk id="6" creationId="{ABF2538E-3931-684C-5309-B671AB9AA143}"/>
          </ac:picMkLst>
        </pc:picChg>
        <pc:picChg chg="add mod">
          <ac:chgData name="Xin Luo" userId="82312ee5779919a4" providerId="LiveId" clId="{3C4A7AF4-6488-5041-B432-D36EF53163D3}" dt="2023-02-23T14:01:07.716" v="6308" actId="1037"/>
          <ac:picMkLst>
            <pc:docMk/>
            <pc:sldMk cId="353940032" sldId="2725"/>
            <ac:picMk id="13" creationId="{8C9C030C-3B7C-019D-DCD0-031FFB65880B}"/>
          </ac:picMkLst>
        </pc:picChg>
        <pc:picChg chg="add del mod">
          <ac:chgData name="Xin Luo" userId="82312ee5779919a4" providerId="LiveId" clId="{3C4A7AF4-6488-5041-B432-D36EF53163D3}" dt="2023-02-23T08:14:05.156" v="2855"/>
          <ac:picMkLst>
            <pc:docMk/>
            <pc:sldMk cId="353940032" sldId="2725"/>
            <ac:picMk id="16" creationId="{77387614-61CB-0F04-BCF9-79224E134DDE}"/>
          </ac:picMkLst>
        </pc:picChg>
        <pc:picChg chg="add del mod">
          <ac:chgData name="Xin Luo" userId="82312ee5779919a4" providerId="LiveId" clId="{3C4A7AF4-6488-5041-B432-D36EF53163D3}" dt="2023-02-23T08:13:09.198" v="2836" actId="478"/>
          <ac:picMkLst>
            <pc:docMk/>
            <pc:sldMk cId="353940032" sldId="2725"/>
            <ac:picMk id="7170" creationId="{597AA3CD-2B11-EA12-7C93-7AEDDD1C97EB}"/>
          </ac:picMkLst>
        </pc:picChg>
        <pc:cxnChg chg="add mod">
          <ac:chgData name="Xin Luo" userId="82312ee5779919a4" providerId="LiveId" clId="{3C4A7AF4-6488-5041-B432-D36EF53163D3}" dt="2023-02-23T14:01:07.716" v="6308" actId="1037"/>
          <ac:cxnSpMkLst>
            <pc:docMk/>
            <pc:sldMk cId="353940032" sldId="2725"/>
            <ac:cxnSpMk id="20" creationId="{F2DADA90-0297-320A-7A9B-7BCB73C8D266}"/>
          </ac:cxnSpMkLst>
        </pc:cxnChg>
        <pc:cxnChg chg="add mod">
          <ac:chgData name="Xin Luo" userId="82312ee5779919a4" providerId="LiveId" clId="{3C4A7AF4-6488-5041-B432-D36EF53163D3}" dt="2023-02-23T14:01:07.716" v="6308" actId="1037"/>
          <ac:cxnSpMkLst>
            <pc:docMk/>
            <pc:sldMk cId="353940032" sldId="2725"/>
            <ac:cxnSpMk id="24" creationId="{82FB81A3-8873-C2B6-3A89-83770CDB4D12}"/>
          </ac:cxnSpMkLst>
        </pc:cxnChg>
        <pc:cxnChg chg="add mod">
          <ac:chgData name="Xin Luo" userId="82312ee5779919a4" providerId="LiveId" clId="{3C4A7AF4-6488-5041-B432-D36EF53163D3}" dt="2023-02-23T14:01:07.716" v="6308" actId="1037"/>
          <ac:cxnSpMkLst>
            <pc:docMk/>
            <pc:sldMk cId="353940032" sldId="2725"/>
            <ac:cxnSpMk id="28" creationId="{69368A4A-1E30-C7FF-93A8-823E0BFFDDAF}"/>
          </ac:cxnSpMkLst>
        </pc:cxnChg>
        <pc:cxnChg chg="add del mod">
          <ac:chgData name="Xin Luo" userId="82312ee5779919a4" providerId="LiveId" clId="{3C4A7AF4-6488-5041-B432-D36EF53163D3}" dt="2023-02-23T08:16:31.548" v="2938" actId="478"/>
          <ac:cxnSpMkLst>
            <pc:docMk/>
            <pc:sldMk cId="353940032" sldId="2725"/>
            <ac:cxnSpMk id="34" creationId="{BE0EC96C-0881-8776-2467-19FDCB952D04}"/>
          </ac:cxnSpMkLst>
        </pc:cxnChg>
        <pc:cxnChg chg="add mod">
          <ac:chgData name="Xin Luo" userId="82312ee5779919a4" providerId="LiveId" clId="{3C4A7AF4-6488-5041-B432-D36EF53163D3}" dt="2023-02-23T14:01:07.716" v="6308" actId="1037"/>
          <ac:cxnSpMkLst>
            <pc:docMk/>
            <pc:sldMk cId="353940032" sldId="2725"/>
            <ac:cxnSpMk id="37" creationId="{ED1D5863-9CEA-F4CB-B242-8166548C4786}"/>
          </ac:cxnSpMkLst>
        </pc:cxnChg>
        <pc:cxnChg chg="add mod">
          <ac:chgData name="Xin Luo" userId="82312ee5779919a4" providerId="LiveId" clId="{3C4A7AF4-6488-5041-B432-D36EF53163D3}" dt="2023-02-23T14:01:07.716" v="6308" actId="1037"/>
          <ac:cxnSpMkLst>
            <pc:docMk/>
            <pc:sldMk cId="353940032" sldId="2725"/>
            <ac:cxnSpMk id="43" creationId="{C3F4E5FF-54E3-E9AA-5351-C586D6201A32}"/>
          </ac:cxnSpMkLst>
        </pc:cxnChg>
      </pc:sldChg>
      <pc:sldChg chg="addSp delSp modSp add mod">
        <pc:chgData name="Xin Luo" userId="82312ee5779919a4" providerId="LiveId" clId="{3C4A7AF4-6488-5041-B432-D36EF53163D3}" dt="2023-02-23T08:31:04.830" v="3778" actId="113"/>
        <pc:sldMkLst>
          <pc:docMk/>
          <pc:sldMk cId="45083394" sldId="2726"/>
        </pc:sldMkLst>
        <pc:spChg chg="mod">
          <ac:chgData name="Xin Luo" userId="82312ee5779919a4" providerId="LiveId" clId="{3C4A7AF4-6488-5041-B432-D36EF53163D3}" dt="2023-02-23T08:22:15.262" v="3115" actId="20577"/>
          <ac:spMkLst>
            <pc:docMk/>
            <pc:sldMk cId="45083394" sldId="2726"/>
            <ac:spMk id="2" creationId="{631AADB6-C88A-D817-4683-FC087E4E240F}"/>
          </ac:spMkLst>
        </pc:spChg>
        <pc:spChg chg="add mod">
          <ac:chgData name="Xin Luo" userId="82312ee5779919a4" providerId="LiveId" clId="{3C4A7AF4-6488-5041-B432-D36EF53163D3}" dt="2023-02-23T08:28:50.576" v="3636" actId="21"/>
          <ac:spMkLst>
            <pc:docMk/>
            <pc:sldMk cId="45083394" sldId="2726"/>
            <ac:spMk id="4" creationId="{D9BBA39C-AB76-6753-5B9C-0A4D018B0DED}"/>
          </ac:spMkLst>
        </pc:spChg>
        <pc:spChg chg="add mod">
          <ac:chgData name="Xin Luo" userId="82312ee5779919a4" providerId="LiveId" clId="{3C4A7AF4-6488-5041-B432-D36EF53163D3}" dt="2023-02-23T08:29:47.843" v="3720" actId="20577"/>
          <ac:spMkLst>
            <pc:docMk/>
            <pc:sldMk cId="45083394" sldId="2726"/>
            <ac:spMk id="8" creationId="{D11D64FF-DB4E-870B-A0A7-C88F2B6D8D18}"/>
          </ac:spMkLst>
        </pc:spChg>
        <pc:spChg chg="add mod">
          <ac:chgData name="Xin Luo" userId="82312ee5779919a4" providerId="LiveId" clId="{3C4A7AF4-6488-5041-B432-D36EF53163D3}" dt="2023-02-23T08:31:04.830" v="3778" actId="113"/>
          <ac:spMkLst>
            <pc:docMk/>
            <pc:sldMk cId="45083394" sldId="2726"/>
            <ac:spMk id="9" creationId="{43B7FFBD-DD4A-E963-5F79-321CB599D69F}"/>
          </ac:spMkLst>
        </pc:spChg>
        <pc:spChg chg="add mod">
          <ac:chgData name="Xin Luo" userId="82312ee5779919a4" providerId="LiveId" clId="{3C4A7AF4-6488-5041-B432-D36EF53163D3}" dt="2023-02-23T08:31:04.830" v="3778" actId="113"/>
          <ac:spMkLst>
            <pc:docMk/>
            <pc:sldMk cId="45083394" sldId="2726"/>
            <ac:spMk id="10" creationId="{169CC821-AC60-1C05-1AAB-8774F66B13FE}"/>
          </ac:spMkLst>
        </pc:spChg>
        <pc:spChg chg="del">
          <ac:chgData name="Xin Luo" userId="82312ee5779919a4" providerId="LiveId" clId="{3C4A7AF4-6488-5041-B432-D36EF53163D3}" dt="2023-02-23T08:20:54.394" v="3035" actId="478"/>
          <ac:spMkLst>
            <pc:docMk/>
            <pc:sldMk cId="45083394" sldId="2726"/>
            <ac:spMk id="18" creationId="{EA1F849C-A369-B918-F9E4-7A2F143D4F50}"/>
          </ac:spMkLst>
        </pc:spChg>
        <pc:spChg chg="del">
          <ac:chgData name="Xin Luo" userId="82312ee5779919a4" providerId="LiveId" clId="{3C4A7AF4-6488-5041-B432-D36EF53163D3}" dt="2023-02-23T08:20:54.394" v="3035" actId="478"/>
          <ac:spMkLst>
            <pc:docMk/>
            <pc:sldMk cId="45083394" sldId="2726"/>
            <ac:spMk id="23" creationId="{86451A61-9A98-4F6C-FD33-95BBB6A82E9B}"/>
          </ac:spMkLst>
        </pc:spChg>
        <pc:spChg chg="del">
          <ac:chgData name="Xin Luo" userId="82312ee5779919a4" providerId="LiveId" clId="{3C4A7AF4-6488-5041-B432-D36EF53163D3}" dt="2023-02-23T08:20:54.394" v="3035" actId="478"/>
          <ac:spMkLst>
            <pc:docMk/>
            <pc:sldMk cId="45083394" sldId="2726"/>
            <ac:spMk id="27" creationId="{B5505DF4-B06F-0E86-A93E-D8AA97280A97}"/>
          </ac:spMkLst>
        </pc:spChg>
        <pc:spChg chg="del">
          <ac:chgData name="Xin Luo" userId="82312ee5779919a4" providerId="LiveId" clId="{3C4A7AF4-6488-5041-B432-D36EF53163D3}" dt="2023-02-23T08:20:54.394" v="3035" actId="478"/>
          <ac:spMkLst>
            <pc:docMk/>
            <pc:sldMk cId="45083394" sldId="2726"/>
            <ac:spMk id="32" creationId="{4C666A96-1F83-4E49-2237-FBD1F6223EE5}"/>
          </ac:spMkLst>
        </pc:spChg>
        <pc:spChg chg="del">
          <ac:chgData name="Xin Luo" userId="82312ee5779919a4" providerId="LiveId" clId="{3C4A7AF4-6488-5041-B432-D36EF53163D3}" dt="2023-02-23T08:20:54.394" v="3035" actId="478"/>
          <ac:spMkLst>
            <pc:docMk/>
            <pc:sldMk cId="45083394" sldId="2726"/>
            <ac:spMk id="36" creationId="{61265673-F240-13EE-D023-1E17A69A2015}"/>
          </ac:spMkLst>
        </pc:spChg>
        <pc:spChg chg="del">
          <ac:chgData name="Xin Luo" userId="82312ee5779919a4" providerId="LiveId" clId="{3C4A7AF4-6488-5041-B432-D36EF53163D3}" dt="2023-02-23T08:20:54.394" v="3035" actId="478"/>
          <ac:spMkLst>
            <pc:docMk/>
            <pc:sldMk cId="45083394" sldId="2726"/>
            <ac:spMk id="41" creationId="{4AEBC326-1609-596B-8537-39F116527A31}"/>
          </ac:spMkLst>
        </pc:spChg>
        <pc:spChg chg="del">
          <ac:chgData name="Xin Luo" userId="82312ee5779919a4" providerId="LiveId" clId="{3C4A7AF4-6488-5041-B432-D36EF53163D3}" dt="2023-02-23T08:20:57.243" v="3036" actId="478"/>
          <ac:spMkLst>
            <pc:docMk/>
            <pc:sldMk cId="45083394" sldId="2726"/>
            <ac:spMk id="52" creationId="{BDCBD33D-9B4F-EBEE-30C8-194823DDF5C4}"/>
          </ac:spMkLst>
        </pc:spChg>
        <pc:picChg chg="add mod">
          <ac:chgData name="Xin Luo" userId="82312ee5779919a4" providerId="LiveId" clId="{3C4A7AF4-6488-5041-B432-D36EF53163D3}" dt="2023-02-23T08:29:04.406" v="3641" actId="1076"/>
          <ac:picMkLst>
            <pc:docMk/>
            <pc:sldMk cId="45083394" sldId="2726"/>
            <ac:picMk id="6" creationId="{8F0ECEE9-414A-4841-4298-78B3FB0882AD}"/>
          </ac:picMkLst>
        </pc:picChg>
        <pc:picChg chg="del">
          <ac:chgData name="Xin Luo" userId="82312ee5779919a4" providerId="LiveId" clId="{3C4A7AF4-6488-5041-B432-D36EF53163D3}" dt="2023-02-23T08:20:54.394" v="3035" actId="478"/>
          <ac:picMkLst>
            <pc:docMk/>
            <pc:sldMk cId="45083394" sldId="2726"/>
            <ac:picMk id="13" creationId="{8C9C030C-3B7C-019D-DCD0-031FFB65880B}"/>
          </ac:picMkLst>
        </pc:picChg>
        <pc:cxnChg chg="add mod">
          <ac:chgData name="Xin Luo" userId="82312ee5779919a4" providerId="LiveId" clId="{3C4A7AF4-6488-5041-B432-D36EF53163D3}" dt="2023-02-23T08:30:42.382" v="3770" actId="13822"/>
          <ac:cxnSpMkLst>
            <pc:docMk/>
            <pc:sldMk cId="45083394" sldId="2726"/>
            <ac:cxnSpMk id="12" creationId="{A43ECA29-12BC-846A-2DE4-6FB5931244DE}"/>
          </ac:cxnSpMkLst>
        </pc:cxnChg>
        <pc:cxnChg chg="add mod">
          <ac:chgData name="Xin Luo" userId="82312ee5779919a4" providerId="LiveId" clId="{3C4A7AF4-6488-5041-B432-D36EF53163D3}" dt="2023-02-23T08:30:54.723" v="3774" actId="14100"/>
          <ac:cxnSpMkLst>
            <pc:docMk/>
            <pc:sldMk cId="45083394" sldId="2726"/>
            <ac:cxnSpMk id="14" creationId="{6561B644-72BB-3413-18C9-17D070F6E82C}"/>
          </ac:cxnSpMkLst>
        </pc:cxnChg>
        <pc:cxnChg chg="del mod">
          <ac:chgData name="Xin Luo" userId="82312ee5779919a4" providerId="LiveId" clId="{3C4A7AF4-6488-5041-B432-D36EF53163D3}" dt="2023-02-23T08:20:54.394" v="3035" actId="478"/>
          <ac:cxnSpMkLst>
            <pc:docMk/>
            <pc:sldMk cId="45083394" sldId="2726"/>
            <ac:cxnSpMk id="20" creationId="{F2DADA90-0297-320A-7A9B-7BCB73C8D266}"/>
          </ac:cxnSpMkLst>
        </pc:cxnChg>
        <pc:cxnChg chg="del mod">
          <ac:chgData name="Xin Luo" userId="82312ee5779919a4" providerId="LiveId" clId="{3C4A7AF4-6488-5041-B432-D36EF53163D3}" dt="2023-02-23T08:20:54.394" v="3035" actId="478"/>
          <ac:cxnSpMkLst>
            <pc:docMk/>
            <pc:sldMk cId="45083394" sldId="2726"/>
            <ac:cxnSpMk id="24" creationId="{82FB81A3-8873-C2B6-3A89-83770CDB4D12}"/>
          </ac:cxnSpMkLst>
        </pc:cxnChg>
        <pc:cxnChg chg="del mod">
          <ac:chgData name="Xin Luo" userId="82312ee5779919a4" providerId="LiveId" clId="{3C4A7AF4-6488-5041-B432-D36EF53163D3}" dt="2023-02-23T08:20:54.394" v="3035" actId="478"/>
          <ac:cxnSpMkLst>
            <pc:docMk/>
            <pc:sldMk cId="45083394" sldId="2726"/>
            <ac:cxnSpMk id="28" creationId="{69368A4A-1E30-C7FF-93A8-823E0BFFDDAF}"/>
          </ac:cxnSpMkLst>
        </pc:cxnChg>
        <pc:cxnChg chg="del mod">
          <ac:chgData name="Xin Luo" userId="82312ee5779919a4" providerId="LiveId" clId="{3C4A7AF4-6488-5041-B432-D36EF53163D3}" dt="2023-02-23T08:20:54.394" v="3035" actId="478"/>
          <ac:cxnSpMkLst>
            <pc:docMk/>
            <pc:sldMk cId="45083394" sldId="2726"/>
            <ac:cxnSpMk id="37" creationId="{ED1D5863-9CEA-F4CB-B242-8166548C4786}"/>
          </ac:cxnSpMkLst>
        </pc:cxnChg>
        <pc:cxnChg chg="del mod">
          <ac:chgData name="Xin Luo" userId="82312ee5779919a4" providerId="LiveId" clId="{3C4A7AF4-6488-5041-B432-D36EF53163D3}" dt="2023-02-23T08:20:54.394" v="3035" actId="478"/>
          <ac:cxnSpMkLst>
            <pc:docMk/>
            <pc:sldMk cId="45083394" sldId="2726"/>
            <ac:cxnSpMk id="43" creationId="{C3F4E5FF-54E3-E9AA-5351-C586D6201A32}"/>
          </ac:cxnSpMkLst>
        </pc:cxnChg>
      </pc:sldChg>
      <pc:sldChg chg="addSp delSp modSp add mod">
        <pc:chgData name="Xin Luo" userId="82312ee5779919a4" providerId="LiveId" clId="{3C4A7AF4-6488-5041-B432-D36EF53163D3}" dt="2023-02-23T09:13:39.268" v="5260" actId="1076"/>
        <pc:sldMkLst>
          <pc:docMk/>
          <pc:sldMk cId="148985918" sldId="2727"/>
        </pc:sldMkLst>
        <pc:spChg chg="mod">
          <ac:chgData name="Xin Luo" userId="82312ee5779919a4" providerId="LiveId" clId="{3C4A7AF4-6488-5041-B432-D36EF53163D3}" dt="2023-02-23T09:02:50.639" v="4813" actId="20577"/>
          <ac:spMkLst>
            <pc:docMk/>
            <pc:sldMk cId="148985918" sldId="2727"/>
            <ac:spMk id="2" creationId="{631AADB6-C88A-D817-4683-FC087E4E240F}"/>
          </ac:spMkLst>
        </pc:spChg>
        <pc:spChg chg="add mod">
          <ac:chgData name="Xin Luo" userId="82312ee5779919a4" providerId="LiveId" clId="{3C4A7AF4-6488-5041-B432-D36EF53163D3}" dt="2023-02-23T09:13:32.099" v="5259" actId="20577"/>
          <ac:spMkLst>
            <pc:docMk/>
            <pc:sldMk cId="148985918" sldId="2727"/>
            <ac:spMk id="8" creationId="{BE76C63F-77AB-4EA1-EEE4-7A2884A0CA66}"/>
          </ac:spMkLst>
        </pc:spChg>
        <pc:spChg chg="add mod">
          <ac:chgData name="Xin Luo" userId="82312ee5779919a4" providerId="LiveId" clId="{3C4A7AF4-6488-5041-B432-D36EF53163D3}" dt="2023-02-23T09:06:57.700" v="4996" actId="164"/>
          <ac:spMkLst>
            <pc:docMk/>
            <pc:sldMk cId="148985918" sldId="2727"/>
            <ac:spMk id="9" creationId="{2A57F97B-233C-EA66-362B-DE220896F614}"/>
          </ac:spMkLst>
        </pc:spChg>
        <pc:spChg chg="add mod">
          <ac:chgData name="Xin Luo" userId="82312ee5779919a4" providerId="LiveId" clId="{3C4A7AF4-6488-5041-B432-D36EF53163D3}" dt="2023-02-23T09:06:57.700" v="4996" actId="164"/>
          <ac:spMkLst>
            <pc:docMk/>
            <pc:sldMk cId="148985918" sldId="2727"/>
            <ac:spMk id="10" creationId="{05061545-3FDF-F0F7-4A20-489EFC9330A5}"/>
          </ac:spMkLst>
        </pc:spChg>
        <pc:spChg chg="add del mod">
          <ac:chgData name="Xin Luo" userId="82312ee5779919a4" providerId="LiveId" clId="{3C4A7AF4-6488-5041-B432-D36EF53163D3}" dt="2023-02-23T09:07:43.842" v="5057" actId="478"/>
          <ac:spMkLst>
            <pc:docMk/>
            <pc:sldMk cId="148985918" sldId="2727"/>
            <ac:spMk id="14" creationId="{2A050FDD-5C29-A58A-197A-D5C19F9B5220}"/>
          </ac:spMkLst>
        </pc:spChg>
        <pc:spChg chg="add mod">
          <ac:chgData name="Xin Luo" userId="82312ee5779919a4" providerId="LiveId" clId="{3C4A7AF4-6488-5041-B432-D36EF53163D3}" dt="2023-02-23T09:09:33.604" v="5094" actId="164"/>
          <ac:spMkLst>
            <pc:docMk/>
            <pc:sldMk cId="148985918" sldId="2727"/>
            <ac:spMk id="15" creationId="{DF93D913-36DA-AAF7-8561-3F9531FE4A54}"/>
          </ac:spMkLst>
        </pc:spChg>
        <pc:spChg chg="add mod">
          <ac:chgData name="Xin Luo" userId="82312ee5779919a4" providerId="LiveId" clId="{3C4A7AF4-6488-5041-B432-D36EF53163D3}" dt="2023-02-23T09:09:33.604" v="5094" actId="164"/>
          <ac:spMkLst>
            <pc:docMk/>
            <pc:sldMk cId="148985918" sldId="2727"/>
            <ac:spMk id="16" creationId="{A455D8E5-C706-2A45-C85C-DFAC15A06B89}"/>
          </ac:spMkLst>
        </pc:spChg>
        <pc:grpChg chg="add mod">
          <ac:chgData name="Xin Luo" userId="82312ee5779919a4" providerId="LiveId" clId="{3C4A7AF4-6488-5041-B432-D36EF53163D3}" dt="2023-02-23T09:13:39.268" v="5260" actId="1076"/>
          <ac:grpSpMkLst>
            <pc:docMk/>
            <pc:sldMk cId="148985918" sldId="2727"/>
            <ac:grpSpMk id="13" creationId="{1FD0C9A9-218B-07EF-0C27-42925534088E}"/>
          </ac:grpSpMkLst>
        </pc:grpChg>
        <pc:grpChg chg="add mod">
          <ac:chgData name="Xin Luo" userId="82312ee5779919a4" providerId="LiveId" clId="{3C4A7AF4-6488-5041-B432-D36EF53163D3}" dt="2023-02-23T09:13:39.268" v="5260" actId="1076"/>
          <ac:grpSpMkLst>
            <pc:docMk/>
            <pc:sldMk cId="148985918" sldId="2727"/>
            <ac:grpSpMk id="17" creationId="{48848DA8-CFA1-BCEC-5CB7-145BDC28B35D}"/>
          </ac:grpSpMkLst>
        </pc:grpChg>
        <pc:picChg chg="add del mod">
          <ac:chgData name="Xin Luo" userId="82312ee5779919a4" providerId="LiveId" clId="{3C4A7AF4-6488-5041-B432-D36EF53163D3}" dt="2023-02-23T08:54:57.402" v="4456" actId="21"/>
          <ac:picMkLst>
            <pc:docMk/>
            <pc:sldMk cId="148985918" sldId="2727"/>
            <ac:picMk id="5" creationId="{EBA5FE03-5125-C70A-F513-A5C24B3C1A14}"/>
          </ac:picMkLst>
        </pc:picChg>
        <pc:picChg chg="add mod">
          <ac:chgData name="Xin Luo" userId="82312ee5779919a4" providerId="LiveId" clId="{3C4A7AF4-6488-5041-B432-D36EF53163D3}" dt="2023-02-23T09:06:57.700" v="4996" actId="164"/>
          <ac:picMkLst>
            <pc:docMk/>
            <pc:sldMk cId="148985918" sldId="2727"/>
            <ac:picMk id="7" creationId="{2A956C61-5B6E-D321-B51C-B54690362CE0}"/>
          </ac:picMkLst>
        </pc:picChg>
        <pc:picChg chg="add mod">
          <ac:chgData name="Xin Luo" userId="82312ee5779919a4" providerId="LiveId" clId="{3C4A7AF4-6488-5041-B432-D36EF53163D3}" dt="2023-02-23T09:09:33.604" v="5094" actId="164"/>
          <ac:picMkLst>
            <pc:docMk/>
            <pc:sldMk cId="148985918" sldId="2727"/>
            <ac:picMk id="12" creationId="{66610A52-7A60-4351-A358-E26F160E7D72}"/>
          </ac:picMkLst>
        </pc:picChg>
      </pc:sldChg>
      <pc:sldChg chg="addSp delSp modSp add mod">
        <pc:chgData name="Xin Luo" userId="82312ee5779919a4" providerId="LiveId" clId="{3C4A7AF4-6488-5041-B432-D36EF53163D3}" dt="2023-02-23T08:32:21.875" v="3790" actId="1076"/>
        <pc:sldMkLst>
          <pc:docMk/>
          <pc:sldMk cId="3544980656" sldId="2728"/>
        </pc:sldMkLst>
        <pc:spChg chg="del">
          <ac:chgData name="Xin Luo" userId="82312ee5779919a4" providerId="LiveId" clId="{3C4A7AF4-6488-5041-B432-D36EF53163D3}" dt="2023-02-23T08:31:33.135" v="3781" actId="478"/>
          <ac:spMkLst>
            <pc:docMk/>
            <pc:sldMk cId="3544980656" sldId="2728"/>
            <ac:spMk id="4" creationId="{D9BBA39C-AB76-6753-5B9C-0A4D018B0DED}"/>
          </ac:spMkLst>
        </pc:spChg>
        <pc:spChg chg="del">
          <ac:chgData name="Xin Luo" userId="82312ee5779919a4" providerId="LiveId" clId="{3C4A7AF4-6488-5041-B432-D36EF53163D3}" dt="2023-02-23T08:31:29.753" v="3780" actId="478"/>
          <ac:spMkLst>
            <pc:docMk/>
            <pc:sldMk cId="3544980656" sldId="2728"/>
            <ac:spMk id="8" creationId="{D11D64FF-DB4E-870B-A0A7-C88F2B6D8D18}"/>
          </ac:spMkLst>
        </pc:spChg>
        <pc:spChg chg="del">
          <ac:chgData name="Xin Luo" userId="82312ee5779919a4" providerId="LiveId" clId="{3C4A7AF4-6488-5041-B432-D36EF53163D3}" dt="2023-02-23T08:31:36.177" v="3782" actId="478"/>
          <ac:spMkLst>
            <pc:docMk/>
            <pc:sldMk cId="3544980656" sldId="2728"/>
            <ac:spMk id="9" creationId="{43B7FFBD-DD4A-E963-5F79-321CB599D69F}"/>
          </ac:spMkLst>
        </pc:spChg>
        <pc:spChg chg="del">
          <ac:chgData name="Xin Luo" userId="82312ee5779919a4" providerId="LiveId" clId="{3C4A7AF4-6488-5041-B432-D36EF53163D3}" dt="2023-02-23T08:31:36.177" v="3782" actId="478"/>
          <ac:spMkLst>
            <pc:docMk/>
            <pc:sldMk cId="3544980656" sldId="2728"/>
            <ac:spMk id="10" creationId="{169CC821-AC60-1C05-1AAB-8774F66B13FE}"/>
          </ac:spMkLst>
        </pc:spChg>
        <pc:picChg chg="del">
          <ac:chgData name="Xin Luo" userId="82312ee5779919a4" providerId="LiveId" clId="{3C4A7AF4-6488-5041-B432-D36EF53163D3}" dt="2023-02-23T08:31:36.177" v="3782" actId="478"/>
          <ac:picMkLst>
            <pc:docMk/>
            <pc:sldMk cId="3544980656" sldId="2728"/>
            <ac:picMk id="6" creationId="{8F0ECEE9-414A-4841-4298-78B3FB0882AD}"/>
          </ac:picMkLst>
        </pc:picChg>
        <pc:picChg chg="add mod">
          <ac:chgData name="Xin Luo" userId="82312ee5779919a4" providerId="LiveId" clId="{3C4A7AF4-6488-5041-B432-D36EF53163D3}" dt="2023-02-23T08:32:21.875" v="3790" actId="1076"/>
          <ac:picMkLst>
            <pc:docMk/>
            <pc:sldMk cId="3544980656" sldId="2728"/>
            <ac:picMk id="7" creationId="{E9C83831-84AF-EB65-1442-172F35DE9DAB}"/>
          </ac:picMkLst>
        </pc:picChg>
        <pc:cxnChg chg="del">
          <ac:chgData name="Xin Luo" userId="82312ee5779919a4" providerId="LiveId" clId="{3C4A7AF4-6488-5041-B432-D36EF53163D3}" dt="2023-02-23T08:31:36.177" v="3782" actId="478"/>
          <ac:cxnSpMkLst>
            <pc:docMk/>
            <pc:sldMk cId="3544980656" sldId="2728"/>
            <ac:cxnSpMk id="12" creationId="{A43ECA29-12BC-846A-2DE4-6FB5931244DE}"/>
          </ac:cxnSpMkLst>
        </pc:cxnChg>
        <pc:cxnChg chg="del">
          <ac:chgData name="Xin Luo" userId="82312ee5779919a4" providerId="LiveId" clId="{3C4A7AF4-6488-5041-B432-D36EF53163D3}" dt="2023-02-23T08:31:36.177" v="3782" actId="478"/>
          <ac:cxnSpMkLst>
            <pc:docMk/>
            <pc:sldMk cId="3544980656" sldId="2728"/>
            <ac:cxnSpMk id="14" creationId="{6561B644-72BB-3413-18C9-17D070F6E82C}"/>
          </ac:cxnSpMkLst>
        </pc:cxnChg>
      </pc:sldChg>
      <pc:sldChg chg="addSp delSp modSp add mod">
        <pc:chgData name="Xin Luo" userId="82312ee5779919a4" providerId="LiveId" clId="{3C4A7AF4-6488-5041-B432-D36EF53163D3}" dt="2023-02-23T09:02:43.022" v="4809" actId="20577"/>
        <pc:sldMkLst>
          <pc:docMk/>
          <pc:sldMk cId="1664139585" sldId="2729"/>
        </pc:sldMkLst>
        <pc:spChg chg="mod">
          <ac:chgData name="Xin Luo" userId="82312ee5779919a4" providerId="LiveId" clId="{3C4A7AF4-6488-5041-B432-D36EF53163D3}" dt="2023-02-23T09:02:43.022" v="4809" actId="20577"/>
          <ac:spMkLst>
            <pc:docMk/>
            <pc:sldMk cId="1664139585" sldId="2729"/>
            <ac:spMk id="2" creationId="{631AADB6-C88A-D817-4683-FC087E4E240F}"/>
          </ac:spMkLst>
        </pc:spChg>
        <pc:spChg chg="add mod">
          <ac:chgData name="Xin Luo" userId="82312ee5779919a4" providerId="LiveId" clId="{3C4A7AF4-6488-5041-B432-D36EF53163D3}" dt="2023-02-23T08:46:44.018" v="4297" actId="20577"/>
          <ac:spMkLst>
            <pc:docMk/>
            <pc:sldMk cId="1664139585" sldId="2729"/>
            <ac:spMk id="4" creationId="{A48F68EC-B4FA-96B9-0619-1D7CA71743F2}"/>
          </ac:spMkLst>
        </pc:spChg>
        <pc:spChg chg="add mod">
          <ac:chgData name="Xin Luo" userId="82312ee5779919a4" providerId="LiveId" clId="{3C4A7AF4-6488-5041-B432-D36EF53163D3}" dt="2023-02-23T08:48:14.635" v="4350" actId="404"/>
          <ac:spMkLst>
            <pc:docMk/>
            <pc:sldMk cId="1664139585" sldId="2729"/>
            <ac:spMk id="8" creationId="{9597684A-B805-E883-E79A-691F6EF9A66B}"/>
          </ac:spMkLst>
        </pc:spChg>
        <pc:spChg chg="add mod">
          <ac:chgData name="Xin Luo" userId="82312ee5779919a4" providerId="LiveId" clId="{3C4A7AF4-6488-5041-B432-D36EF53163D3}" dt="2023-02-23T08:48:14.635" v="4350" actId="404"/>
          <ac:spMkLst>
            <pc:docMk/>
            <pc:sldMk cId="1664139585" sldId="2729"/>
            <ac:spMk id="12" creationId="{E306EF68-0494-C32C-D024-73CAA4391062}"/>
          </ac:spMkLst>
        </pc:spChg>
        <pc:spChg chg="add del mod">
          <ac:chgData name="Xin Luo" userId="82312ee5779919a4" providerId="LiveId" clId="{3C4A7AF4-6488-5041-B432-D36EF53163D3}" dt="2023-02-23T08:46:58.841" v="4299"/>
          <ac:spMkLst>
            <pc:docMk/>
            <pc:sldMk cId="1664139585" sldId="2729"/>
            <ac:spMk id="13" creationId="{1F1152D4-0A0D-97DF-84F0-894EBB9433D0}"/>
          </ac:spMkLst>
        </pc:spChg>
        <pc:spChg chg="add del mod">
          <ac:chgData name="Xin Luo" userId="82312ee5779919a4" providerId="LiveId" clId="{3C4A7AF4-6488-5041-B432-D36EF53163D3}" dt="2023-02-23T08:47:04.887" v="4301"/>
          <ac:spMkLst>
            <pc:docMk/>
            <pc:sldMk cId="1664139585" sldId="2729"/>
            <ac:spMk id="14" creationId="{1002F82A-FD74-219B-01B5-80247C07A991}"/>
          </ac:spMkLst>
        </pc:spChg>
        <pc:spChg chg="add mod">
          <ac:chgData name="Xin Luo" userId="82312ee5779919a4" providerId="LiveId" clId="{3C4A7AF4-6488-5041-B432-D36EF53163D3}" dt="2023-02-23T08:48:14.635" v="4350" actId="404"/>
          <ac:spMkLst>
            <pc:docMk/>
            <pc:sldMk cId="1664139585" sldId="2729"/>
            <ac:spMk id="16" creationId="{E2DA478E-BBDA-94A9-C4E5-8DF31834C994}"/>
          </ac:spMkLst>
        </pc:spChg>
        <pc:spChg chg="add mod">
          <ac:chgData name="Xin Luo" userId="82312ee5779919a4" providerId="LiveId" clId="{3C4A7AF4-6488-5041-B432-D36EF53163D3}" dt="2023-02-23T08:48:14.635" v="4350" actId="404"/>
          <ac:spMkLst>
            <pc:docMk/>
            <pc:sldMk cId="1664139585" sldId="2729"/>
            <ac:spMk id="17" creationId="{FBB4FC8D-8E08-9397-E459-DBB800FF6754}"/>
          </ac:spMkLst>
        </pc:spChg>
        <pc:grpChg chg="add mod">
          <ac:chgData name="Xin Luo" userId="82312ee5779919a4" providerId="LiveId" clId="{3C4A7AF4-6488-5041-B432-D36EF53163D3}" dt="2023-02-23T08:47:57.186" v="4348" actId="164"/>
          <ac:grpSpMkLst>
            <pc:docMk/>
            <pc:sldMk cId="1664139585" sldId="2729"/>
            <ac:grpSpMk id="9" creationId="{AB82EF5E-36B6-4B68-763F-8260BCED7E25}"/>
          </ac:grpSpMkLst>
        </pc:grpChg>
        <pc:grpChg chg="add mod">
          <ac:chgData name="Xin Luo" userId="82312ee5779919a4" providerId="LiveId" clId="{3C4A7AF4-6488-5041-B432-D36EF53163D3}" dt="2023-02-23T08:48:31.559" v="4354" actId="1076"/>
          <ac:grpSpMkLst>
            <pc:docMk/>
            <pc:sldMk cId="1664139585" sldId="2729"/>
            <ac:grpSpMk id="18" creationId="{0DD68EE4-6630-75BA-7E39-99DB63529BEC}"/>
          </ac:grpSpMkLst>
        </pc:grpChg>
        <pc:grpChg chg="add mod">
          <ac:chgData name="Xin Luo" userId="82312ee5779919a4" providerId="LiveId" clId="{3C4A7AF4-6488-5041-B432-D36EF53163D3}" dt="2023-02-23T08:48:31.559" v="4354" actId="1076"/>
          <ac:grpSpMkLst>
            <pc:docMk/>
            <pc:sldMk cId="1664139585" sldId="2729"/>
            <ac:grpSpMk id="19" creationId="{CC13FC93-9D53-8437-285C-997C8D3C5460}"/>
          </ac:grpSpMkLst>
        </pc:grpChg>
        <pc:picChg chg="add mod">
          <ac:chgData name="Xin Luo" userId="82312ee5779919a4" providerId="LiveId" clId="{3C4A7AF4-6488-5041-B432-D36EF53163D3}" dt="2023-02-23T08:44:29.871" v="4141" actId="164"/>
          <ac:picMkLst>
            <pc:docMk/>
            <pc:sldMk cId="1664139585" sldId="2729"/>
            <ac:picMk id="6" creationId="{1DE4B58D-C83F-B09C-55FD-73CA2236BAC9}"/>
          </ac:picMkLst>
        </pc:picChg>
        <pc:picChg chg="del">
          <ac:chgData name="Xin Luo" userId="82312ee5779919a4" providerId="LiveId" clId="{3C4A7AF4-6488-5041-B432-D36EF53163D3}" dt="2023-02-23T08:32:51.104" v="3831" actId="478"/>
          <ac:picMkLst>
            <pc:docMk/>
            <pc:sldMk cId="1664139585" sldId="2729"/>
            <ac:picMk id="7" creationId="{E9C83831-84AF-EB65-1442-172F35DE9DAB}"/>
          </ac:picMkLst>
        </pc:picChg>
        <pc:picChg chg="add mod">
          <ac:chgData name="Xin Luo" userId="82312ee5779919a4" providerId="LiveId" clId="{3C4A7AF4-6488-5041-B432-D36EF53163D3}" dt="2023-02-23T08:48:23.436" v="4353" actId="14100"/>
          <ac:picMkLst>
            <pc:docMk/>
            <pc:sldMk cId="1664139585" sldId="2729"/>
            <ac:picMk id="11" creationId="{BE4A142E-6DBB-4445-BF78-4D6C23EB8C69}"/>
          </ac:picMkLst>
        </pc:picChg>
      </pc:sldChg>
      <pc:sldChg chg="addSp delSp modSp add mod">
        <pc:chgData name="Xin Luo" userId="82312ee5779919a4" providerId="LiveId" clId="{3C4A7AF4-6488-5041-B432-D36EF53163D3}" dt="2023-02-23T09:02:46.545" v="4811" actId="20577"/>
        <pc:sldMkLst>
          <pc:docMk/>
          <pc:sldMk cId="3561803108" sldId="2730"/>
        </pc:sldMkLst>
        <pc:spChg chg="mod">
          <ac:chgData name="Xin Luo" userId="82312ee5779919a4" providerId="LiveId" clId="{3C4A7AF4-6488-5041-B432-D36EF53163D3}" dt="2023-02-23T09:02:46.545" v="4811" actId="20577"/>
          <ac:spMkLst>
            <pc:docMk/>
            <pc:sldMk cId="3561803108" sldId="2730"/>
            <ac:spMk id="2" creationId="{631AADB6-C88A-D817-4683-FC087E4E240F}"/>
          </ac:spMkLst>
        </pc:spChg>
        <pc:spChg chg="mod">
          <ac:chgData name="Xin Luo" userId="82312ee5779919a4" providerId="LiveId" clId="{3C4A7AF4-6488-5041-B432-D36EF53163D3}" dt="2023-02-23T08:57:21.442" v="4706" actId="20577"/>
          <ac:spMkLst>
            <pc:docMk/>
            <pc:sldMk cId="3561803108" sldId="2730"/>
            <ac:spMk id="4" creationId="{A48F68EC-B4FA-96B9-0619-1D7CA71743F2}"/>
          </ac:spMkLst>
        </pc:spChg>
        <pc:spChg chg="add mod">
          <ac:chgData name="Xin Luo" userId="82312ee5779919a4" providerId="LiveId" clId="{3C4A7AF4-6488-5041-B432-D36EF53163D3}" dt="2023-02-23T08:59:18.569" v="4780" actId="1076"/>
          <ac:spMkLst>
            <pc:docMk/>
            <pc:sldMk cId="3561803108" sldId="2730"/>
            <ac:spMk id="13" creationId="{04321939-84B1-BDA1-9A32-0A1D3A224B4E}"/>
          </ac:spMkLst>
        </pc:spChg>
        <pc:spChg chg="add mod">
          <ac:chgData name="Xin Luo" userId="82312ee5779919a4" providerId="LiveId" clId="{3C4A7AF4-6488-5041-B432-D36EF53163D3}" dt="2023-02-23T08:59:05.661" v="4776" actId="1076"/>
          <ac:spMkLst>
            <pc:docMk/>
            <pc:sldMk cId="3561803108" sldId="2730"/>
            <ac:spMk id="14" creationId="{44C585EA-9BC6-24DF-B96C-D6B18443B7ED}"/>
          </ac:spMkLst>
        </pc:spChg>
        <pc:grpChg chg="del">
          <ac:chgData name="Xin Luo" userId="82312ee5779919a4" providerId="LiveId" clId="{3C4A7AF4-6488-5041-B432-D36EF53163D3}" dt="2023-02-23T08:51:50.637" v="4356" actId="478"/>
          <ac:grpSpMkLst>
            <pc:docMk/>
            <pc:sldMk cId="3561803108" sldId="2730"/>
            <ac:grpSpMk id="18" creationId="{0DD68EE4-6630-75BA-7E39-99DB63529BEC}"/>
          </ac:grpSpMkLst>
        </pc:grpChg>
        <pc:grpChg chg="del">
          <ac:chgData name="Xin Luo" userId="82312ee5779919a4" providerId="LiveId" clId="{3C4A7AF4-6488-5041-B432-D36EF53163D3}" dt="2023-02-23T08:51:50.637" v="4356" actId="478"/>
          <ac:grpSpMkLst>
            <pc:docMk/>
            <pc:sldMk cId="3561803108" sldId="2730"/>
            <ac:grpSpMk id="19" creationId="{CC13FC93-9D53-8437-285C-997C8D3C5460}"/>
          </ac:grpSpMkLst>
        </pc:grpChg>
        <pc:picChg chg="add mod">
          <ac:chgData name="Xin Luo" userId="82312ee5779919a4" providerId="LiveId" clId="{3C4A7AF4-6488-5041-B432-D36EF53163D3}" dt="2023-02-23T08:59:15.233" v="4779" actId="1076"/>
          <ac:picMkLst>
            <pc:docMk/>
            <pc:sldMk cId="3561803108" sldId="2730"/>
            <ac:picMk id="5" creationId="{A93DD3EB-FFE1-BEF3-1059-6F1C5837F783}"/>
          </ac:picMkLst>
        </pc:picChg>
        <pc:picChg chg="add mod">
          <ac:chgData name="Xin Luo" userId="82312ee5779919a4" providerId="LiveId" clId="{3C4A7AF4-6488-5041-B432-D36EF53163D3}" dt="2023-02-23T08:58:08.013" v="4717" actId="1076"/>
          <ac:picMkLst>
            <pc:docMk/>
            <pc:sldMk cId="3561803108" sldId="2730"/>
            <ac:picMk id="10" creationId="{D64AD824-256D-4966-4AC9-6C2C2EA4A0CC}"/>
          </ac:picMkLst>
        </pc:picChg>
      </pc:sldChg>
      <pc:sldChg chg="addSp delSp modSp add mod">
        <pc:chgData name="Xin Luo" userId="82312ee5779919a4" providerId="LiveId" clId="{3C4A7AF4-6488-5041-B432-D36EF53163D3}" dt="2023-02-23T11:42:21.434" v="5641" actId="20577"/>
        <pc:sldMkLst>
          <pc:docMk/>
          <pc:sldMk cId="236610701" sldId="2731"/>
        </pc:sldMkLst>
        <pc:spChg chg="mod">
          <ac:chgData name="Xin Luo" userId="82312ee5779919a4" providerId="LiveId" clId="{3C4A7AF4-6488-5041-B432-D36EF53163D3}" dt="2023-02-23T09:13:26.596" v="5258" actId="20577"/>
          <ac:spMkLst>
            <pc:docMk/>
            <pc:sldMk cId="236610701" sldId="2731"/>
            <ac:spMk id="8" creationId="{BE76C63F-77AB-4EA1-EEE4-7A2884A0CA66}"/>
          </ac:spMkLst>
        </pc:spChg>
        <pc:spChg chg="add mod">
          <ac:chgData name="Xin Luo" userId="82312ee5779919a4" providerId="LiveId" clId="{3C4A7AF4-6488-5041-B432-D36EF53163D3}" dt="2023-02-23T09:17:26.318" v="5367" actId="164"/>
          <ac:spMkLst>
            <pc:docMk/>
            <pc:sldMk cId="236610701" sldId="2731"/>
            <ac:spMk id="11" creationId="{9E5C7F14-8DBC-F1A3-04A2-0F4098DCEFB1}"/>
          </ac:spMkLst>
        </pc:spChg>
        <pc:spChg chg="add mod">
          <ac:chgData name="Xin Luo" userId="82312ee5779919a4" providerId="LiveId" clId="{3C4A7AF4-6488-5041-B432-D36EF53163D3}" dt="2023-02-23T09:17:26.318" v="5367" actId="164"/>
          <ac:spMkLst>
            <pc:docMk/>
            <pc:sldMk cId="236610701" sldId="2731"/>
            <ac:spMk id="14" creationId="{686F3DD9-150B-080E-A0DD-364869B53625}"/>
          </ac:spMkLst>
        </pc:spChg>
        <pc:spChg chg="add mod">
          <ac:chgData name="Xin Luo" userId="82312ee5779919a4" providerId="LiveId" clId="{3C4A7AF4-6488-5041-B432-D36EF53163D3}" dt="2023-02-23T09:17:26.318" v="5367" actId="164"/>
          <ac:spMkLst>
            <pc:docMk/>
            <pc:sldMk cId="236610701" sldId="2731"/>
            <ac:spMk id="18" creationId="{0EA5ECFB-D617-12D2-A81B-C4CFF2A4717D}"/>
          </ac:spMkLst>
        </pc:spChg>
        <pc:spChg chg="add del mod">
          <ac:chgData name="Xin Luo" userId="82312ee5779919a4" providerId="LiveId" clId="{3C4A7AF4-6488-5041-B432-D36EF53163D3}" dt="2023-02-23T09:16:21.438" v="5320"/>
          <ac:spMkLst>
            <pc:docMk/>
            <pc:sldMk cId="236610701" sldId="2731"/>
            <ac:spMk id="21" creationId="{8BED0A83-9C8C-9FEE-3D3C-E0DDB3352BF2}"/>
          </ac:spMkLst>
        </pc:spChg>
        <pc:spChg chg="add mod">
          <ac:chgData name="Xin Luo" userId="82312ee5779919a4" providerId="LiveId" clId="{3C4A7AF4-6488-5041-B432-D36EF53163D3}" dt="2023-02-23T09:17:22.065" v="5366" actId="164"/>
          <ac:spMkLst>
            <pc:docMk/>
            <pc:sldMk cId="236610701" sldId="2731"/>
            <ac:spMk id="24" creationId="{2BC5AFCA-8C0F-694D-C8E4-96DC57905D7C}"/>
          </ac:spMkLst>
        </pc:spChg>
        <pc:spChg chg="add mod">
          <ac:chgData name="Xin Luo" userId="82312ee5779919a4" providerId="LiveId" clId="{3C4A7AF4-6488-5041-B432-D36EF53163D3}" dt="2023-02-23T11:42:21.434" v="5641" actId="20577"/>
          <ac:spMkLst>
            <pc:docMk/>
            <pc:sldMk cId="236610701" sldId="2731"/>
            <ac:spMk id="27" creationId="{277CEA1D-ACA7-1951-68B0-9AFFF02511BD}"/>
          </ac:spMkLst>
        </pc:spChg>
        <pc:grpChg chg="del">
          <ac:chgData name="Xin Luo" userId="82312ee5779919a4" providerId="LiveId" clId="{3C4A7AF4-6488-5041-B432-D36EF53163D3}" dt="2023-02-23T09:13:14.650" v="5252" actId="478"/>
          <ac:grpSpMkLst>
            <pc:docMk/>
            <pc:sldMk cId="236610701" sldId="2731"/>
            <ac:grpSpMk id="13" creationId="{1FD0C9A9-218B-07EF-0C27-42925534088E}"/>
          </ac:grpSpMkLst>
        </pc:grpChg>
        <pc:grpChg chg="del">
          <ac:chgData name="Xin Luo" userId="82312ee5779919a4" providerId="LiveId" clId="{3C4A7AF4-6488-5041-B432-D36EF53163D3}" dt="2023-02-23T09:13:16.234" v="5253" actId="478"/>
          <ac:grpSpMkLst>
            <pc:docMk/>
            <pc:sldMk cId="236610701" sldId="2731"/>
            <ac:grpSpMk id="17" creationId="{48848DA8-CFA1-BCEC-5CB7-145BDC28B35D}"/>
          </ac:grpSpMkLst>
        </pc:grpChg>
        <pc:grpChg chg="add mod">
          <ac:chgData name="Xin Luo" userId="82312ee5779919a4" providerId="LiveId" clId="{3C4A7AF4-6488-5041-B432-D36EF53163D3}" dt="2023-02-23T09:20:40.507" v="5582" actId="1076"/>
          <ac:grpSpMkLst>
            <pc:docMk/>
            <pc:sldMk cId="236610701" sldId="2731"/>
            <ac:grpSpMk id="25" creationId="{0B21BADB-6B5A-522D-BF02-92EE6C415AC5}"/>
          </ac:grpSpMkLst>
        </pc:grpChg>
        <pc:grpChg chg="add mod">
          <ac:chgData name="Xin Luo" userId="82312ee5779919a4" providerId="LiveId" clId="{3C4A7AF4-6488-5041-B432-D36EF53163D3}" dt="2023-02-23T09:17:26.318" v="5367" actId="164"/>
          <ac:grpSpMkLst>
            <pc:docMk/>
            <pc:sldMk cId="236610701" sldId="2731"/>
            <ac:grpSpMk id="26" creationId="{5B1A5EB8-5704-DE8A-ECFB-CA0887FF9903}"/>
          </ac:grpSpMkLst>
        </pc:grpChg>
        <pc:grpChg chg="add mod">
          <ac:chgData name="Xin Luo" userId="82312ee5779919a4" providerId="LiveId" clId="{3C4A7AF4-6488-5041-B432-D36EF53163D3}" dt="2023-02-23T09:22:32.183" v="5612" actId="14100"/>
          <ac:grpSpMkLst>
            <pc:docMk/>
            <pc:sldMk cId="236610701" sldId="2731"/>
            <ac:grpSpMk id="40" creationId="{6EB5AEC1-1519-3329-CA3D-552C73370758}"/>
          </ac:grpSpMkLst>
        </pc:grpChg>
        <pc:picChg chg="add del mod">
          <ac:chgData name="Xin Luo" userId="82312ee5779919a4" providerId="LiveId" clId="{3C4A7AF4-6488-5041-B432-D36EF53163D3}" dt="2023-02-23T09:13:09.369" v="5251" actId="21"/>
          <ac:picMkLst>
            <pc:docMk/>
            <pc:sldMk cId="236610701" sldId="2731"/>
            <ac:picMk id="5" creationId="{DDA50919-604F-7994-0EBE-62535FEF2A8F}"/>
          </ac:picMkLst>
        </pc:picChg>
        <pc:picChg chg="add mod">
          <ac:chgData name="Xin Luo" userId="82312ee5779919a4" providerId="LiveId" clId="{3C4A7AF4-6488-5041-B432-D36EF53163D3}" dt="2023-02-23T09:17:26.318" v="5367" actId="164"/>
          <ac:picMkLst>
            <pc:docMk/>
            <pc:sldMk cId="236610701" sldId="2731"/>
            <ac:picMk id="6" creationId="{B0A2D4E0-98C8-E402-421A-F04C8C179FCD}"/>
          </ac:picMkLst>
        </pc:picChg>
        <pc:picChg chg="add mod">
          <ac:chgData name="Xin Luo" userId="82312ee5779919a4" providerId="LiveId" clId="{3C4A7AF4-6488-5041-B432-D36EF53163D3}" dt="2023-02-23T09:17:22.065" v="5366" actId="164"/>
          <ac:picMkLst>
            <pc:docMk/>
            <pc:sldMk cId="236610701" sldId="2731"/>
            <ac:picMk id="23" creationId="{EDB68736-0547-1775-0EC0-381F53A99851}"/>
          </ac:picMkLst>
        </pc:picChg>
        <pc:cxnChg chg="add mod">
          <ac:chgData name="Xin Luo" userId="82312ee5779919a4" providerId="LiveId" clId="{3C4A7AF4-6488-5041-B432-D36EF53163D3}" dt="2023-02-23T09:17:26.318" v="5367" actId="164"/>
          <ac:cxnSpMkLst>
            <pc:docMk/>
            <pc:sldMk cId="236610701" sldId="2731"/>
            <ac:cxnSpMk id="20" creationId="{20EA748A-F362-CFAF-00A1-8064C2727630}"/>
          </ac:cxnSpMkLst>
        </pc:cxnChg>
        <pc:cxnChg chg="add mod">
          <ac:chgData name="Xin Luo" userId="82312ee5779919a4" providerId="LiveId" clId="{3C4A7AF4-6488-5041-B432-D36EF53163D3}" dt="2023-02-23T09:22:56.564" v="5618" actId="1582"/>
          <ac:cxnSpMkLst>
            <pc:docMk/>
            <pc:sldMk cId="236610701" sldId="2731"/>
            <ac:cxnSpMk id="28" creationId="{22ABCAC2-3896-1807-0504-ED7D00362192}"/>
          </ac:cxnSpMkLst>
        </pc:cxnChg>
        <pc:cxnChg chg="add mod">
          <ac:chgData name="Xin Luo" userId="82312ee5779919a4" providerId="LiveId" clId="{3C4A7AF4-6488-5041-B432-D36EF53163D3}" dt="2023-02-23T09:22:56.564" v="5618" actId="1582"/>
          <ac:cxnSpMkLst>
            <pc:docMk/>
            <pc:sldMk cId="236610701" sldId="2731"/>
            <ac:cxnSpMk id="31" creationId="{00341ACC-3D99-3C97-0E83-F5CD7B18B865}"/>
          </ac:cxnSpMkLst>
        </pc:cxnChg>
        <pc:cxnChg chg="add mod">
          <ac:chgData name="Xin Luo" userId="82312ee5779919a4" providerId="LiveId" clId="{3C4A7AF4-6488-5041-B432-D36EF53163D3}" dt="2023-02-23T09:23:20.010" v="5622" actId="14100"/>
          <ac:cxnSpMkLst>
            <pc:docMk/>
            <pc:sldMk cId="236610701" sldId="2731"/>
            <ac:cxnSpMk id="34" creationId="{85A86870-8686-A430-1EC5-D3515360DAE4}"/>
          </ac:cxnSpMkLst>
        </pc:cxnChg>
      </pc:sldChg>
      <pc:sldChg chg="add del">
        <pc:chgData name="Xin Luo" userId="82312ee5779919a4" providerId="LiveId" clId="{3C4A7AF4-6488-5041-B432-D36EF53163D3}" dt="2023-02-23T08:54:40.823" v="4449"/>
        <pc:sldMkLst>
          <pc:docMk/>
          <pc:sldMk cId="3607281671" sldId="2731"/>
        </pc:sldMkLst>
      </pc:sldChg>
      <pc:sldChg chg="addSp delSp modSp add mod modNotesTx">
        <pc:chgData name="Xin Luo" userId="82312ee5779919a4" providerId="LiveId" clId="{3C4A7AF4-6488-5041-B432-D36EF53163D3}" dt="2023-02-23T13:58:03.496" v="6246" actId="1076"/>
        <pc:sldMkLst>
          <pc:docMk/>
          <pc:sldMk cId="1986913413" sldId="2732"/>
        </pc:sldMkLst>
        <pc:spChg chg="mod">
          <ac:chgData name="Xin Luo" userId="82312ee5779919a4" providerId="LiveId" clId="{3C4A7AF4-6488-5041-B432-D36EF53163D3}" dt="2023-02-23T09:23:56.813" v="5638" actId="20577"/>
          <ac:spMkLst>
            <pc:docMk/>
            <pc:sldMk cId="1986913413" sldId="2732"/>
            <ac:spMk id="2" creationId="{631AADB6-C88A-D817-4683-FC087E4E240F}"/>
          </ac:spMkLst>
        </pc:spChg>
        <pc:spChg chg="add del mod">
          <ac:chgData name="Xin Luo" userId="82312ee5779919a4" providerId="LiveId" clId="{3C4A7AF4-6488-5041-B432-D36EF53163D3}" dt="2023-02-23T13:49:16.589" v="6211" actId="1036"/>
          <ac:spMkLst>
            <pc:docMk/>
            <pc:sldMk cId="1986913413" sldId="2732"/>
            <ac:spMk id="8" creationId="{BE76C63F-77AB-4EA1-EEE4-7A2884A0CA66}"/>
          </ac:spMkLst>
        </pc:spChg>
        <pc:spChg chg="add mod">
          <ac:chgData name="Xin Luo" userId="82312ee5779919a4" providerId="LiveId" clId="{3C4A7AF4-6488-5041-B432-D36EF53163D3}" dt="2023-02-23T13:39:58.827" v="6149" actId="164"/>
          <ac:spMkLst>
            <pc:docMk/>
            <pc:sldMk cId="1986913413" sldId="2732"/>
            <ac:spMk id="16" creationId="{3E7D4095-D2BB-E6C2-A00B-51E8F93D4AE6}"/>
          </ac:spMkLst>
        </pc:spChg>
        <pc:spChg chg="add mod">
          <ac:chgData name="Xin Luo" userId="82312ee5779919a4" providerId="LiveId" clId="{3C4A7AF4-6488-5041-B432-D36EF53163D3}" dt="2023-02-23T13:39:58.827" v="6149" actId="164"/>
          <ac:spMkLst>
            <pc:docMk/>
            <pc:sldMk cId="1986913413" sldId="2732"/>
            <ac:spMk id="17" creationId="{2FD57DA2-ED22-9246-7698-C699E342AAED}"/>
          </ac:spMkLst>
        </pc:spChg>
        <pc:spChg chg="add mod">
          <ac:chgData name="Xin Luo" userId="82312ee5779919a4" providerId="LiveId" clId="{3C4A7AF4-6488-5041-B432-D36EF53163D3}" dt="2023-02-23T13:39:58.827" v="6149" actId="164"/>
          <ac:spMkLst>
            <pc:docMk/>
            <pc:sldMk cId="1986913413" sldId="2732"/>
            <ac:spMk id="19" creationId="{2D2DD260-BF22-E834-D80F-BCFA1E042E54}"/>
          </ac:spMkLst>
        </pc:spChg>
        <pc:spChg chg="add mod">
          <ac:chgData name="Xin Luo" userId="82312ee5779919a4" providerId="LiveId" clId="{3C4A7AF4-6488-5041-B432-D36EF53163D3}" dt="2023-02-23T13:39:58.827" v="6149" actId="164"/>
          <ac:spMkLst>
            <pc:docMk/>
            <pc:sldMk cId="1986913413" sldId="2732"/>
            <ac:spMk id="21" creationId="{E8AF9E53-BC95-D1E3-82CA-CCA0B85D0BAB}"/>
          </ac:spMkLst>
        </pc:spChg>
        <pc:spChg chg="del">
          <ac:chgData name="Xin Luo" userId="82312ee5779919a4" providerId="LiveId" clId="{3C4A7AF4-6488-5041-B432-D36EF53163D3}" dt="2023-02-23T09:23:50.475" v="5626" actId="478"/>
          <ac:spMkLst>
            <pc:docMk/>
            <pc:sldMk cId="1986913413" sldId="2732"/>
            <ac:spMk id="27" creationId="{277CEA1D-ACA7-1951-68B0-9AFFF02511BD}"/>
          </ac:spMkLst>
        </pc:spChg>
        <pc:grpChg chg="del">
          <ac:chgData name="Xin Luo" userId="82312ee5779919a4" providerId="LiveId" clId="{3C4A7AF4-6488-5041-B432-D36EF53163D3}" dt="2023-02-23T09:23:46.458" v="5625" actId="478"/>
          <ac:grpSpMkLst>
            <pc:docMk/>
            <pc:sldMk cId="1986913413" sldId="2732"/>
            <ac:grpSpMk id="25" creationId="{0B21BADB-6B5A-522D-BF02-92EE6C415AC5}"/>
          </ac:grpSpMkLst>
        </pc:grpChg>
        <pc:grpChg chg="del">
          <ac:chgData name="Xin Luo" userId="82312ee5779919a4" providerId="LiveId" clId="{3C4A7AF4-6488-5041-B432-D36EF53163D3}" dt="2023-02-23T09:23:44.579" v="5624" actId="478"/>
          <ac:grpSpMkLst>
            <pc:docMk/>
            <pc:sldMk cId="1986913413" sldId="2732"/>
            <ac:grpSpMk id="26" creationId="{5B1A5EB8-5704-DE8A-ECFB-CA0887FF9903}"/>
          </ac:grpSpMkLst>
        </pc:grpChg>
        <pc:grpChg chg="add mod">
          <ac:chgData name="Xin Luo" userId="82312ee5779919a4" providerId="LiveId" clId="{3C4A7AF4-6488-5041-B432-D36EF53163D3}" dt="2023-02-23T13:39:58.827" v="6149" actId="164"/>
          <ac:grpSpMkLst>
            <pc:docMk/>
            <pc:sldMk cId="1986913413" sldId="2732"/>
            <ac:grpSpMk id="33" creationId="{1E36E9C9-B23B-0B90-084E-246D2143D484}"/>
          </ac:grpSpMkLst>
        </pc:grpChg>
        <pc:grpChg chg="del">
          <ac:chgData name="Xin Luo" userId="82312ee5779919a4" providerId="LiveId" clId="{3C4A7AF4-6488-5041-B432-D36EF53163D3}" dt="2023-02-23T09:23:50.475" v="5626" actId="478"/>
          <ac:grpSpMkLst>
            <pc:docMk/>
            <pc:sldMk cId="1986913413" sldId="2732"/>
            <ac:grpSpMk id="40" creationId="{6EB5AEC1-1519-3329-CA3D-552C73370758}"/>
          </ac:grpSpMkLst>
        </pc:grpChg>
        <pc:picChg chg="add del mod">
          <ac:chgData name="Xin Luo" userId="82312ee5779919a4" providerId="LiveId" clId="{3C4A7AF4-6488-5041-B432-D36EF53163D3}" dt="2023-02-23T13:20:09.106" v="5841" actId="478"/>
          <ac:picMkLst>
            <pc:docMk/>
            <pc:sldMk cId="1986913413" sldId="2732"/>
            <ac:picMk id="5" creationId="{0F3C6337-840A-A22F-FD29-8C76197A2702}"/>
          </ac:picMkLst>
        </pc:picChg>
        <pc:picChg chg="add del mod">
          <ac:chgData name="Xin Luo" userId="82312ee5779919a4" providerId="LiveId" clId="{3C4A7AF4-6488-5041-B432-D36EF53163D3}" dt="2023-02-23T13:27:51.021" v="5863" actId="478"/>
          <ac:picMkLst>
            <pc:docMk/>
            <pc:sldMk cId="1986913413" sldId="2732"/>
            <ac:picMk id="9" creationId="{47AF5BBB-3A60-7AF4-EF37-81EE546F448A}"/>
          </ac:picMkLst>
        </pc:picChg>
        <pc:picChg chg="add del mod">
          <ac:chgData name="Xin Luo" userId="82312ee5779919a4" providerId="LiveId" clId="{3C4A7AF4-6488-5041-B432-D36EF53163D3}" dt="2023-02-23T13:39:58.827" v="6149" actId="164"/>
          <ac:picMkLst>
            <pc:docMk/>
            <pc:sldMk cId="1986913413" sldId="2732"/>
            <ac:picMk id="12" creationId="{6D7A52DC-C29A-9A43-F4B2-B0D7F2AF1CF6}"/>
          </ac:picMkLst>
        </pc:picChg>
        <pc:picChg chg="add del mod">
          <ac:chgData name="Xin Luo" userId="82312ee5779919a4" providerId="LiveId" clId="{3C4A7AF4-6488-5041-B432-D36EF53163D3}" dt="2023-02-23T13:28:13.051" v="5873" actId="478"/>
          <ac:picMkLst>
            <pc:docMk/>
            <pc:sldMk cId="1986913413" sldId="2732"/>
            <ac:picMk id="15" creationId="{9246C021-1A0B-9FC2-CF78-BC1081966B66}"/>
          </ac:picMkLst>
        </pc:picChg>
        <pc:picChg chg="add del mod">
          <ac:chgData name="Xin Luo" userId="82312ee5779919a4" providerId="LiveId" clId="{3C4A7AF4-6488-5041-B432-D36EF53163D3}" dt="2023-02-23T13:40:02.652" v="6150" actId="478"/>
          <ac:picMkLst>
            <pc:docMk/>
            <pc:sldMk cId="1986913413" sldId="2732"/>
            <ac:picMk id="29" creationId="{762ED712-67A1-F501-F2D8-DCB0592E22F5}"/>
          </ac:picMkLst>
        </pc:picChg>
        <pc:picChg chg="add del mod">
          <ac:chgData name="Xin Luo" userId="82312ee5779919a4" providerId="LiveId" clId="{3C4A7AF4-6488-5041-B432-D36EF53163D3}" dt="2023-02-23T13:38:40.792" v="6061" actId="478"/>
          <ac:picMkLst>
            <pc:docMk/>
            <pc:sldMk cId="1986913413" sldId="2732"/>
            <ac:picMk id="32" creationId="{9F62F483-2BDD-4BAD-3328-1C24C2029096}"/>
          </ac:picMkLst>
        </pc:picChg>
        <pc:picChg chg="add del mod">
          <ac:chgData name="Xin Luo" userId="82312ee5779919a4" providerId="LiveId" clId="{3C4A7AF4-6488-5041-B432-D36EF53163D3}" dt="2023-02-23T13:57:48.638" v="6238" actId="478"/>
          <ac:picMkLst>
            <pc:docMk/>
            <pc:sldMk cId="1986913413" sldId="2732"/>
            <ac:picMk id="36" creationId="{D10FE31F-3F42-EDC5-5A69-239D66ABC871}"/>
          </ac:picMkLst>
        </pc:picChg>
        <pc:picChg chg="add mod">
          <ac:chgData name="Xin Luo" userId="82312ee5779919a4" providerId="LiveId" clId="{3C4A7AF4-6488-5041-B432-D36EF53163D3}" dt="2023-02-23T13:58:03.496" v="6246" actId="1076"/>
          <ac:picMkLst>
            <pc:docMk/>
            <pc:sldMk cId="1986913413" sldId="2732"/>
            <ac:picMk id="38" creationId="{DBB716A2-DAE4-A0CB-0685-0DD3A5848392}"/>
          </ac:picMkLst>
        </pc:picChg>
      </pc:sldChg>
      <pc:sldChg chg="addSp delSp modSp add mod">
        <pc:chgData name="Xin Luo" userId="82312ee5779919a4" providerId="LiveId" clId="{3C4A7AF4-6488-5041-B432-D36EF53163D3}" dt="2023-02-23T14:00:47.321" v="6304" actId="1076"/>
        <pc:sldMkLst>
          <pc:docMk/>
          <pc:sldMk cId="270311508" sldId="2733"/>
        </pc:sldMkLst>
        <pc:spChg chg="mod">
          <ac:chgData name="Xin Luo" userId="82312ee5779919a4" providerId="LiveId" clId="{3C4A7AF4-6488-5041-B432-D36EF53163D3}" dt="2023-02-23T13:58:33.465" v="6260" actId="14100"/>
          <ac:spMkLst>
            <pc:docMk/>
            <pc:sldMk cId="270311508" sldId="2733"/>
            <ac:spMk id="8" creationId="{BE76C63F-77AB-4EA1-EEE4-7A2884A0CA66}"/>
          </ac:spMkLst>
        </pc:spChg>
        <pc:spChg chg="add mod">
          <ac:chgData name="Xin Luo" userId="82312ee5779919a4" providerId="LiveId" clId="{3C4A7AF4-6488-5041-B432-D36EF53163D3}" dt="2023-02-23T14:00:40.779" v="6302" actId="1076"/>
          <ac:spMkLst>
            <pc:docMk/>
            <pc:sldMk cId="270311508" sldId="2733"/>
            <ac:spMk id="10" creationId="{D5E5B261-8775-C3AF-17E6-8E3B7B2EB8DD}"/>
          </ac:spMkLst>
        </pc:spChg>
        <pc:grpChg chg="del">
          <ac:chgData name="Xin Luo" userId="82312ee5779919a4" providerId="LiveId" clId="{3C4A7AF4-6488-5041-B432-D36EF53163D3}" dt="2023-02-23T13:49:30.079" v="6213" actId="478"/>
          <ac:grpSpMkLst>
            <pc:docMk/>
            <pc:sldMk cId="270311508" sldId="2733"/>
            <ac:grpSpMk id="33" creationId="{1E36E9C9-B23B-0B90-084E-246D2143D484}"/>
          </ac:grpSpMkLst>
        </pc:grpChg>
        <pc:picChg chg="add del mod">
          <ac:chgData name="Xin Luo" userId="82312ee5779919a4" providerId="LiveId" clId="{3C4A7AF4-6488-5041-B432-D36EF53163D3}" dt="2023-02-23T13:50:54.929" v="6237" actId="478"/>
          <ac:picMkLst>
            <pc:docMk/>
            <pc:sldMk cId="270311508" sldId="2733"/>
            <ac:picMk id="5" creationId="{45C11474-3B63-2E64-AA9D-2A10A27D3F65}"/>
          </ac:picMkLst>
        </pc:picChg>
        <pc:picChg chg="add mod">
          <ac:chgData name="Xin Luo" userId="82312ee5779919a4" providerId="LiveId" clId="{3C4A7AF4-6488-5041-B432-D36EF53163D3}" dt="2023-02-23T14:00:47.321" v="6304" actId="1076"/>
          <ac:picMkLst>
            <pc:docMk/>
            <pc:sldMk cId="270311508" sldId="2733"/>
            <ac:picMk id="7" creationId="{FD4880BA-9A41-FB72-F608-E8DF18426892}"/>
          </ac:picMkLst>
        </pc:picChg>
        <pc:picChg chg="del">
          <ac:chgData name="Xin Luo" userId="82312ee5779919a4" providerId="LiveId" clId="{3C4A7AF4-6488-5041-B432-D36EF53163D3}" dt="2023-02-23T13:49:30.079" v="6213" actId="478"/>
          <ac:picMkLst>
            <pc:docMk/>
            <pc:sldMk cId="270311508" sldId="2733"/>
            <ac:picMk id="36" creationId="{D10FE31F-3F42-EDC5-5A69-239D66ABC871}"/>
          </ac:picMkLst>
        </pc:picChg>
      </pc:sldChg>
      <pc:sldChg chg="addSp delSp modSp add mod">
        <pc:chgData name="Xin Luo" userId="82312ee5779919a4" providerId="LiveId" clId="{3C4A7AF4-6488-5041-B432-D36EF53163D3}" dt="2023-02-23T14:29:59.110" v="6746" actId="403"/>
        <pc:sldMkLst>
          <pc:docMk/>
          <pc:sldMk cId="3138813826" sldId="2734"/>
        </pc:sldMkLst>
        <pc:spChg chg="mod">
          <ac:chgData name="Xin Luo" userId="82312ee5779919a4" providerId="LiveId" clId="{3C4A7AF4-6488-5041-B432-D36EF53163D3}" dt="2023-02-23T14:24:45.076" v="6407" actId="20577"/>
          <ac:spMkLst>
            <pc:docMk/>
            <pc:sldMk cId="3138813826" sldId="2734"/>
            <ac:spMk id="2" creationId="{631AADB6-C88A-D817-4683-FC087E4E240F}"/>
          </ac:spMkLst>
        </pc:spChg>
        <pc:spChg chg="add del mod">
          <ac:chgData name="Xin Luo" userId="82312ee5779919a4" providerId="LiveId" clId="{3C4A7AF4-6488-5041-B432-D36EF53163D3}" dt="2023-02-23T14:29:54.827" v="6743" actId="478"/>
          <ac:spMkLst>
            <pc:docMk/>
            <pc:sldMk cId="3138813826" sldId="2734"/>
            <ac:spMk id="5" creationId="{045952CA-B870-EE0D-254E-C4F0D7559A1D}"/>
          </ac:spMkLst>
        </pc:spChg>
        <pc:spChg chg="add mod">
          <ac:chgData name="Xin Luo" userId="82312ee5779919a4" providerId="LiveId" clId="{3C4A7AF4-6488-5041-B432-D36EF53163D3}" dt="2023-02-23T14:29:59.110" v="6746" actId="403"/>
          <ac:spMkLst>
            <pc:docMk/>
            <pc:sldMk cId="3138813826" sldId="2734"/>
            <ac:spMk id="6" creationId="{7F081F01-398A-43C9-F4B4-7155679B9827}"/>
          </ac:spMkLst>
        </pc:spChg>
        <pc:spChg chg="mod">
          <ac:chgData name="Xin Luo" userId="82312ee5779919a4" providerId="LiveId" clId="{3C4A7AF4-6488-5041-B432-D36EF53163D3}" dt="2023-02-23T14:27:23.377" v="6681" actId="1076"/>
          <ac:spMkLst>
            <pc:docMk/>
            <pc:sldMk cId="3138813826" sldId="2734"/>
            <ac:spMk id="17" creationId="{9E05FFCA-3371-AF5C-381D-71D984055F5A}"/>
          </ac:spMkLst>
        </pc:spChg>
      </pc:sldChg>
      <pc:sldChg chg="addSp modSp add mod">
        <pc:chgData name="Xin Luo" userId="82312ee5779919a4" providerId="LiveId" clId="{3C4A7AF4-6488-5041-B432-D36EF53163D3}" dt="2023-02-23T14:33:30.940" v="6917" actId="1037"/>
        <pc:sldMkLst>
          <pc:docMk/>
          <pc:sldMk cId="128317883" sldId="2735"/>
        </pc:sldMkLst>
        <pc:spChg chg="add mod">
          <ac:chgData name="Xin Luo" userId="82312ee5779919a4" providerId="LiveId" clId="{3C4A7AF4-6488-5041-B432-D36EF53163D3}" dt="2023-02-23T14:33:24.596" v="6912" actId="1076"/>
          <ac:spMkLst>
            <pc:docMk/>
            <pc:sldMk cId="128317883" sldId="2735"/>
            <ac:spMk id="4" creationId="{3C988FB7-FCA7-1C11-558C-286915D478EB}"/>
          </ac:spMkLst>
        </pc:spChg>
        <pc:spChg chg="mod">
          <ac:chgData name="Xin Luo" userId="82312ee5779919a4" providerId="LiveId" clId="{3C4A7AF4-6488-5041-B432-D36EF53163D3}" dt="2023-02-23T14:30:37.592" v="6752" actId="1035"/>
          <ac:spMkLst>
            <pc:docMk/>
            <pc:sldMk cId="128317883" sldId="2735"/>
            <ac:spMk id="6" creationId="{7F081F01-398A-43C9-F4B4-7155679B9827}"/>
          </ac:spMkLst>
        </pc:spChg>
        <pc:spChg chg="mod">
          <ac:chgData name="Xin Luo" userId="82312ee5779919a4" providerId="LiveId" clId="{3C4A7AF4-6488-5041-B432-D36EF53163D3}" dt="2023-02-23T14:33:30.940" v="6917" actId="1037"/>
          <ac:spMkLst>
            <pc:docMk/>
            <pc:sldMk cId="128317883" sldId="2735"/>
            <ac:spMk id="17" creationId="{9E05FFCA-3371-AF5C-381D-71D984055F5A}"/>
          </ac:spMkLst>
        </pc:spChg>
      </pc:sldChg>
      <pc:sldChg chg="delSp add mod">
        <pc:chgData name="Xin Luo" userId="82312ee5779919a4" providerId="LiveId" clId="{3C4A7AF4-6488-5041-B432-D36EF53163D3}" dt="2023-02-23T14:33:41.327" v="6919" actId="478"/>
        <pc:sldMkLst>
          <pc:docMk/>
          <pc:sldMk cId="383906436" sldId="2736"/>
        </pc:sldMkLst>
        <pc:spChg chg="del">
          <ac:chgData name="Xin Luo" userId="82312ee5779919a4" providerId="LiveId" clId="{3C4A7AF4-6488-5041-B432-D36EF53163D3}" dt="2023-02-23T14:33:41.327" v="6919" actId="478"/>
          <ac:spMkLst>
            <pc:docMk/>
            <pc:sldMk cId="383906436" sldId="2736"/>
            <ac:spMk id="4" creationId="{3C988FB7-FCA7-1C11-558C-286915D478EB}"/>
          </ac:spMkLst>
        </pc:spChg>
        <pc:spChg chg="del">
          <ac:chgData name="Xin Luo" userId="82312ee5779919a4" providerId="LiveId" clId="{3C4A7AF4-6488-5041-B432-D36EF53163D3}" dt="2023-02-23T14:33:41.327" v="6919" actId="478"/>
          <ac:spMkLst>
            <pc:docMk/>
            <pc:sldMk cId="383906436" sldId="2736"/>
            <ac:spMk id="6" creationId="{7F081F01-398A-43C9-F4B4-7155679B9827}"/>
          </ac:spMkLst>
        </pc:spChg>
        <pc:spChg chg="del">
          <ac:chgData name="Xin Luo" userId="82312ee5779919a4" providerId="LiveId" clId="{3C4A7AF4-6488-5041-B432-D36EF53163D3}" dt="2023-02-23T14:33:41.327" v="6919" actId="478"/>
          <ac:spMkLst>
            <pc:docMk/>
            <pc:sldMk cId="383906436" sldId="2736"/>
            <ac:spMk id="17" creationId="{9E05FFCA-3371-AF5C-381D-71D984055F5A}"/>
          </ac:spMkLst>
        </pc:spChg>
      </pc:sldChg>
    </pc:docChg>
  </pc:docChgLst>
  <pc:docChgLst>
    <pc:chgData name="Xin Luo" userId="82312ee5779919a4" providerId="LiveId" clId="{4807F875-6F75-AB41-83F0-5AE490FE2F1C}"/>
    <pc:docChg chg="custSel addSld modSld">
      <pc:chgData name="Xin Luo" userId="82312ee5779919a4" providerId="LiveId" clId="{4807F875-6F75-AB41-83F0-5AE490FE2F1C}" dt="2023-09-13T14:07:01.122" v="8" actId="1076"/>
      <pc:docMkLst>
        <pc:docMk/>
      </pc:docMkLst>
      <pc:sldChg chg="addSp delSp modSp mod">
        <pc:chgData name="Xin Luo" userId="82312ee5779919a4" providerId="LiveId" clId="{4807F875-6F75-AB41-83F0-5AE490FE2F1C}" dt="2023-09-13T14:06:41.345" v="2" actId="478"/>
        <pc:sldMkLst>
          <pc:docMk/>
          <pc:sldMk cId="3741103209" sldId="2745"/>
        </pc:sldMkLst>
        <pc:picChg chg="add del mod">
          <ac:chgData name="Xin Luo" userId="82312ee5779919a4" providerId="LiveId" clId="{4807F875-6F75-AB41-83F0-5AE490FE2F1C}" dt="2023-09-13T14:06:41.345" v="2" actId="478"/>
          <ac:picMkLst>
            <pc:docMk/>
            <pc:sldMk cId="3741103209" sldId="2745"/>
            <ac:picMk id="5" creationId="{197EF1EF-C4B4-1C55-B736-D9AE60BE4C77}"/>
          </ac:picMkLst>
        </pc:picChg>
      </pc:sldChg>
      <pc:sldChg chg="modSp add mod">
        <pc:chgData name="Xin Luo" userId="82312ee5779919a4" providerId="LiveId" clId="{4807F875-6F75-AB41-83F0-5AE490FE2F1C}" dt="2023-09-13T14:07:01.122" v="8" actId="1076"/>
        <pc:sldMkLst>
          <pc:docMk/>
          <pc:sldMk cId="1878724924" sldId="2758"/>
        </pc:sldMkLst>
        <pc:spChg chg="mod">
          <ac:chgData name="Xin Luo" userId="82312ee5779919a4" providerId="LiveId" clId="{4807F875-6F75-AB41-83F0-5AE490FE2F1C}" dt="2023-09-13T14:06:54.082" v="5" actId="20577"/>
          <ac:spMkLst>
            <pc:docMk/>
            <pc:sldMk cId="1878724924" sldId="2758"/>
            <ac:spMk id="17" creationId="{9E05FFCA-3371-AF5C-381D-71D984055F5A}"/>
          </ac:spMkLst>
        </pc:spChg>
        <pc:picChg chg="mod">
          <ac:chgData name="Xin Luo" userId="82312ee5779919a4" providerId="LiveId" clId="{4807F875-6F75-AB41-83F0-5AE490FE2F1C}" dt="2023-09-13T14:07:01.122" v="8" actId="1076"/>
          <ac:picMkLst>
            <pc:docMk/>
            <pc:sldMk cId="1878724924" sldId="2758"/>
            <ac:picMk id="5" creationId="{197EF1EF-C4B4-1C55-B736-D9AE60BE4C77}"/>
          </ac:picMkLst>
        </pc:picChg>
      </pc:sldChg>
    </pc:docChg>
  </pc:docChgLst>
  <pc:docChgLst>
    <pc:chgData name="Xin Luo" userId="82312ee5779919a4" providerId="LiveId" clId="{7C35D78A-E8DF-394E-816A-D2222F18F092}"/>
    <pc:docChg chg="delSld modSld">
      <pc:chgData name="Xin Luo" userId="82312ee5779919a4" providerId="LiveId" clId="{7C35D78A-E8DF-394E-816A-D2222F18F092}" dt="2022-11-28T03:56:42.353" v="21" actId="2696"/>
      <pc:docMkLst>
        <pc:docMk/>
      </pc:docMkLst>
      <pc:sldChg chg="del">
        <pc:chgData name="Xin Luo" userId="82312ee5779919a4" providerId="LiveId" clId="{7C35D78A-E8DF-394E-816A-D2222F18F092}" dt="2022-11-28T03:56:38.106" v="20" actId="2696"/>
        <pc:sldMkLst>
          <pc:docMk/>
          <pc:sldMk cId="0" sldId="279"/>
        </pc:sldMkLst>
      </pc:sldChg>
      <pc:sldChg chg="modSp mod">
        <pc:chgData name="Xin Luo" userId="82312ee5779919a4" providerId="LiveId" clId="{7C35D78A-E8DF-394E-816A-D2222F18F092}" dt="2022-11-28T03:56:03.446" v="17" actId="20577"/>
        <pc:sldMkLst>
          <pc:docMk/>
          <pc:sldMk cId="1153920038" sldId="2206"/>
        </pc:sldMkLst>
        <pc:spChg chg="mod">
          <ac:chgData name="Xin Luo" userId="82312ee5779919a4" providerId="LiveId" clId="{7C35D78A-E8DF-394E-816A-D2222F18F092}" dt="2022-11-28T03:56:03.446" v="17" actId="20577"/>
          <ac:spMkLst>
            <pc:docMk/>
            <pc:sldMk cId="1153920038" sldId="2206"/>
            <ac:spMk id="24" creationId="{00000000-0000-0000-0000-000000000000}"/>
          </ac:spMkLst>
        </pc:spChg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0" sldId="2501"/>
        </pc:sldMkLst>
      </pc:sldChg>
      <pc:sldChg chg="del">
        <pc:chgData name="Xin Luo" userId="82312ee5779919a4" providerId="LiveId" clId="{7C35D78A-E8DF-394E-816A-D2222F18F092}" dt="2022-11-28T03:56:17.803" v="18" actId="2696"/>
        <pc:sldMkLst>
          <pc:docMk/>
          <pc:sldMk cId="2689840772" sldId="2604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1392274363" sldId="2606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292605530" sldId="2607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1432126823" sldId="2608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2780969545" sldId="2609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1351738911" sldId="2610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1504723508" sldId="2611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63705705" sldId="2612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3070817833" sldId="2652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2261973024" sldId="2686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1836653143" sldId="2688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715274259" sldId="2690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3906920652" sldId="2694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558234131" sldId="2697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507602036" sldId="2700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569668922" sldId="2703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693600848" sldId="2705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2447019445" sldId="2706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3037020054" sldId="2707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446628750" sldId="2708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770366385" sldId="2709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1259562490" sldId="2710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573676958" sldId="2711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2970267871" sldId="2712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4061658258" sldId="2713"/>
        </pc:sldMkLst>
      </pc:sldChg>
      <pc:sldChg chg="del">
        <pc:chgData name="Xin Luo" userId="82312ee5779919a4" providerId="LiveId" clId="{7C35D78A-E8DF-394E-816A-D2222F18F092}" dt="2022-11-28T03:56:17.803" v="18" actId="2696"/>
        <pc:sldMkLst>
          <pc:docMk/>
          <pc:sldMk cId="2358282757" sldId="2714"/>
        </pc:sldMkLst>
      </pc:sldChg>
    </pc:docChg>
  </pc:docChgLst>
  <pc:docChgLst>
    <pc:chgData name="Xin Luo" userId="82312ee5779919a4" providerId="LiveId" clId="{82BFAA31-791A-9843-976C-3AAFAA5AC07D}"/>
    <pc:docChg chg="undo custSel addSld delSld modSld">
      <pc:chgData name="Xin Luo" userId="82312ee5779919a4" providerId="LiveId" clId="{82BFAA31-791A-9843-976C-3AAFAA5AC07D}" dt="2023-03-05T13:50:34.172" v="6224" actId="1035"/>
      <pc:docMkLst>
        <pc:docMk/>
      </pc:docMkLst>
      <pc:sldChg chg="modSp mod">
        <pc:chgData name="Xin Luo" userId="82312ee5779919a4" providerId="LiveId" clId="{82BFAA31-791A-9843-976C-3AAFAA5AC07D}" dt="2023-03-04T01:58:49.501" v="2918" actId="20577"/>
        <pc:sldMkLst>
          <pc:docMk/>
          <pc:sldMk cId="4067577602" sldId="2605"/>
        </pc:sldMkLst>
        <pc:spChg chg="mod">
          <ac:chgData name="Xin Luo" userId="82312ee5779919a4" providerId="LiveId" clId="{82BFAA31-791A-9843-976C-3AAFAA5AC07D}" dt="2023-03-04T01:58:49.501" v="2918" actId="20577"/>
          <ac:spMkLst>
            <pc:docMk/>
            <pc:sldMk cId="4067577602" sldId="2605"/>
            <ac:spMk id="5" creationId="{78502774-B04C-634F-1396-E5815996BC36}"/>
          </ac:spMkLst>
        </pc:spChg>
      </pc:sldChg>
      <pc:sldChg chg="addSp delSp modSp mod">
        <pc:chgData name="Xin Luo" userId="82312ee5779919a4" providerId="LiveId" clId="{82BFAA31-791A-9843-976C-3AAFAA5AC07D}" dt="2023-03-04T03:17:04.154" v="3027" actId="20577"/>
        <pc:sldMkLst>
          <pc:docMk/>
          <pc:sldMk cId="3833073590" sldId="2716"/>
        </pc:sldMkLst>
        <pc:spChg chg="mod">
          <ac:chgData name="Xin Luo" userId="82312ee5779919a4" providerId="LiveId" clId="{82BFAA31-791A-9843-976C-3AAFAA5AC07D}" dt="2023-02-24T03:06:08.550" v="104" actId="20577"/>
          <ac:spMkLst>
            <pc:docMk/>
            <pc:sldMk cId="3833073590" sldId="2716"/>
            <ac:spMk id="2" creationId="{631AADB6-C88A-D817-4683-FC087E4E240F}"/>
          </ac:spMkLst>
        </pc:spChg>
        <pc:spChg chg="del">
          <ac:chgData name="Xin Luo" userId="82312ee5779919a4" providerId="LiveId" clId="{82BFAA31-791A-9843-976C-3AAFAA5AC07D}" dt="2023-02-24T03:02:42.862" v="33" actId="478"/>
          <ac:spMkLst>
            <pc:docMk/>
            <pc:sldMk cId="3833073590" sldId="2716"/>
            <ac:spMk id="5" creationId="{9F4AEA98-0C33-E82A-EB75-839D0F0B55A4}"/>
          </ac:spMkLst>
        </pc:spChg>
        <pc:spChg chg="add mod">
          <ac:chgData name="Xin Luo" userId="82312ee5779919a4" providerId="LiveId" clId="{82BFAA31-791A-9843-976C-3AAFAA5AC07D}" dt="2023-03-04T03:17:04.154" v="3027" actId="20577"/>
          <ac:spMkLst>
            <pc:docMk/>
            <pc:sldMk cId="3833073590" sldId="2716"/>
            <ac:spMk id="6" creationId="{6741FEA2-C046-FD82-2800-2CB513792080}"/>
          </ac:spMkLst>
        </pc:spChg>
        <pc:picChg chg="add del">
          <ac:chgData name="Xin Luo" userId="82312ee5779919a4" providerId="LiveId" clId="{82BFAA31-791A-9843-976C-3AAFAA5AC07D}" dt="2023-02-24T03:02:42.862" v="33" actId="478"/>
          <ac:picMkLst>
            <pc:docMk/>
            <pc:sldMk cId="3833073590" sldId="2716"/>
            <ac:picMk id="1026" creationId="{37EB6838-2807-43B3-E78E-EF1353DBEC4D}"/>
          </ac:picMkLst>
        </pc:picChg>
        <pc:picChg chg="add del mod">
          <ac:chgData name="Xin Luo" userId="82312ee5779919a4" providerId="LiveId" clId="{82BFAA31-791A-9843-976C-3AAFAA5AC07D}" dt="2023-02-24T03:03:49.502" v="38" actId="478"/>
          <ac:picMkLst>
            <pc:docMk/>
            <pc:sldMk cId="3833073590" sldId="2716"/>
            <ac:picMk id="1028" creationId="{0060DCE3-4593-4CBE-2C1A-12A7D72C453A}"/>
          </ac:picMkLst>
        </pc:picChg>
        <pc:picChg chg="add del mod">
          <ac:chgData name="Xin Luo" userId="82312ee5779919a4" providerId="LiveId" clId="{82BFAA31-791A-9843-976C-3AAFAA5AC07D}" dt="2023-03-04T03:16:57.384" v="3023" actId="14100"/>
          <ac:picMkLst>
            <pc:docMk/>
            <pc:sldMk cId="3833073590" sldId="2716"/>
            <ac:picMk id="1030" creationId="{C93DB76E-C02F-05AC-2014-674F7E808ADA}"/>
          </ac:picMkLst>
        </pc:picChg>
      </pc:sldChg>
      <pc:sldChg chg="addSp delSp modSp mod">
        <pc:chgData name="Xin Luo" userId="82312ee5779919a4" providerId="LiveId" clId="{82BFAA31-791A-9843-976C-3AAFAA5AC07D}" dt="2023-02-24T08:50:06.402" v="585" actId="20577"/>
        <pc:sldMkLst>
          <pc:docMk/>
          <pc:sldMk cId="972163772" sldId="2720"/>
        </pc:sldMkLst>
        <pc:spChg chg="mod">
          <ac:chgData name="Xin Luo" userId="82312ee5779919a4" providerId="LiveId" clId="{82BFAA31-791A-9843-976C-3AAFAA5AC07D}" dt="2023-02-24T08:50:06.402" v="585" actId="20577"/>
          <ac:spMkLst>
            <pc:docMk/>
            <pc:sldMk cId="972163772" sldId="2720"/>
            <ac:spMk id="7" creationId="{00000000-0000-0000-0000-000000000000}"/>
          </ac:spMkLst>
        </pc:spChg>
        <pc:picChg chg="add del">
          <ac:chgData name="Xin Luo" userId="82312ee5779919a4" providerId="LiveId" clId="{82BFAA31-791A-9843-976C-3AAFAA5AC07D}" dt="2023-02-24T08:47:42.881" v="485"/>
          <ac:picMkLst>
            <pc:docMk/>
            <pc:sldMk cId="972163772" sldId="2720"/>
            <ac:picMk id="3074" creationId="{C4128BB6-F8FE-667B-1E3D-38360E7E0C3C}"/>
          </ac:picMkLst>
        </pc:picChg>
      </pc:sldChg>
      <pc:sldChg chg="addSp delSp modSp mod">
        <pc:chgData name="Xin Luo" userId="82312ee5779919a4" providerId="LiveId" clId="{82BFAA31-791A-9843-976C-3AAFAA5AC07D}" dt="2023-02-24T13:00:34.955" v="2586" actId="1036"/>
        <pc:sldMkLst>
          <pc:docMk/>
          <pc:sldMk cId="2689695864" sldId="2721"/>
        </pc:sldMkLst>
        <pc:spChg chg="mod">
          <ac:chgData name="Xin Luo" userId="82312ee5779919a4" providerId="LiveId" clId="{82BFAA31-791A-9843-976C-3AAFAA5AC07D}" dt="2023-02-24T13:00:34.955" v="2586" actId="1036"/>
          <ac:spMkLst>
            <pc:docMk/>
            <pc:sldMk cId="2689695864" sldId="2721"/>
            <ac:spMk id="2" creationId="{631AADB6-C88A-D817-4683-FC087E4E240F}"/>
          </ac:spMkLst>
        </pc:spChg>
        <pc:spChg chg="mod">
          <ac:chgData name="Xin Luo" userId="82312ee5779919a4" providerId="LiveId" clId="{82BFAA31-791A-9843-976C-3AAFAA5AC07D}" dt="2023-02-24T08:50:21.921" v="586"/>
          <ac:spMkLst>
            <pc:docMk/>
            <pc:sldMk cId="2689695864" sldId="2721"/>
            <ac:spMk id="3" creationId="{00000000-0000-0000-0000-000000000000}"/>
          </ac:spMkLst>
        </pc:spChg>
        <pc:spChg chg="add del mod">
          <ac:chgData name="Xin Luo" userId="82312ee5779919a4" providerId="LiveId" clId="{82BFAA31-791A-9843-976C-3AAFAA5AC07D}" dt="2023-02-24T12:38:43.360" v="1999" actId="478"/>
          <ac:spMkLst>
            <pc:docMk/>
            <pc:sldMk cId="2689695864" sldId="2721"/>
            <ac:spMk id="5" creationId="{D45B97A4-ED20-7E18-1BEF-4A81710B7783}"/>
          </ac:spMkLst>
        </pc:spChg>
        <pc:spChg chg="mod">
          <ac:chgData name="Xin Luo" userId="82312ee5779919a4" providerId="LiveId" clId="{82BFAA31-791A-9843-976C-3AAFAA5AC07D}" dt="2023-02-24T13:00:31.975" v="2582" actId="1036"/>
          <ac:spMkLst>
            <pc:docMk/>
            <pc:sldMk cId="2689695864" sldId="2721"/>
            <ac:spMk id="17" creationId="{9E05FFCA-3371-AF5C-381D-71D984055F5A}"/>
          </ac:spMkLst>
        </pc:spChg>
      </pc:sldChg>
      <pc:sldChg chg="modSp add del mod">
        <pc:chgData name="Xin Luo" userId="82312ee5779919a4" providerId="LiveId" clId="{82BFAA31-791A-9843-976C-3AAFAA5AC07D}" dt="2023-03-05T13:50:34.172" v="6224" actId="1035"/>
        <pc:sldMkLst>
          <pc:docMk/>
          <pc:sldMk cId="1209572041" sldId="2722"/>
        </pc:sldMkLst>
        <pc:spChg chg="mod">
          <ac:chgData name="Xin Luo" userId="82312ee5779919a4" providerId="LiveId" clId="{82BFAA31-791A-9843-976C-3AAFAA5AC07D}" dt="2023-03-04T15:50:28.639" v="6152" actId="20577"/>
          <ac:spMkLst>
            <pc:docMk/>
            <pc:sldMk cId="1209572041" sldId="2722"/>
            <ac:spMk id="11" creationId="{53A7E693-8098-76C4-CD5D-47166ABEB164}"/>
          </ac:spMkLst>
        </pc:spChg>
        <pc:spChg chg="mod">
          <ac:chgData name="Xin Luo" userId="82312ee5779919a4" providerId="LiveId" clId="{82BFAA31-791A-9843-976C-3AAFAA5AC07D}" dt="2023-03-05T13:50:34.172" v="6224" actId="1035"/>
          <ac:spMkLst>
            <pc:docMk/>
            <pc:sldMk cId="1209572041" sldId="2722"/>
            <ac:spMk id="13" creationId="{303BC878-BC57-D350-27A3-F03AE48213AC}"/>
          </ac:spMkLst>
        </pc:spChg>
      </pc:sldChg>
      <pc:sldChg chg="add del">
        <pc:chgData name="Xin Luo" userId="82312ee5779919a4" providerId="LiveId" clId="{82BFAA31-791A-9843-976C-3AAFAA5AC07D}" dt="2023-03-04T02:01:30.300" v="3010" actId="2696"/>
        <pc:sldMkLst>
          <pc:docMk/>
          <pc:sldMk cId="2179406886" sldId="2724"/>
        </pc:sldMkLst>
      </pc:sldChg>
      <pc:sldChg chg="addSp delSp modSp add mod">
        <pc:chgData name="Xin Luo" userId="82312ee5779919a4" providerId="LiveId" clId="{82BFAA31-791A-9843-976C-3AAFAA5AC07D}" dt="2023-03-04T03:20:48.887" v="3034" actId="1036"/>
        <pc:sldMkLst>
          <pc:docMk/>
          <pc:sldMk cId="4156684215" sldId="2738"/>
        </pc:sldMkLst>
        <pc:spChg chg="mod">
          <ac:chgData name="Xin Luo" userId="82312ee5779919a4" providerId="LiveId" clId="{82BFAA31-791A-9843-976C-3AAFAA5AC07D}" dt="2023-02-24T07:02:55.789" v="157" actId="20577"/>
          <ac:spMkLst>
            <pc:docMk/>
            <pc:sldMk cId="4156684215" sldId="2738"/>
            <ac:spMk id="2" creationId="{631AADB6-C88A-D817-4683-FC087E4E240F}"/>
          </ac:spMkLst>
        </pc:spChg>
        <pc:spChg chg="add del mod">
          <ac:chgData name="Xin Luo" userId="82312ee5779919a4" providerId="LiveId" clId="{82BFAA31-791A-9843-976C-3AAFAA5AC07D}" dt="2023-03-04T03:20:48.887" v="3034" actId="1036"/>
          <ac:spMkLst>
            <pc:docMk/>
            <pc:sldMk cId="4156684215" sldId="2738"/>
            <ac:spMk id="6" creationId="{6741FEA2-C046-FD82-2800-2CB513792080}"/>
          </ac:spMkLst>
        </pc:spChg>
        <pc:picChg chg="del mod">
          <ac:chgData name="Xin Luo" userId="82312ee5779919a4" providerId="LiveId" clId="{82BFAA31-791A-9843-976C-3AAFAA5AC07D}" dt="2023-02-24T07:03:01.663" v="158" actId="478"/>
          <ac:picMkLst>
            <pc:docMk/>
            <pc:sldMk cId="4156684215" sldId="2738"/>
            <ac:picMk id="1030" creationId="{C93DB76E-C02F-05AC-2014-674F7E808ADA}"/>
          </ac:picMkLst>
        </pc:picChg>
        <pc:picChg chg="add del mod">
          <ac:chgData name="Xin Luo" userId="82312ee5779919a4" providerId="LiveId" clId="{82BFAA31-791A-9843-976C-3AAFAA5AC07D}" dt="2023-03-04T03:20:37.844" v="3030" actId="14100"/>
          <ac:picMkLst>
            <pc:docMk/>
            <pc:sldMk cId="4156684215" sldId="2738"/>
            <ac:picMk id="2050" creationId="{324F0AC4-07BA-4B3E-1A6B-D49FF0B87AC4}"/>
          </ac:picMkLst>
        </pc:picChg>
      </pc:sldChg>
      <pc:sldChg chg="delSp modSp add mod">
        <pc:chgData name="Xin Luo" userId="82312ee5779919a4" providerId="LiveId" clId="{82BFAA31-791A-9843-976C-3AAFAA5AC07D}" dt="2023-03-04T03:45:03.441" v="3776" actId="21"/>
        <pc:sldMkLst>
          <pc:docMk/>
          <pc:sldMk cId="2776132283" sldId="2739"/>
        </pc:sldMkLst>
        <pc:spChg chg="mod">
          <ac:chgData name="Xin Luo" userId="82312ee5779919a4" providerId="LiveId" clId="{82BFAA31-791A-9843-976C-3AAFAA5AC07D}" dt="2023-03-04T03:21:31.106" v="3042" actId="20577"/>
          <ac:spMkLst>
            <pc:docMk/>
            <pc:sldMk cId="2776132283" sldId="2739"/>
            <ac:spMk id="2" creationId="{631AADB6-C88A-D817-4683-FC087E4E240F}"/>
          </ac:spMkLst>
        </pc:spChg>
        <pc:spChg chg="mod">
          <ac:chgData name="Xin Luo" userId="82312ee5779919a4" providerId="LiveId" clId="{82BFAA31-791A-9843-976C-3AAFAA5AC07D}" dt="2023-03-04T03:45:03.441" v="3776" actId="21"/>
          <ac:spMkLst>
            <pc:docMk/>
            <pc:sldMk cId="2776132283" sldId="2739"/>
            <ac:spMk id="6" creationId="{6741FEA2-C046-FD82-2800-2CB513792080}"/>
          </ac:spMkLst>
        </pc:spChg>
        <pc:picChg chg="del">
          <ac:chgData name="Xin Luo" userId="82312ee5779919a4" providerId="LiveId" clId="{82BFAA31-791A-9843-976C-3AAFAA5AC07D}" dt="2023-02-24T09:02:09.130" v="665" actId="478"/>
          <ac:picMkLst>
            <pc:docMk/>
            <pc:sldMk cId="2776132283" sldId="2739"/>
            <ac:picMk id="2050" creationId="{324F0AC4-07BA-4B3E-1A6B-D49FF0B87AC4}"/>
          </ac:picMkLst>
        </pc:picChg>
      </pc:sldChg>
      <pc:sldChg chg="delSp modSp add mod">
        <pc:chgData name="Xin Luo" userId="82312ee5779919a4" providerId="LiveId" clId="{82BFAA31-791A-9843-976C-3AAFAA5AC07D}" dt="2023-02-24T12:42:54.354" v="2196" actId="20577"/>
        <pc:sldMkLst>
          <pc:docMk/>
          <pc:sldMk cId="2510358707" sldId="2740"/>
        </pc:sldMkLst>
        <pc:spChg chg="mod">
          <ac:chgData name="Xin Luo" userId="82312ee5779919a4" providerId="LiveId" clId="{82BFAA31-791A-9843-976C-3AAFAA5AC07D}" dt="2023-02-24T12:39:15.147" v="2006" actId="20577"/>
          <ac:spMkLst>
            <pc:docMk/>
            <pc:sldMk cId="2510358707" sldId="2740"/>
            <ac:spMk id="2" creationId="{631AADB6-C88A-D817-4683-FC087E4E240F}"/>
          </ac:spMkLst>
        </pc:spChg>
        <pc:spChg chg="del mod">
          <ac:chgData name="Xin Luo" userId="82312ee5779919a4" providerId="LiveId" clId="{82BFAA31-791A-9843-976C-3AAFAA5AC07D}" dt="2023-02-24T12:26:37.033" v="1934" actId="478"/>
          <ac:spMkLst>
            <pc:docMk/>
            <pc:sldMk cId="2510358707" sldId="2740"/>
            <ac:spMk id="5" creationId="{D45B97A4-ED20-7E18-1BEF-4A81710B7783}"/>
          </ac:spMkLst>
        </pc:spChg>
        <pc:spChg chg="mod">
          <ac:chgData name="Xin Luo" userId="82312ee5779919a4" providerId="LiveId" clId="{82BFAA31-791A-9843-976C-3AAFAA5AC07D}" dt="2023-02-24T12:42:54.354" v="2196" actId="20577"/>
          <ac:spMkLst>
            <pc:docMk/>
            <pc:sldMk cId="2510358707" sldId="2740"/>
            <ac:spMk id="17" creationId="{9E05FFCA-3371-AF5C-381D-71D984055F5A}"/>
          </ac:spMkLst>
        </pc:spChg>
      </pc:sldChg>
      <pc:sldChg chg="add del">
        <pc:chgData name="Xin Luo" userId="82312ee5779919a4" providerId="LiveId" clId="{82BFAA31-791A-9843-976C-3AAFAA5AC07D}" dt="2023-02-24T12:26:24.988" v="1931"/>
        <pc:sldMkLst>
          <pc:docMk/>
          <pc:sldMk cId="2028886328" sldId="2741"/>
        </pc:sldMkLst>
      </pc:sldChg>
      <pc:sldChg chg="delSp modSp add mod">
        <pc:chgData name="Xin Luo" userId="82312ee5779919a4" providerId="LiveId" clId="{82BFAA31-791A-9843-976C-3AAFAA5AC07D}" dt="2023-03-04T15:50:04.739" v="6144" actId="1076"/>
        <pc:sldMkLst>
          <pc:docMk/>
          <pc:sldMk cId="2476237792" sldId="2741"/>
        </pc:sldMkLst>
        <pc:spChg chg="del mod">
          <ac:chgData name="Xin Luo" userId="82312ee5779919a4" providerId="LiveId" clId="{82BFAA31-791A-9843-976C-3AAFAA5AC07D}" dt="2023-03-04T15:49:54.035" v="6137" actId="478"/>
          <ac:spMkLst>
            <pc:docMk/>
            <pc:sldMk cId="2476237792" sldId="2741"/>
            <ac:spMk id="2" creationId="{631AADB6-C88A-D817-4683-FC087E4E240F}"/>
          </ac:spMkLst>
        </pc:spChg>
        <pc:spChg chg="mod">
          <ac:chgData name="Xin Luo" userId="82312ee5779919a4" providerId="LiveId" clId="{82BFAA31-791A-9843-976C-3AAFAA5AC07D}" dt="2023-02-24T12:39:25.368" v="2008"/>
          <ac:spMkLst>
            <pc:docMk/>
            <pc:sldMk cId="2476237792" sldId="2741"/>
            <ac:spMk id="3" creationId="{00000000-0000-0000-0000-000000000000}"/>
          </ac:spMkLst>
        </pc:spChg>
        <pc:spChg chg="mod">
          <ac:chgData name="Xin Luo" userId="82312ee5779919a4" providerId="LiveId" clId="{82BFAA31-791A-9843-976C-3AAFAA5AC07D}" dt="2023-03-04T15:50:04.739" v="6144" actId="1076"/>
          <ac:spMkLst>
            <pc:docMk/>
            <pc:sldMk cId="2476237792" sldId="2741"/>
            <ac:spMk id="6" creationId="{6741FEA2-C046-FD82-2800-2CB513792080}"/>
          </ac:spMkLst>
        </pc:spChg>
      </pc:sldChg>
      <pc:sldChg chg="addSp delSp modSp add mod">
        <pc:chgData name="Xin Luo" userId="82312ee5779919a4" providerId="LiveId" clId="{82BFAA31-791A-9843-976C-3AAFAA5AC07D}" dt="2023-03-04T03:03:29.776" v="3020" actId="1036"/>
        <pc:sldMkLst>
          <pc:docMk/>
          <pc:sldMk cId="3151170836" sldId="2742"/>
        </pc:sldMkLst>
        <pc:spChg chg="mod">
          <ac:chgData name="Xin Luo" userId="82312ee5779919a4" providerId="LiveId" clId="{82BFAA31-791A-9843-976C-3AAFAA5AC07D}" dt="2023-03-04T02:00:17.248" v="3002" actId="20577"/>
          <ac:spMkLst>
            <pc:docMk/>
            <pc:sldMk cId="3151170836" sldId="2742"/>
            <ac:spMk id="2" creationId="{631AADB6-C88A-D817-4683-FC087E4E240F}"/>
          </ac:spMkLst>
        </pc:spChg>
        <pc:spChg chg="del">
          <ac:chgData name="Xin Luo" userId="82312ee5779919a4" providerId="LiveId" clId="{82BFAA31-791A-9843-976C-3AAFAA5AC07D}" dt="2023-03-04T02:01:16.980" v="3004" actId="478"/>
          <ac:spMkLst>
            <pc:docMk/>
            <pc:sldMk cId="3151170836" sldId="2742"/>
            <ac:spMk id="5" creationId="{78502774-B04C-634F-1396-E5815996BC36}"/>
          </ac:spMkLst>
        </pc:spChg>
        <pc:spChg chg="add mod">
          <ac:chgData name="Xin Luo" userId="82312ee5779919a4" providerId="LiveId" clId="{82BFAA31-791A-9843-976C-3AAFAA5AC07D}" dt="2023-03-04T03:03:29.776" v="3020" actId="1036"/>
          <ac:spMkLst>
            <pc:docMk/>
            <pc:sldMk cId="3151170836" sldId="2742"/>
            <ac:spMk id="6" creationId="{FA343B24-C04E-C7D0-D427-DA131ECB74AB}"/>
          </ac:spMkLst>
        </pc:spChg>
        <pc:picChg chg="add del mod">
          <ac:chgData name="Xin Luo" userId="82312ee5779919a4" providerId="LiveId" clId="{82BFAA31-791A-9843-976C-3AAFAA5AC07D}" dt="2023-03-04T02:04:10.432" v="3011" actId="478"/>
          <ac:picMkLst>
            <pc:docMk/>
            <pc:sldMk cId="3151170836" sldId="2742"/>
            <ac:picMk id="4" creationId="{5EA5EFD9-CFD1-878E-F82B-E455DCC4FB27}"/>
          </ac:picMkLst>
        </pc:picChg>
        <pc:picChg chg="add mod">
          <ac:chgData name="Xin Luo" userId="82312ee5779919a4" providerId="LiveId" clId="{82BFAA31-791A-9843-976C-3AAFAA5AC07D}" dt="2023-03-04T03:03:27.642" v="3017" actId="1036"/>
          <ac:picMkLst>
            <pc:docMk/>
            <pc:sldMk cId="3151170836" sldId="2742"/>
            <ac:picMk id="7" creationId="{3DD36E7D-5F30-A7D7-486A-8D2AC067CE47}"/>
          </ac:picMkLst>
        </pc:picChg>
        <pc:picChg chg="del">
          <ac:chgData name="Xin Luo" userId="82312ee5779919a4" providerId="LiveId" clId="{82BFAA31-791A-9843-976C-3AAFAA5AC07D}" dt="2023-03-04T02:01:21.181" v="3006" actId="478"/>
          <ac:picMkLst>
            <pc:docMk/>
            <pc:sldMk cId="3151170836" sldId="2742"/>
            <ac:picMk id="1026" creationId="{75908E15-58DA-73BD-95F9-CACD1B8B9D82}"/>
          </ac:picMkLst>
        </pc:picChg>
        <pc:picChg chg="del">
          <ac:chgData name="Xin Luo" userId="82312ee5779919a4" providerId="LiveId" clId="{82BFAA31-791A-9843-976C-3AAFAA5AC07D}" dt="2023-03-04T02:01:19.315" v="3005" actId="478"/>
          <ac:picMkLst>
            <pc:docMk/>
            <pc:sldMk cId="3151170836" sldId="2742"/>
            <ac:picMk id="1028" creationId="{1E2BFB6C-B7E5-CAF9-B8CC-09A5029EC264}"/>
          </ac:picMkLst>
        </pc:picChg>
        <pc:picChg chg="del">
          <ac:chgData name="Xin Luo" userId="82312ee5779919a4" providerId="LiveId" clId="{82BFAA31-791A-9843-976C-3AAFAA5AC07D}" dt="2023-03-04T02:01:19.315" v="3005" actId="478"/>
          <ac:picMkLst>
            <pc:docMk/>
            <pc:sldMk cId="3151170836" sldId="2742"/>
            <ac:picMk id="1030" creationId="{CB7EE236-3D18-EC53-3225-10EBB3B4EC77}"/>
          </ac:picMkLst>
        </pc:picChg>
        <pc:picChg chg="del">
          <ac:chgData name="Xin Luo" userId="82312ee5779919a4" providerId="LiveId" clId="{82BFAA31-791A-9843-976C-3AAFAA5AC07D}" dt="2023-03-04T02:01:19.315" v="3005" actId="478"/>
          <ac:picMkLst>
            <pc:docMk/>
            <pc:sldMk cId="3151170836" sldId="2742"/>
            <ac:picMk id="1032" creationId="{BFA8C7BD-9CEC-ADA1-21BA-0EE8338C6EA3}"/>
          </ac:picMkLst>
        </pc:picChg>
      </pc:sldChg>
      <pc:sldChg chg="addSp delSp modSp add mod">
        <pc:chgData name="Xin Luo" userId="82312ee5779919a4" providerId="LiveId" clId="{82BFAA31-791A-9843-976C-3AAFAA5AC07D}" dt="2023-03-04T03:37:26.975" v="3431" actId="1076"/>
        <pc:sldMkLst>
          <pc:docMk/>
          <pc:sldMk cId="4194482579" sldId="2743"/>
        </pc:sldMkLst>
        <pc:spChg chg="add del mod">
          <ac:chgData name="Xin Luo" userId="82312ee5779919a4" providerId="LiveId" clId="{82BFAA31-791A-9843-976C-3AAFAA5AC07D}" dt="2023-03-04T03:37:26.975" v="3431" actId="1076"/>
          <ac:spMkLst>
            <pc:docMk/>
            <pc:sldMk cId="4194482579" sldId="2743"/>
            <ac:spMk id="6" creationId="{6741FEA2-C046-FD82-2800-2CB513792080}"/>
          </ac:spMkLst>
        </pc:spChg>
        <pc:picChg chg="del">
          <ac:chgData name="Xin Luo" userId="82312ee5779919a4" providerId="LiveId" clId="{82BFAA31-791A-9843-976C-3AAFAA5AC07D}" dt="2023-03-04T03:21:59.148" v="3044" actId="478"/>
          <ac:picMkLst>
            <pc:docMk/>
            <pc:sldMk cId="4194482579" sldId="2743"/>
            <ac:picMk id="2050" creationId="{324F0AC4-07BA-4B3E-1A6B-D49FF0B87AC4}"/>
          </ac:picMkLst>
        </pc:picChg>
      </pc:sldChg>
      <pc:sldChg chg="addSp delSp modSp add mod">
        <pc:chgData name="Xin Luo" userId="82312ee5779919a4" providerId="LiveId" clId="{82BFAA31-791A-9843-976C-3AAFAA5AC07D}" dt="2023-03-04T15:11:00.971" v="4794" actId="2711"/>
        <pc:sldMkLst>
          <pc:docMk/>
          <pc:sldMk cId="3883315984" sldId="2744"/>
        </pc:sldMkLst>
        <pc:spChg chg="mod">
          <ac:chgData name="Xin Luo" userId="82312ee5779919a4" providerId="LiveId" clId="{82BFAA31-791A-9843-976C-3AAFAA5AC07D}" dt="2023-03-04T15:08:30.473" v="4619" actId="20577"/>
          <ac:spMkLst>
            <pc:docMk/>
            <pc:sldMk cId="3883315984" sldId="2744"/>
            <ac:spMk id="17" creationId="{9E05FFCA-3371-AF5C-381D-71D984055F5A}"/>
          </ac:spMkLst>
        </pc:spChg>
        <pc:spChg chg="add mod">
          <ac:chgData name="Xin Luo" userId="82312ee5779919a4" providerId="LiveId" clId="{82BFAA31-791A-9843-976C-3AAFAA5AC07D}" dt="2023-03-04T15:11:00.971" v="4794" actId="2711"/>
          <ac:spMkLst>
            <pc:docMk/>
            <pc:sldMk cId="3883315984" sldId="2744"/>
            <ac:spMk id="21" creationId="{E7C93A00-7E31-E000-6BED-292B08A4B198}"/>
          </ac:spMkLst>
        </pc:spChg>
        <pc:picChg chg="add del mod">
          <ac:chgData name="Xin Luo" userId="82312ee5779919a4" providerId="LiveId" clId="{82BFAA31-791A-9843-976C-3AAFAA5AC07D}" dt="2023-03-04T14:43:12.336" v="4260" actId="478"/>
          <ac:picMkLst>
            <pc:docMk/>
            <pc:sldMk cId="3883315984" sldId="2744"/>
            <ac:picMk id="5" creationId="{6A29A75C-8731-031C-F586-AB16E9D87EF1}"/>
          </ac:picMkLst>
        </pc:picChg>
        <pc:picChg chg="add del mod">
          <ac:chgData name="Xin Luo" userId="82312ee5779919a4" providerId="LiveId" clId="{82BFAA31-791A-9843-976C-3AAFAA5AC07D}" dt="2023-03-04T14:43:13.340" v="4261" actId="478"/>
          <ac:picMkLst>
            <pc:docMk/>
            <pc:sldMk cId="3883315984" sldId="2744"/>
            <ac:picMk id="7" creationId="{56F139B7-CE64-C317-CDCE-ED656E5CE752}"/>
          </ac:picMkLst>
        </pc:picChg>
        <pc:picChg chg="add del mod">
          <ac:chgData name="Xin Luo" userId="82312ee5779919a4" providerId="LiveId" clId="{82BFAA31-791A-9843-976C-3AAFAA5AC07D}" dt="2023-03-04T14:57:11.977" v="4367" actId="478"/>
          <ac:picMkLst>
            <pc:docMk/>
            <pc:sldMk cId="3883315984" sldId="2744"/>
            <ac:picMk id="9" creationId="{B93FB35F-20AA-92EB-B0CA-45DF00DB1C48}"/>
          </ac:picMkLst>
        </pc:picChg>
        <pc:picChg chg="add del mod">
          <ac:chgData name="Xin Luo" userId="82312ee5779919a4" providerId="LiveId" clId="{82BFAA31-791A-9843-976C-3AAFAA5AC07D}" dt="2023-03-04T15:08:25.973" v="4617" actId="478"/>
          <ac:picMkLst>
            <pc:docMk/>
            <pc:sldMk cId="3883315984" sldId="2744"/>
            <ac:picMk id="11" creationId="{7FFE9DD7-9FAD-B833-34A7-F9D00BB93C74}"/>
          </ac:picMkLst>
        </pc:picChg>
        <pc:picChg chg="add del mod">
          <ac:chgData name="Xin Luo" userId="82312ee5779919a4" providerId="LiveId" clId="{82BFAA31-791A-9843-976C-3AAFAA5AC07D}" dt="2023-03-04T15:08:26.853" v="4618" actId="478"/>
          <ac:picMkLst>
            <pc:docMk/>
            <pc:sldMk cId="3883315984" sldId="2744"/>
            <ac:picMk id="13" creationId="{99DA1880-9B80-A24C-3180-693E3B5EE1BF}"/>
          </ac:picMkLst>
        </pc:picChg>
        <pc:picChg chg="add del mod">
          <ac:chgData name="Xin Luo" userId="82312ee5779919a4" providerId="LiveId" clId="{82BFAA31-791A-9843-976C-3AAFAA5AC07D}" dt="2023-03-04T15:07:19.751" v="4571" actId="478"/>
          <ac:picMkLst>
            <pc:docMk/>
            <pc:sldMk cId="3883315984" sldId="2744"/>
            <ac:picMk id="15" creationId="{76264687-7C79-E28C-9AC8-4ACC581E6CB9}"/>
          </ac:picMkLst>
        </pc:picChg>
        <pc:picChg chg="add mod">
          <ac:chgData name="Xin Luo" userId="82312ee5779919a4" providerId="LiveId" clId="{82BFAA31-791A-9843-976C-3AAFAA5AC07D}" dt="2023-03-04T15:09:03.244" v="4634" actId="1076"/>
          <ac:picMkLst>
            <pc:docMk/>
            <pc:sldMk cId="3883315984" sldId="2744"/>
            <ac:picMk id="18" creationId="{0837DC30-4620-0035-DE40-9319EFBA876D}"/>
          </ac:picMkLst>
        </pc:picChg>
        <pc:picChg chg="add mod">
          <ac:chgData name="Xin Luo" userId="82312ee5779919a4" providerId="LiveId" clId="{82BFAA31-791A-9843-976C-3AAFAA5AC07D}" dt="2023-03-04T15:09:03.244" v="4634" actId="1076"/>
          <ac:picMkLst>
            <pc:docMk/>
            <pc:sldMk cId="3883315984" sldId="2744"/>
            <ac:picMk id="20" creationId="{1C80845A-A83F-D903-2B37-F9CB37E4E25A}"/>
          </ac:picMkLst>
        </pc:picChg>
      </pc:sldChg>
      <pc:sldChg chg="modSp add mod">
        <pc:chgData name="Xin Luo" userId="82312ee5779919a4" providerId="LiveId" clId="{82BFAA31-791A-9843-976C-3AAFAA5AC07D}" dt="2023-03-04T15:21:58.766" v="5230" actId="1038"/>
        <pc:sldMkLst>
          <pc:docMk/>
          <pc:sldMk cId="3741103209" sldId="2745"/>
        </pc:sldMkLst>
        <pc:spChg chg="mod">
          <ac:chgData name="Xin Luo" userId="82312ee5779919a4" providerId="LiveId" clId="{82BFAA31-791A-9843-976C-3AAFAA5AC07D}" dt="2023-03-04T15:21:58.766" v="5230" actId="1038"/>
          <ac:spMkLst>
            <pc:docMk/>
            <pc:sldMk cId="3741103209" sldId="2745"/>
            <ac:spMk id="17" creationId="{9E05FFCA-3371-AF5C-381D-71D984055F5A}"/>
          </ac:spMkLst>
        </pc:spChg>
      </pc:sldChg>
      <pc:sldChg chg="modSp add mod">
        <pc:chgData name="Xin Luo" userId="82312ee5779919a4" providerId="LiveId" clId="{82BFAA31-791A-9843-976C-3AAFAA5AC07D}" dt="2023-03-04T15:08:22.005" v="4615" actId="1035"/>
        <pc:sldMkLst>
          <pc:docMk/>
          <pc:sldMk cId="322086101" sldId="2746"/>
        </pc:sldMkLst>
        <pc:spChg chg="mod">
          <ac:chgData name="Xin Luo" userId="82312ee5779919a4" providerId="LiveId" clId="{82BFAA31-791A-9843-976C-3AAFAA5AC07D}" dt="2023-03-04T15:07:51.391" v="4588" actId="20577"/>
          <ac:spMkLst>
            <pc:docMk/>
            <pc:sldMk cId="322086101" sldId="2746"/>
            <ac:spMk id="17" creationId="{9E05FFCA-3371-AF5C-381D-71D984055F5A}"/>
          </ac:spMkLst>
        </pc:spChg>
        <pc:picChg chg="mod">
          <ac:chgData name="Xin Luo" userId="82312ee5779919a4" providerId="LiveId" clId="{82BFAA31-791A-9843-976C-3AAFAA5AC07D}" dt="2023-03-04T15:08:22.005" v="4615" actId="1035"/>
          <ac:picMkLst>
            <pc:docMk/>
            <pc:sldMk cId="322086101" sldId="2746"/>
            <ac:picMk id="11" creationId="{7FFE9DD7-9FAD-B833-34A7-F9D00BB93C74}"/>
          </ac:picMkLst>
        </pc:picChg>
        <pc:picChg chg="mod">
          <ac:chgData name="Xin Luo" userId="82312ee5779919a4" providerId="LiveId" clId="{82BFAA31-791A-9843-976C-3AAFAA5AC07D}" dt="2023-03-04T15:08:22.005" v="4615" actId="1035"/>
          <ac:picMkLst>
            <pc:docMk/>
            <pc:sldMk cId="322086101" sldId="2746"/>
            <ac:picMk id="13" creationId="{99DA1880-9B80-A24C-3180-693E3B5EE1BF}"/>
          </ac:picMkLst>
        </pc:picChg>
      </pc:sldChg>
      <pc:sldChg chg="addSp modSp add mod">
        <pc:chgData name="Xin Luo" userId="82312ee5779919a4" providerId="LiveId" clId="{82BFAA31-791A-9843-976C-3AAFAA5AC07D}" dt="2023-03-04T15:26:46.366" v="5547" actId="1076"/>
        <pc:sldMkLst>
          <pc:docMk/>
          <pc:sldMk cId="2920839983" sldId="2747"/>
        </pc:sldMkLst>
        <pc:spChg chg="mod">
          <ac:chgData name="Xin Luo" userId="82312ee5779919a4" providerId="LiveId" clId="{82BFAA31-791A-9843-976C-3AAFAA5AC07D}" dt="2023-03-04T15:26:37.013" v="5544" actId="1076"/>
          <ac:spMkLst>
            <pc:docMk/>
            <pc:sldMk cId="2920839983" sldId="2747"/>
            <ac:spMk id="17" creationId="{9E05FFCA-3371-AF5C-381D-71D984055F5A}"/>
          </ac:spMkLst>
        </pc:spChg>
        <pc:picChg chg="add mod">
          <ac:chgData name="Xin Luo" userId="82312ee5779919a4" providerId="LiveId" clId="{82BFAA31-791A-9843-976C-3AAFAA5AC07D}" dt="2023-03-04T15:26:46.366" v="5547" actId="1076"/>
          <ac:picMkLst>
            <pc:docMk/>
            <pc:sldMk cId="2920839983" sldId="2747"/>
            <ac:picMk id="5" creationId="{4B5D1AA6-D397-9A79-221A-E20C2E9E5B76}"/>
          </ac:picMkLst>
        </pc:picChg>
      </pc:sldChg>
      <pc:sldChg chg="addSp delSp modSp add mod">
        <pc:chgData name="Xin Luo" userId="82312ee5779919a4" providerId="LiveId" clId="{82BFAA31-791A-9843-976C-3AAFAA5AC07D}" dt="2023-03-04T15:46:20.499" v="5952" actId="1582"/>
        <pc:sldMkLst>
          <pc:docMk/>
          <pc:sldMk cId="2081473989" sldId="2748"/>
        </pc:sldMkLst>
        <pc:spChg chg="add del">
          <ac:chgData name="Xin Luo" userId="82312ee5779919a4" providerId="LiveId" clId="{82BFAA31-791A-9843-976C-3AAFAA5AC07D}" dt="2023-03-04T15:37:10.804" v="5659" actId="22"/>
          <ac:spMkLst>
            <pc:docMk/>
            <pc:sldMk cId="2081473989" sldId="2748"/>
            <ac:spMk id="6" creationId="{82D7925B-E2FA-6C82-149E-D49FD97901D4}"/>
          </ac:spMkLst>
        </pc:spChg>
        <pc:spChg chg="add mod">
          <ac:chgData name="Xin Luo" userId="82312ee5779919a4" providerId="LiveId" clId="{82BFAA31-791A-9843-976C-3AAFAA5AC07D}" dt="2023-03-04T15:45:35.826" v="5941" actId="1076"/>
          <ac:spMkLst>
            <pc:docMk/>
            <pc:sldMk cId="2081473989" sldId="2748"/>
            <ac:spMk id="15" creationId="{DAE75BEB-15B0-6AD3-FEA5-24688F0C9399}"/>
          </ac:spMkLst>
        </pc:spChg>
        <pc:spChg chg="add mod">
          <ac:chgData name="Xin Luo" userId="82312ee5779919a4" providerId="LiveId" clId="{82BFAA31-791A-9843-976C-3AAFAA5AC07D}" dt="2023-03-04T15:46:20.499" v="5952" actId="1582"/>
          <ac:spMkLst>
            <pc:docMk/>
            <pc:sldMk cId="2081473989" sldId="2748"/>
            <ac:spMk id="16" creationId="{011A1F98-9159-4FE6-698D-1B0B7EFC1F4C}"/>
          </ac:spMkLst>
        </pc:spChg>
        <pc:spChg chg="mod">
          <ac:chgData name="Xin Luo" userId="82312ee5779919a4" providerId="LiveId" clId="{82BFAA31-791A-9843-976C-3AAFAA5AC07D}" dt="2023-03-04T15:28:15.646" v="5654" actId="20577"/>
          <ac:spMkLst>
            <pc:docMk/>
            <pc:sldMk cId="2081473989" sldId="2748"/>
            <ac:spMk id="17" creationId="{9E05FFCA-3371-AF5C-381D-71D984055F5A}"/>
          </ac:spMkLst>
        </pc:spChg>
        <pc:picChg chg="del mod">
          <ac:chgData name="Xin Luo" userId="82312ee5779919a4" providerId="LiveId" clId="{82BFAA31-791A-9843-976C-3AAFAA5AC07D}" dt="2023-03-04T15:37:06.482" v="5657" actId="478"/>
          <ac:picMkLst>
            <pc:docMk/>
            <pc:sldMk cId="2081473989" sldId="2748"/>
            <ac:picMk id="5" creationId="{4B5D1AA6-D397-9A79-221A-E20C2E9E5B76}"/>
          </ac:picMkLst>
        </pc:picChg>
        <pc:picChg chg="add mod">
          <ac:chgData name="Xin Luo" userId="82312ee5779919a4" providerId="LiveId" clId="{82BFAA31-791A-9843-976C-3AAFAA5AC07D}" dt="2023-03-04T15:45:05.183" v="5929" actId="1036"/>
          <ac:picMkLst>
            <pc:docMk/>
            <pc:sldMk cId="2081473989" sldId="2748"/>
            <ac:picMk id="8" creationId="{79143EB1-6171-6D6B-E065-52F98AD03CCA}"/>
          </ac:picMkLst>
        </pc:picChg>
        <pc:picChg chg="add del mod">
          <ac:chgData name="Xin Luo" userId="82312ee5779919a4" providerId="LiveId" clId="{82BFAA31-791A-9843-976C-3AAFAA5AC07D}" dt="2023-03-04T15:45:07.251" v="5930" actId="478"/>
          <ac:picMkLst>
            <pc:docMk/>
            <pc:sldMk cId="2081473989" sldId="2748"/>
            <ac:picMk id="10" creationId="{30790A72-1A1F-A99B-2602-70052914B570}"/>
          </ac:picMkLst>
        </pc:picChg>
        <pc:picChg chg="add mod">
          <ac:chgData name="Xin Luo" userId="82312ee5779919a4" providerId="LiveId" clId="{82BFAA31-791A-9843-976C-3AAFAA5AC07D}" dt="2023-03-04T15:45:33.555" v="5940" actId="1076"/>
          <ac:picMkLst>
            <pc:docMk/>
            <pc:sldMk cId="2081473989" sldId="2748"/>
            <ac:picMk id="12" creationId="{CD5784D5-D55B-B02C-C48B-B4566A95D7A5}"/>
          </ac:picMkLst>
        </pc:picChg>
        <pc:picChg chg="add del mod">
          <ac:chgData name="Xin Luo" userId="82312ee5779919a4" providerId="LiveId" clId="{82BFAA31-791A-9843-976C-3AAFAA5AC07D}" dt="2023-03-04T15:45:23.214" v="5937"/>
          <ac:picMkLst>
            <pc:docMk/>
            <pc:sldMk cId="2081473989" sldId="2748"/>
            <ac:picMk id="14" creationId="{5DFB8C07-8D07-8D50-004D-9E3F08E7DE84}"/>
          </ac:picMkLst>
        </pc:picChg>
      </pc:sldChg>
      <pc:sldChg chg="addSp delSp modSp add mod">
        <pc:chgData name="Xin Luo" userId="82312ee5779919a4" providerId="LiveId" clId="{82BFAA31-791A-9843-976C-3AAFAA5AC07D}" dt="2023-03-04T15:48:59.888" v="6079" actId="1076"/>
        <pc:sldMkLst>
          <pc:docMk/>
          <pc:sldMk cId="1994915307" sldId="2749"/>
        </pc:sldMkLst>
        <pc:spChg chg="mod">
          <ac:chgData name="Xin Luo" userId="82312ee5779919a4" providerId="LiveId" clId="{82BFAA31-791A-9843-976C-3AAFAA5AC07D}" dt="2023-03-04T15:48:51.612" v="6078" actId="20577"/>
          <ac:spMkLst>
            <pc:docMk/>
            <pc:sldMk cId="1994915307" sldId="2749"/>
            <ac:spMk id="17" creationId="{9E05FFCA-3371-AF5C-381D-71D984055F5A}"/>
          </ac:spMkLst>
        </pc:spChg>
        <pc:picChg chg="add del mod">
          <ac:chgData name="Xin Luo" userId="82312ee5779919a4" providerId="LiveId" clId="{82BFAA31-791A-9843-976C-3AAFAA5AC07D}" dt="2023-03-04T15:38:11.661" v="5720" actId="478"/>
          <ac:picMkLst>
            <pc:docMk/>
            <pc:sldMk cId="1994915307" sldId="2749"/>
            <ac:picMk id="5" creationId="{EA1C2F80-6A2A-D60C-9FB3-F25B1C6511A4}"/>
          </ac:picMkLst>
        </pc:picChg>
        <pc:picChg chg="add mod">
          <ac:chgData name="Xin Luo" userId="82312ee5779919a4" providerId="LiveId" clId="{82BFAA31-791A-9843-976C-3AAFAA5AC07D}" dt="2023-03-04T15:48:59.888" v="6079" actId="1076"/>
          <ac:picMkLst>
            <pc:docMk/>
            <pc:sldMk cId="1994915307" sldId="2749"/>
            <ac:picMk id="7" creationId="{FBCB15A5-92D2-31A6-9C98-86B1AA96537C}"/>
          </ac:picMkLst>
        </pc:picChg>
        <pc:picChg chg="add mod">
          <ac:chgData name="Xin Luo" userId="82312ee5779919a4" providerId="LiveId" clId="{82BFAA31-791A-9843-976C-3AAFAA5AC07D}" dt="2023-03-04T15:48:59.888" v="6079" actId="1076"/>
          <ac:picMkLst>
            <pc:docMk/>
            <pc:sldMk cId="1994915307" sldId="2749"/>
            <ac:picMk id="9" creationId="{6773422F-41A1-CECC-4339-862D5F305E78}"/>
          </ac:picMkLst>
        </pc:picChg>
      </pc:sldChg>
      <pc:sldChg chg="addSp delSp modSp add mod">
        <pc:chgData name="Xin Luo" userId="82312ee5779919a4" providerId="LiveId" clId="{82BFAA31-791A-9843-976C-3AAFAA5AC07D}" dt="2023-03-04T15:43:09.927" v="5903" actId="1035"/>
        <pc:sldMkLst>
          <pc:docMk/>
          <pc:sldMk cId="202264030" sldId="2750"/>
        </pc:sldMkLst>
        <pc:spChg chg="add mod">
          <ac:chgData name="Xin Luo" userId="82312ee5779919a4" providerId="LiveId" clId="{82BFAA31-791A-9843-976C-3AAFAA5AC07D}" dt="2023-03-04T15:43:09.927" v="5903" actId="1035"/>
          <ac:spMkLst>
            <pc:docMk/>
            <pc:sldMk cId="202264030" sldId="2750"/>
            <ac:spMk id="9" creationId="{D732F9A9-4A61-8CFE-4FB6-79B6EB588A79}"/>
          </ac:spMkLst>
        </pc:spChg>
        <pc:spChg chg="mod">
          <ac:chgData name="Xin Luo" userId="82312ee5779919a4" providerId="LiveId" clId="{82BFAA31-791A-9843-976C-3AAFAA5AC07D}" dt="2023-03-04T15:40:49.611" v="5818" actId="14100"/>
          <ac:spMkLst>
            <pc:docMk/>
            <pc:sldMk cId="202264030" sldId="2750"/>
            <ac:spMk id="17" creationId="{9E05FFCA-3371-AF5C-381D-71D984055F5A}"/>
          </ac:spMkLst>
        </pc:spChg>
        <pc:picChg chg="add mod">
          <ac:chgData name="Xin Luo" userId="82312ee5779919a4" providerId="LiveId" clId="{82BFAA31-791A-9843-976C-3AAFAA5AC07D}" dt="2023-03-04T15:43:09.927" v="5903" actId="1035"/>
          <ac:picMkLst>
            <pc:docMk/>
            <pc:sldMk cId="202264030" sldId="2750"/>
            <ac:picMk id="5" creationId="{9BBBBD8B-688B-710D-3D8D-BFDFD56DB232}"/>
          </ac:picMkLst>
        </pc:picChg>
        <pc:picChg chg="del">
          <ac:chgData name="Xin Luo" userId="82312ee5779919a4" providerId="LiveId" clId="{82BFAA31-791A-9843-976C-3AAFAA5AC07D}" dt="2023-03-04T15:38:51.044" v="5743" actId="478"/>
          <ac:picMkLst>
            <pc:docMk/>
            <pc:sldMk cId="202264030" sldId="2750"/>
            <ac:picMk id="7" creationId="{FBCB15A5-92D2-31A6-9C98-86B1AA96537C}"/>
          </ac:picMkLst>
        </pc:picChg>
        <pc:picChg chg="add mod">
          <ac:chgData name="Xin Luo" userId="82312ee5779919a4" providerId="LiveId" clId="{82BFAA31-791A-9843-976C-3AAFAA5AC07D}" dt="2023-03-04T15:43:09.927" v="5903" actId="1035"/>
          <ac:picMkLst>
            <pc:docMk/>
            <pc:sldMk cId="202264030" sldId="2750"/>
            <ac:picMk id="8" creationId="{B765428C-F39A-9703-24D3-B125CFA04483}"/>
          </ac:picMkLst>
        </pc:picChg>
      </pc:sldChg>
      <pc:sldChg chg="add del">
        <pc:chgData name="Xin Luo" userId="82312ee5779919a4" providerId="LiveId" clId="{82BFAA31-791A-9843-976C-3AAFAA5AC07D}" dt="2023-03-04T15:46:42.673" v="5956" actId="2696"/>
        <pc:sldMkLst>
          <pc:docMk/>
          <pc:sldMk cId="1628918360" sldId="2751"/>
        </pc:sldMkLst>
      </pc:sldChg>
    </pc:docChg>
  </pc:docChgLst>
  <pc:docChgLst>
    <pc:chgData name="Xin Luo" userId="82312ee5779919a4" providerId="LiveId" clId="{23920C8D-EBCE-A347-9C82-C14316D20539}"/>
    <pc:docChg chg="undo custSel addSld modSld">
      <pc:chgData name="Xin Luo" userId="82312ee5779919a4" providerId="LiveId" clId="{23920C8D-EBCE-A347-9C82-C14316D20539}" dt="2022-10-26T12:19:06.428" v="501" actId="767"/>
      <pc:docMkLst>
        <pc:docMk/>
      </pc:docMkLst>
      <pc:sldChg chg="modSp mod">
        <pc:chgData name="Xin Luo" userId="82312ee5779919a4" providerId="LiveId" clId="{23920C8D-EBCE-A347-9C82-C14316D20539}" dt="2022-10-10T01:06:29.261" v="368" actId="404"/>
        <pc:sldMkLst>
          <pc:docMk/>
          <pc:sldMk cId="1576120367" sldId="2387"/>
        </pc:sldMkLst>
        <pc:spChg chg="mod">
          <ac:chgData name="Xin Luo" userId="82312ee5779919a4" providerId="LiveId" clId="{23920C8D-EBCE-A347-9C82-C14316D20539}" dt="2022-10-10T01:06:29.261" v="368" actId="404"/>
          <ac:spMkLst>
            <pc:docMk/>
            <pc:sldMk cId="1576120367" sldId="2387"/>
            <ac:spMk id="10" creationId="{00000000-0000-0000-0000-000000000000}"/>
          </ac:spMkLst>
        </pc:spChg>
        <pc:spChg chg="mod">
          <ac:chgData name="Xin Luo" userId="82312ee5779919a4" providerId="LiveId" clId="{23920C8D-EBCE-A347-9C82-C14316D20539}" dt="2022-10-10T01:06:13.262" v="366" actId="403"/>
          <ac:spMkLst>
            <pc:docMk/>
            <pc:sldMk cId="1576120367" sldId="2387"/>
            <ac:spMk id="12" creationId="{00000000-0000-0000-0000-000000000000}"/>
          </ac:spMkLst>
        </pc:spChg>
        <pc:spChg chg="mod">
          <ac:chgData name="Xin Luo" userId="82312ee5779919a4" providerId="LiveId" clId="{23920C8D-EBCE-A347-9C82-C14316D20539}" dt="2022-10-10T01:06:29.261" v="368" actId="404"/>
          <ac:spMkLst>
            <pc:docMk/>
            <pc:sldMk cId="1576120367" sldId="2387"/>
            <ac:spMk id="13" creationId="{00000000-0000-0000-0000-000000000000}"/>
          </ac:spMkLst>
        </pc:spChg>
        <pc:spChg chg="mod">
          <ac:chgData name="Xin Luo" userId="82312ee5779919a4" providerId="LiveId" clId="{23920C8D-EBCE-A347-9C82-C14316D20539}" dt="2022-10-10T01:06:13.262" v="366" actId="403"/>
          <ac:spMkLst>
            <pc:docMk/>
            <pc:sldMk cId="1576120367" sldId="2387"/>
            <ac:spMk id="14" creationId="{00000000-0000-0000-0000-000000000000}"/>
          </ac:spMkLst>
        </pc:spChg>
        <pc:spChg chg="mod">
          <ac:chgData name="Xin Luo" userId="82312ee5779919a4" providerId="LiveId" clId="{23920C8D-EBCE-A347-9C82-C14316D20539}" dt="2022-10-10T01:06:29.261" v="368" actId="404"/>
          <ac:spMkLst>
            <pc:docMk/>
            <pc:sldMk cId="1576120367" sldId="2387"/>
            <ac:spMk id="15" creationId="{00000000-0000-0000-0000-000000000000}"/>
          </ac:spMkLst>
        </pc:spChg>
        <pc:spChg chg="mod">
          <ac:chgData name="Xin Luo" userId="82312ee5779919a4" providerId="LiveId" clId="{23920C8D-EBCE-A347-9C82-C14316D20539}" dt="2022-10-10T01:06:19.369" v="367" actId="14100"/>
          <ac:spMkLst>
            <pc:docMk/>
            <pc:sldMk cId="1576120367" sldId="2387"/>
            <ac:spMk id="16" creationId="{00000000-0000-0000-0000-000000000000}"/>
          </ac:spMkLst>
        </pc:spChg>
      </pc:sldChg>
      <pc:sldChg chg="modSp mod">
        <pc:chgData name="Xin Luo" userId="82312ee5779919a4" providerId="LiveId" clId="{23920C8D-EBCE-A347-9C82-C14316D20539}" dt="2022-10-10T01:06:39.449" v="369" actId="403"/>
        <pc:sldMkLst>
          <pc:docMk/>
          <pc:sldMk cId="2415901206" sldId="2447"/>
        </pc:sldMkLst>
        <pc:spChg chg="mod">
          <ac:chgData name="Xin Luo" userId="82312ee5779919a4" providerId="LiveId" clId="{23920C8D-EBCE-A347-9C82-C14316D20539}" dt="2022-10-10T01:06:39.449" v="369" actId="403"/>
          <ac:spMkLst>
            <pc:docMk/>
            <pc:sldMk cId="2415901206" sldId="2447"/>
            <ac:spMk id="7" creationId="{00000000-0000-0000-0000-000000000000}"/>
          </ac:spMkLst>
        </pc:spChg>
      </pc:sldChg>
      <pc:sldChg chg="addSp delSp modSp mod">
        <pc:chgData name="Xin Luo" userId="82312ee5779919a4" providerId="LiveId" clId="{23920C8D-EBCE-A347-9C82-C14316D20539}" dt="2022-10-26T11:18:20.490" v="500"/>
        <pc:sldMkLst>
          <pc:docMk/>
          <pc:sldMk cId="2689840772" sldId="2604"/>
        </pc:sldMkLst>
        <pc:spChg chg="mod">
          <ac:chgData name="Xin Luo" userId="82312ee5779919a4" providerId="LiveId" clId="{23920C8D-EBCE-A347-9C82-C14316D20539}" dt="2022-10-26T11:18:14.630" v="497" actId="1038"/>
          <ac:spMkLst>
            <pc:docMk/>
            <pc:sldMk cId="2689840772" sldId="2604"/>
            <ac:spMk id="2" creationId="{DB381E7B-A050-4BE4-6756-9B64308C74D7}"/>
          </ac:spMkLst>
        </pc:spChg>
        <pc:spChg chg="del mod">
          <ac:chgData name="Xin Luo" userId="82312ee5779919a4" providerId="LiveId" clId="{23920C8D-EBCE-A347-9C82-C14316D20539}" dt="2022-10-10T00:58:26.498" v="9" actId="478"/>
          <ac:spMkLst>
            <pc:docMk/>
            <pc:sldMk cId="2689840772" sldId="2604"/>
            <ac:spMk id="3" creationId="{00000000-0000-0000-0000-000000000000}"/>
          </ac:spMkLst>
        </pc:spChg>
        <pc:spChg chg="add del mod">
          <ac:chgData name="Xin Luo" userId="82312ee5779919a4" providerId="LiveId" clId="{23920C8D-EBCE-A347-9C82-C14316D20539}" dt="2022-10-26T11:18:20.490" v="500"/>
          <ac:spMkLst>
            <pc:docMk/>
            <pc:sldMk cId="2689840772" sldId="2604"/>
            <ac:spMk id="3" creationId="{0AC6D251-AEF6-35BE-71D5-DE25EAD72977}"/>
          </ac:spMkLst>
        </pc:spChg>
        <pc:spChg chg="add mod">
          <ac:chgData name="Xin Luo" userId="82312ee5779919a4" providerId="LiveId" clId="{23920C8D-EBCE-A347-9C82-C14316D20539}" dt="2022-10-10T01:03:50.909" v="356" actId="20577"/>
          <ac:spMkLst>
            <pc:docMk/>
            <pc:sldMk cId="2689840772" sldId="2604"/>
            <ac:spMk id="4" creationId="{5B949F23-92C2-3ACE-AE9A-58F8C8D7AB52}"/>
          </ac:spMkLst>
        </pc:spChg>
      </pc:sldChg>
      <pc:sldChg chg="modSp mod">
        <pc:chgData name="Xin Luo" userId="82312ee5779919a4" providerId="LiveId" clId="{23920C8D-EBCE-A347-9C82-C14316D20539}" dt="2022-10-25T11:53:23.523" v="402" actId="207"/>
        <pc:sldMkLst>
          <pc:docMk/>
          <pc:sldMk cId="1392274363" sldId="2606"/>
        </pc:sldMkLst>
        <pc:spChg chg="mod">
          <ac:chgData name="Xin Luo" userId="82312ee5779919a4" providerId="LiveId" clId="{23920C8D-EBCE-A347-9C82-C14316D20539}" dt="2022-10-10T01:08:08.448" v="392" actId="20577"/>
          <ac:spMkLst>
            <pc:docMk/>
            <pc:sldMk cId="1392274363" sldId="2606"/>
            <ac:spMk id="35" creationId="{2CBBD54C-A0C4-CFAB-2A67-F8BF299D28F5}"/>
          </ac:spMkLst>
        </pc:spChg>
        <pc:spChg chg="mod">
          <ac:chgData name="Xin Luo" userId="82312ee5779919a4" providerId="LiveId" clId="{23920C8D-EBCE-A347-9C82-C14316D20539}" dt="2022-10-25T11:53:23.523" v="402" actId="207"/>
          <ac:spMkLst>
            <pc:docMk/>
            <pc:sldMk cId="1392274363" sldId="2606"/>
            <ac:spMk id="42" creationId="{E4B07DDE-AB89-2B16-6B7A-2142621DE6F5}"/>
          </ac:spMkLst>
        </pc:spChg>
      </pc:sldChg>
      <pc:sldChg chg="modSp mod">
        <pc:chgData name="Xin Luo" userId="82312ee5779919a4" providerId="LiveId" clId="{23920C8D-EBCE-A347-9C82-C14316D20539}" dt="2022-10-25T12:03:26.240" v="414" actId="14100"/>
        <pc:sldMkLst>
          <pc:docMk/>
          <pc:sldMk cId="292605530" sldId="2607"/>
        </pc:sldMkLst>
        <pc:spChg chg="mod">
          <ac:chgData name="Xin Luo" userId="82312ee5779919a4" providerId="LiveId" clId="{23920C8D-EBCE-A347-9C82-C14316D20539}" dt="2022-10-25T12:03:26.240" v="414" actId="14100"/>
          <ac:spMkLst>
            <pc:docMk/>
            <pc:sldMk cId="292605530" sldId="2607"/>
            <ac:spMk id="18" creationId="{8399C9E7-13B6-1DAF-F5BF-4471E8528C5F}"/>
          </ac:spMkLst>
        </pc:spChg>
      </pc:sldChg>
      <pc:sldChg chg="modSp mod">
        <pc:chgData name="Xin Luo" userId="82312ee5779919a4" providerId="LiveId" clId="{23920C8D-EBCE-A347-9C82-C14316D20539}" dt="2022-10-25T12:09:03.730" v="478" actId="1036"/>
        <pc:sldMkLst>
          <pc:docMk/>
          <pc:sldMk cId="2780969545" sldId="2609"/>
        </pc:sldMkLst>
        <pc:spChg chg="mod">
          <ac:chgData name="Xin Luo" userId="82312ee5779919a4" providerId="LiveId" clId="{23920C8D-EBCE-A347-9C82-C14316D20539}" dt="2022-10-25T12:08:56.496" v="469" actId="115"/>
          <ac:spMkLst>
            <pc:docMk/>
            <pc:sldMk cId="2780969545" sldId="2609"/>
            <ac:spMk id="6" creationId="{2D1A6305-FF43-CF53-224A-B6D4901EAB0F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11" creationId="{63EAC848-88D2-7A10-E878-444ADA855E23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12" creationId="{BED7A820-9D6E-7E7E-A906-8A9424528316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0" creationId="{87EC125B-CB98-6914-1633-6697471A2CB4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1" creationId="{0AF67847-7DEF-CDAB-6208-0271BFB4FB06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3" creationId="{0011846D-F543-398E-85CB-0AB0A842928A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4" creationId="{37B5D87E-7419-7CC0-91CC-8A0807F0F999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5" creationId="{4745244D-B431-F067-4A97-7CC4387296FB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6" creationId="{FB9C53DE-8D1F-6DF4-8CE3-3A262A9F8737}"/>
          </ac:spMkLst>
        </pc:spChg>
        <pc:picChg chg="mod">
          <ac:chgData name="Xin Luo" userId="82312ee5779919a4" providerId="LiveId" clId="{23920C8D-EBCE-A347-9C82-C14316D20539}" dt="2022-10-25T12:09:03.730" v="478" actId="1036"/>
          <ac:picMkLst>
            <pc:docMk/>
            <pc:sldMk cId="2780969545" sldId="2609"/>
            <ac:picMk id="4" creationId="{49B7ACC6-6794-9162-52B2-E80F7E4B0442}"/>
          </ac:picMkLst>
        </pc:picChg>
        <pc:picChg chg="mod">
          <ac:chgData name="Xin Luo" userId="82312ee5779919a4" providerId="LiveId" clId="{23920C8D-EBCE-A347-9C82-C14316D20539}" dt="2022-10-25T12:09:03.730" v="478" actId="1036"/>
          <ac:picMkLst>
            <pc:docMk/>
            <pc:sldMk cId="2780969545" sldId="2609"/>
            <ac:picMk id="7" creationId="{42FD45A0-A9EA-D518-41B5-21FA7A24BA60}"/>
          </ac:picMkLst>
        </pc:picChg>
        <pc:picChg chg="mod">
          <ac:chgData name="Xin Luo" userId="82312ee5779919a4" providerId="LiveId" clId="{23920C8D-EBCE-A347-9C82-C14316D20539}" dt="2022-10-25T12:09:03.730" v="478" actId="1036"/>
          <ac:picMkLst>
            <pc:docMk/>
            <pc:sldMk cId="2780969545" sldId="2609"/>
            <ac:picMk id="10" creationId="{C2B12388-3179-41F8-2462-0C9BA14093FF}"/>
          </ac:picMkLst>
        </pc:picChg>
        <pc:picChg chg="mod">
          <ac:chgData name="Xin Luo" userId="82312ee5779919a4" providerId="LiveId" clId="{23920C8D-EBCE-A347-9C82-C14316D20539}" dt="2022-10-25T12:09:03.730" v="478" actId="1036"/>
          <ac:picMkLst>
            <pc:docMk/>
            <pc:sldMk cId="2780969545" sldId="2609"/>
            <ac:picMk id="7170" creationId="{A3C33C8C-6841-03A7-574F-E161D6BA2409}"/>
          </ac:picMkLst>
        </pc:picChg>
        <pc:cxnChg chg="mod">
          <ac:chgData name="Xin Luo" userId="82312ee5779919a4" providerId="LiveId" clId="{23920C8D-EBCE-A347-9C82-C14316D20539}" dt="2022-10-25T12:09:03.730" v="478" actId="1036"/>
          <ac:cxnSpMkLst>
            <pc:docMk/>
            <pc:sldMk cId="2780969545" sldId="2609"/>
            <ac:cxnSpMk id="9" creationId="{FD972B84-6C44-171E-8256-D2A04F01B0C9}"/>
          </ac:cxnSpMkLst>
        </pc:cxnChg>
        <pc:cxnChg chg="mod">
          <ac:chgData name="Xin Luo" userId="82312ee5779919a4" providerId="LiveId" clId="{23920C8D-EBCE-A347-9C82-C14316D20539}" dt="2022-10-25T12:09:03.730" v="478" actId="1036"/>
          <ac:cxnSpMkLst>
            <pc:docMk/>
            <pc:sldMk cId="2780969545" sldId="2609"/>
            <ac:cxnSpMk id="16" creationId="{612BCBDC-DECE-5090-7C5B-6492FF4CE722}"/>
          </ac:cxnSpMkLst>
        </pc:cxnChg>
        <pc:cxnChg chg="mod">
          <ac:chgData name="Xin Luo" userId="82312ee5779919a4" providerId="LiveId" clId="{23920C8D-EBCE-A347-9C82-C14316D20539}" dt="2022-10-25T12:09:03.730" v="478" actId="1036"/>
          <ac:cxnSpMkLst>
            <pc:docMk/>
            <pc:sldMk cId="2780969545" sldId="2609"/>
            <ac:cxnSpMk id="17" creationId="{AF045F09-2718-C456-D477-E816A43885FF}"/>
          </ac:cxnSpMkLst>
        </pc:cxnChg>
        <pc:cxnChg chg="mod">
          <ac:chgData name="Xin Luo" userId="82312ee5779919a4" providerId="LiveId" clId="{23920C8D-EBCE-A347-9C82-C14316D20539}" dt="2022-10-25T12:09:03.730" v="478" actId="1036"/>
          <ac:cxnSpMkLst>
            <pc:docMk/>
            <pc:sldMk cId="2780969545" sldId="2609"/>
            <ac:cxnSpMk id="28" creationId="{6C11ADF7-6234-2989-2798-F5AAD5EDE3BF}"/>
          </ac:cxnSpMkLst>
        </pc:cxnChg>
      </pc:sldChg>
      <pc:sldChg chg="modSp mod">
        <pc:chgData name="Xin Luo" userId="82312ee5779919a4" providerId="LiveId" clId="{23920C8D-EBCE-A347-9C82-C14316D20539}" dt="2022-10-26T02:56:58.658" v="480" actId="207"/>
        <pc:sldMkLst>
          <pc:docMk/>
          <pc:sldMk cId="63705705" sldId="2612"/>
        </pc:sldMkLst>
        <pc:spChg chg="mod">
          <ac:chgData name="Xin Luo" userId="82312ee5779919a4" providerId="LiveId" clId="{23920C8D-EBCE-A347-9C82-C14316D20539}" dt="2022-10-26T02:56:58.658" v="480" actId="207"/>
          <ac:spMkLst>
            <pc:docMk/>
            <pc:sldMk cId="63705705" sldId="2612"/>
            <ac:spMk id="63" creationId="{6400CC45-5050-7ACD-CE08-CC6D7000A1DA}"/>
          </ac:spMkLst>
        </pc:spChg>
      </pc:sldChg>
      <pc:sldChg chg="addSp modSp">
        <pc:chgData name="Xin Luo" userId="82312ee5779919a4" providerId="LiveId" clId="{23920C8D-EBCE-A347-9C82-C14316D20539}" dt="2022-10-26T12:19:06.428" v="501" actId="767"/>
        <pc:sldMkLst>
          <pc:docMk/>
          <pc:sldMk cId="963926578" sldId="2613"/>
        </pc:sldMkLst>
        <pc:spChg chg="add mod">
          <ac:chgData name="Xin Luo" userId="82312ee5779919a4" providerId="LiveId" clId="{23920C8D-EBCE-A347-9C82-C14316D20539}" dt="2022-10-26T12:19:06.428" v="501" actId="767"/>
          <ac:spMkLst>
            <pc:docMk/>
            <pc:sldMk cId="963926578" sldId="2613"/>
            <ac:spMk id="2" creationId="{5F7683B3-77E0-69A9-94AE-FF04E7249325}"/>
          </ac:spMkLst>
        </pc:spChg>
      </pc:sldChg>
      <pc:sldChg chg="modSp add mod">
        <pc:chgData name="Xin Luo" userId="82312ee5779919a4" providerId="LiveId" clId="{23920C8D-EBCE-A347-9C82-C14316D20539}" dt="2022-10-10T01:06:02.902" v="365" actId="403"/>
        <pc:sldMkLst>
          <pc:docMk/>
          <pc:sldMk cId="2358282757" sldId="2714"/>
        </pc:sldMkLst>
        <pc:spChg chg="mod">
          <ac:chgData name="Xin Luo" userId="82312ee5779919a4" providerId="LiveId" clId="{23920C8D-EBCE-A347-9C82-C14316D20539}" dt="2022-10-10T01:06:02.902" v="365" actId="403"/>
          <ac:spMkLst>
            <pc:docMk/>
            <pc:sldMk cId="2358282757" sldId="2714"/>
            <ac:spMk id="2" creationId="{DB381E7B-A050-4BE4-6756-9B64308C74D7}"/>
          </ac:spMkLst>
        </pc:spChg>
      </pc:sldChg>
    </pc:docChg>
  </pc:docChgLst>
  <pc:docChgLst>
    <pc:chgData name="Xin Luo" userId="82312ee5779919a4" providerId="LiveId" clId="{4DB6C473-8E57-A543-81F7-48BE109E8C13}"/>
    <pc:docChg chg="undo custSel addSld delSld modSld sldOrd delMainMaster">
      <pc:chgData name="Xin Luo" userId="82312ee5779919a4" providerId="LiveId" clId="{4DB6C473-8E57-A543-81F7-48BE109E8C13}" dt="2023-02-21T15:10:04.498" v="5724" actId="108"/>
      <pc:docMkLst>
        <pc:docMk/>
      </pc:docMkLst>
      <pc:sldChg chg="addSp delSp modSp mod">
        <pc:chgData name="Xin Luo" userId="82312ee5779919a4" providerId="LiveId" clId="{4DB6C473-8E57-A543-81F7-48BE109E8C13}" dt="2023-02-21T08:54:32.554" v="3595" actId="1076"/>
        <pc:sldMkLst>
          <pc:docMk/>
          <pc:sldMk cId="1576120367" sldId="2387"/>
        </pc:sldMkLst>
        <pc:spChg chg="add del mod">
          <ac:chgData name="Xin Luo" userId="82312ee5779919a4" providerId="LiveId" clId="{4DB6C473-8E57-A543-81F7-48BE109E8C13}" dt="2023-02-21T05:44:22.831" v="2010"/>
          <ac:spMkLst>
            <pc:docMk/>
            <pc:sldMk cId="1576120367" sldId="2387"/>
            <ac:spMk id="4" creationId="{14071939-13A8-68AD-CF24-E66618C9CB95}"/>
          </ac:spMkLst>
        </pc:spChg>
        <pc:spChg chg="add del">
          <ac:chgData name="Xin Luo" userId="82312ee5779919a4" providerId="LiveId" clId="{4DB6C473-8E57-A543-81F7-48BE109E8C13}" dt="2023-02-21T05:42:59.400" v="1996" actId="478"/>
          <ac:spMkLst>
            <pc:docMk/>
            <pc:sldMk cId="1576120367" sldId="2387"/>
            <ac:spMk id="6" creationId="{00000000-0000-0000-0000-000000000000}"/>
          </ac:spMkLst>
        </pc:spChg>
        <pc:spChg chg="del">
          <ac:chgData name="Xin Luo" userId="82312ee5779919a4" providerId="LiveId" clId="{4DB6C473-8E57-A543-81F7-48BE109E8C13}" dt="2023-02-21T05:42:53.918" v="1994" actId="478"/>
          <ac:spMkLst>
            <pc:docMk/>
            <pc:sldMk cId="1576120367" sldId="2387"/>
            <ac:spMk id="7" creationId="{00000000-0000-0000-0000-000000000000}"/>
          </ac:spMkLst>
        </pc:spChg>
        <pc:spChg chg="add del mod">
          <ac:chgData name="Xin Luo" userId="82312ee5779919a4" providerId="LiveId" clId="{4DB6C473-8E57-A543-81F7-48BE109E8C13}" dt="2023-02-21T05:46:39.935" v="2038" actId="478"/>
          <ac:spMkLst>
            <pc:docMk/>
            <pc:sldMk cId="1576120367" sldId="2387"/>
            <ac:spMk id="8" creationId="{5795B555-5780-95D6-6939-E2A2F840CEDB}"/>
          </ac:spMkLst>
        </pc:spChg>
        <pc:spChg chg="add del mod topLvl">
          <ac:chgData name="Xin Luo" userId="82312ee5779919a4" providerId="LiveId" clId="{4DB6C473-8E57-A543-81F7-48BE109E8C13}" dt="2023-02-21T05:47:15.440" v="2044" actId="164"/>
          <ac:spMkLst>
            <pc:docMk/>
            <pc:sldMk cId="1576120367" sldId="2387"/>
            <ac:spMk id="10" creationId="{00000000-0000-0000-0000-000000000000}"/>
          </ac:spMkLst>
        </pc:spChg>
        <pc:spChg chg="mod topLvl">
          <ac:chgData name="Xin Luo" userId="82312ee5779919a4" providerId="LiveId" clId="{4DB6C473-8E57-A543-81F7-48BE109E8C13}" dt="2023-02-21T05:47:15.440" v="2044" actId="164"/>
          <ac:spMkLst>
            <pc:docMk/>
            <pc:sldMk cId="1576120367" sldId="2387"/>
            <ac:spMk id="12" creationId="{00000000-0000-0000-0000-000000000000}"/>
          </ac:spMkLst>
        </pc:spChg>
        <pc:spChg chg="mod">
          <ac:chgData name="Xin Luo" userId="82312ee5779919a4" providerId="LiveId" clId="{4DB6C473-8E57-A543-81F7-48BE109E8C13}" dt="2023-02-21T05:45:26.754" v="2016" actId="207"/>
          <ac:spMkLst>
            <pc:docMk/>
            <pc:sldMk cId="1576120367" sldId="2387"/>
            <ac:spMk id="13" creationId="{00000000-0000-0000-0000-000000000000}"/>
          </ac:spMkLst>
        </pc:spChg>
        <pc:spChg chg="mod">
          <ac:chgData name="Xin Luo" userId="82312ee5779919a4" providerId="LiveId" clId="{4DB6C473-8E57-A543-81F7-48BE109E8C13}" dt="2023-02-21T05:45:26.754" v="2016" actId="207"/>
          <ac:spMkLst>
            <pc:docMk/>
            <pc:sldMk cId="1576120367" sldId="2387"/>
            <ac:spMk id="14" creationId="{00000000-0000-0000-0000-000000000000}"/>
          </ac:spMkLst>
        </pc:spChg>
        <pc:spChg chg="mod">
          <ac:chgData name="Xin Luo" userId="82312ee5779919a4" providerId="LiveId" clId="{4DB6C473-8E57-A543-81F7-48BE109E8C13}" dt="2023-02-21T05:45:26.754" v="2016" actId="207"/>
          <ac:spMkLst>
            <pc:docMk/>
            <pc:sldMk cId="1576120367" sldId="2387"/>
            <ac:spMk id="15" creationId="{00000000-0000-0000-0000-000000000000}"/>
          </ac:spMkLst>
        </pc:spChg>
        <pc:spChg chg="mod">
          <ac:chgData name="Xin Luo" userId="82312ee5779919a4" providerId="LiveId" clId="{4DB6C473-8E57-A543-81F7-48BE109E8C13}" dt="2023-02-21T05:45:26.754" v="2016" actId="207"/>
          <ac:spMkLst>
            <pc:docMk/>
            <pc:sldMk cId="1576120367" sldId="2387"/>
            <ac:spMk id="16" creationId="{00000000-0000-0000-0000-000000000000}"/>
          </ac:spMkLst>
        </pc:spChg>
        <pc:grpChg chg="add del mod">
          <ac:chgData name="Xin Luo" userId="82312ee5779919a4" providerId="LiveId" clId="{4DB6C473-8E57-A543-81F7-48BE109E8C13}" dt="2023-02-21T08:54:26.670" v="3594" actId="478"/>
          <ac:grpSpMkLst>
            <pc:docMk/>
            <pc:sldMk cId="1576120367" sldId="2387"/>
            <ac:grpSpMk id="2" creationId="{390AEDC4-AC8C-713C-F926-259F989CB162}"/>
          </ac:grpSpMkLst>
        </pc:grpChg>
        <pc:grpChg chg="add mod">
          <ac:chgData name="Xin Luo" userId="82312ee5779919a4" providerId="LiveId" clId="{4DB6C473-8E57-A543-81F7-48BE109E8C13}" dt="2023-02-21T08:54:32.554" v="3595" actId="1076"/>
          <ac:grpSpMkLst>
            <pc:docMk/>
            <pc:sldMk cId="1576120367" sldId="2387"/>
            <ac:grpSpMk id="3" creationId="{12ED16A1-79B8-7DB1-1CC1-250B051BAD58}"/>
          </ac:grpSpMkLst>
        </pc:grpChg>
        <pc:grpChg chg="add del mod">
          <ac:chgData name="Xin Luo" userId="82312ee5779919a4" providerId="LiveId" clId="{4DB6C473-8E57-A543-81F7-48BE109E8C13}" dt="2023-02-21T05:45:51.755" v="2019" actId="165"/>
          <ac:grpSpMkLst>
            <pc:docMk/>
            <pc:sldMk cId="1576120367" sldId="2387"/>
            <ac:grpSpMk id="5" creationId="{8F30E2E3-F8BB-EDF1-8726-1256D1547BF7}"/>
          </ac:grpSpMkLst>
        </pc:grpChg>
        <pc:grpChg chg="add mod">
          <ac:chgData name="Xin Luo" userId="82312ee5779919a4" providerId="LiveId" clId="{4DB6C473-8E57-A543-81F7-48BE109E8C13}" dt="2023-02-21T08:54:32.554" v="3595" actId="1076"/>
          <ac:grpSpMkLst>
            <pc:docMk/>
            <pc:sldMk cId="1576120367" sldId="2387"/>
            <ac:grpSpMk id="9" creationId="{84B9B8D5-4BCC-CDFF-1E13-B005060A8BDF}"/>
          </ac:grpSpMkLst>
        </pc:grpChg>
      </pc:sldChg>
      <pc:sldChg chg="del">
        <pc:chgData name="Xin Luo" userId="82312ee5779919a4" providerId="LiveId" clId="{4DB6C473-8E57-A543-81F7-48BE109E8C13}" dt="2023-02-21T08:54:15.767" v="3575" actId="2696"/>
        <pc:sldMkLst>
          <pc:docMk/>
          <pc:sldMk cId="0" sldId="2446"/>
        </pc:sldMkLst>
      </pc:sldChg>
      <pc:sldChg chg="modSp mod ord">
        <pc:chgData name="Xin Luo" userId="82312ee5779919a4" providerId="LiveId" clId="{4DB6C473-8E57-A543-81F7-48BE109E8C13}" dt="2023-02-21T06:59:18.091" v="3225" actId="20578"/>
        <pc:sldMkLst>
          <pc:docMk/>
          <pc:sldMk cId="2415901206" sldId="2447"/>
        </pc:sldMkLst>
        <pc:spChg chg="mod">
          <ac:chgData name="Xin Luo" userId="82312ee5779919a4" providerId="LiveId" clId="{4DB6C473-8E57-A543-81F7-48BE109E8C13}" dt="2023-02-21T03:26:36.249" v="1977" actId="20577"/>
          <ac:spMkLst>
            <pc:docMk/>
            <pc:sldMk cId="2415901206" sldId="2447"/>
            <ac:spMk id="7" creationId="{00000000-0000-0000-0000-000000000000}"/>
          </ac:spMkLst>
        </pc:spChg>
      </pc:sldChg>
      <pc:sldChg chg="addSp delSp modSp mod ord">
        <pc:chgData name="Xin Luo" userId="82312ee5779919a4" providerId="LiveId" clId="{4DB6C473-8E57-A543-81F7-48BE109E8C13}" dt="2023-02-21T07:23:56.843" v="3356" actId="20577"/>
        <pc:sldMkLst>
          <pc:docMk/>
          <pc:sldMk cId="4067577602" sldId="2605"/>
        </pc:sldMkLst>
        <pc:spChg chg="mod">
          <ac:chgData name="Xin Luo" userId="82312ee5779919a4" providerId="LiveId" clId="{4DB6C473-8E57-A543-81F7-48BE109E8C13}" dt="2023-02-21T07:23:56.843" v="3356" actId="20577"/>
          <ac:spMkLst>
            <pc:docMk/>
            <pc:sldMk cId="4067577602" sldId="2605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3:26:50.232" v="1984" actId="20577"/>
          <ac:spMkLst>
            <pc:docMk/>
            <pc:sldMk cId="4067577602" sldId="2605"/>
            <ac:spMk id="3" creationId="{00000000-0000-0000-0000-000000000000}"/>
          </ac:spMkLst>
        </pc:spChg>
        <pc:spChg chg="add del mod">
          <ac:chgData name="Xin Luo" userId="82312ee5779919a4" providerId="LiveId" clId="{4DB6C473-8E57-A543-81F7-48BE109E8C13}" dt="2023-02-21T07:21:29.220" v="3297"/>
          <ac:spMkLst>
            <pc:docMk/>
            <pc:sldMk cId="4067577602" sldId="2605"/>
            <ac:spMk id="4" creationId="{6043EA4A-1AB3-028D-434C-C16CE58B3A2A}"/>
          </ac:spMkLst>
        </pc:spChg>
        <pc:spChg chg="add mod">
          <ac:chgData name="Xin Luo" userId="82312ee5779919a4" providerId="LiveId" clId="{4DB6C473-8E57-A543-81F7-48BE109E8C13}" dt="2023-02-21T07:23:29.335" v="3346" actId="1076"/>
          <ac:spMkLst>
            <pc:docMk/>
            <pc:sldMk cId="4067577602" sldId="2605"/>
            <ac:spMk id="5" creationId="{8CB3051E-1455-F2D6-027A-C359D1264B18}"/>
          </ac:spMkLst>
        </pc:spChg>
        <pc:spChg chg="del">
          <ac:chgData name="Xin Luo" userId="82312ee5779919a4" providerId="LiveId" clId="{4DB6C473-8E57-A543-81F7-48BE109E8C13}" dt="2023-02-21T05:48:10.681" v="2114" actId="478"/>
          <ac:spMkLst>
            <pc:docMk/>
            <pc:sldMk cId="4067577602" sldId="2605"/>
            <ac:spMk id="15" creationId="{32C45697-89D7-5F4B-C2BC-3A7FBC2C544B}"/>
          </ac:spMkLst>
        </pc:spChg>
        <pc:spChg chg="mod">
          <ac:chgData name="Xin Luo" userId="82312ee5779919a4" providerId="LiveId" clId="{4DB6C473-8E57-A543-81F7-48BE109E8C13}" dt="2023-02-21T07:11:29.463" v="3277" actId="2710"/>
          <ac:spMkLst>
            <pc:docMk/>
            <pc:sldMk cId="4067577602" sldId="2605"/>
            <ac:spMk id="17" creationId="{9E05FFCA-3371-AF5C-381D-71D984055F5A}"/>
          </ac:spMkLst>
        </pc:spChg>
        <pc:picChg chg="del">
          <ac:chgData name="Xin Luo" userId="82312ee5779919a4" providerId="LiveId" clId="{4DB6C473-8E57-A543-81F7-48BE109E8C13}" dt="2023-02-21T05:48:06.479" v="2112" actId="478"/>
          <ac:picMkLst>
            <pc:docMk/>
            <pc:sldMk cId="4067577602" sldId="2605"/>
            <ac:picMk id="10" creationId="{492CAE81-3897-13BB-6E5A-74F2AC5F581A}"/>
          </ac:picMkLst>
        </pc:picChg>
        <pc:picChg chg="del">
          <ac:chgData name="Xin Luo" userId="82312ee5779919a4" providerId="LiveId" clId="{4DB6C473-8E57-A543-81F7-48BE109E8C13}" dt="2023-02-21T05:48:08.245" v="2113" actId="478"/>
          <ac:picMkLst>
            <pc:docMk/>
            <pc:sldMk cId="4067577602" sldId="2605"/>
            <ac:picMk id="14" creationId="{0637D38F-D0BE-5E7D-7891-2D7FAA4B4ED9}"/>
          </ac:picMkLst>
        </pc:picChg>
        <pc:picChg chg="add mod">
          <ac:chgData name="Xin Luo" userId="82312ee5779919a4" providerId="LiveId" clId="{4DB6C473-8E57-A543-81F7-48BE109E8C13}" dt="2023-02-21T07:23:29.335" v="3346" actId="1076"/>
          <ac:picMkLst>
            <pc:docMk/>
            <pc:sldMk cId="4067577602" sldId="2605"/>
            <ac:picMk id="1026" creationId="{9270A6EE-B03E-77C5-630F-E811251395A0}"/>
          </ac:picMkLst>
        </pc:picChg>
      </pc:sldChg>
      <pc:sldChg chg="del">
        <pc:chgData name="Xin Luo" userId="82312ee5779919a4" providerId="LiveId" clId="{4DB6C473-8E57-A543-81F7-48BE109E8C13}" dt="2023-02-21T14:49:50.253" v="5372" actId="2696"/>
        <pc:sldMkLst>
          <pc:docMk/>
          <pc:sldMk cId="963926578" sldId="2613"/>
        </pc:sldMkLst>
      </pc:sldChg>
      <pc:sldChg chg="del">
        <pc:chgData name="Xin Luo" userId="82312ee5779919a4" providerId="LiveId" clId="{4DB6C473-8E57-A543-81F7-48BE109E8C13}" dt="2023-02-21T14:49:50.286" v="5373" actId="2696"/>
        <pc:sldMkLst>
          <pc:docMk/>
          <pc:sldMk cId="1377829391" sldId="2689"/>
        </pc:sldMkLst>
      </pc:sldChg>
      <pc:sldChg chg="del">
        <pc:chgData name="Xin Luo" userId="82312ee5779919a4" providerId="LiveId" clId="{4DB6C473-8E57-A543-81F7-48BE109E8C13}" dt="2023-02-21T14:49:50.299" v="5374" actId="2696"/>
        <pc:sldMkLst>
          <pc:docMk/>
          <pc:sldMk cId="2843640805" sldId="2704"/>
        </pc:sldMkLst>
      </pc:sldChg>
      <pc:sldChg chg="delSp modSp add mod ord">
        <pc:chgData name="Xin Luo" userId="82312ee5779919a4" providerId="LiveId" clId="{4DB6C473-8E57-A543-81F7-48BE109E8C13}" dt="2023-02-21T05:54:53.172" v="2328" actId="113"/>
        <pc:sldMkLst>
          <pc:docMk/>
          <pc:sldMk cId="2688334957" sldId="2705"/>
        </pc:sldMkLst>
        <pc:spChg chg="mod">
          <ac:chgData name="Xin Luo" userId="82312ee5779919a4" providerId="LiveId" clId="{4DB6C473-8E57-A543-81F7-48BE109E8C13}" dt="2023-02-21T03:04:15.029" v="17" actId="20577"/>
          <ac:spMkLst>
            <pc:docMk/>
            <pc:sldMk cId="2688334957" sldId="2705"/>
            <ac:spMk id="2" creationId="{631AADB6-C88A-D817-4683-FC087E4E240F}"/>
          </ac:spMkLst>
        </pc:spChg>
        <pc:spChg chg="del">
          <ac:chgData name="Xin Luo" userId="82312ee5779919a4" providerId="LiveId" clId="{4DB6C473-8E57-A543-81F7-48BE109E8C13}" dt="2023-02-21T03:04:17.351" v="18" actId="478"/>
          <ac:spMkLst>
            <pc:docMk/>
            <pc:sldMk cId="2688334957" sldId="2705"/>
            <ac:spMk id="15" creationId="{32C45697-89D7-5F4B-C2BC-3A7FBC2C544B}"/>
          </ac:spMkLst>
        </pc:spChg>
        <pc:spChg chg="mod">
          <ac:chgData name="Xin Luo" userId="82312ee5779919a4" providerId="LiveId" clId="{4DB6C473-8E57-A543-81F7-48BE109E8C13}" dt="2023-02-21T05:54:53.172" v="2328" actId="113"/>
          <ac:spMkLst>
            <pc:docMk/>
            <pc:sldMk cId="2688334957" sldId="2705"/>
            <ac:spMk id="17" creationId="{9E05FFCA-3371-AF5C-381D-71D984055F5A}"/>
          </ac:spMkLst>
        </pc:spChg>
        <pc:picChg chg="del">
          <ac:chgData name="Xin Luo" userId="82312ee5779919a4" providerId="LiveId" clId="{4DB6C473-8E57-A543-81F7-48BE109E8C13}" dt="2023-02-21T03:04:18.544" v="20" actId="478"/>
          <ac:picMkLst>
            <pc:docMk/>
            <pc:sldMk cId="2688334957" sldId="2705"/>
            <ac:picMk id="10" creationId="{492CAE81-3897-13BB-6E5A-74F2AC5F581A}"/>
          </ac:picMkLst>
        </pc:picChg>
        <pc:picChg chg="del">
          <ac:chgData name="Xin Luo" userId="82312ee5779919a4" providerId="LiveId" clId="{4DB6C473-8E57-A543-81F7-48BE109E8C13}" dt="2023-02-21T03:04:17.947" v="19" actId="478"/>
          <ac:picMkLst>
            <pc:docMk/>
            <pc:sldMk cId="2688334957" sldId="2705"/>
            <ac:picMk id="14" creationId="{0637D38F-D0BE-5E7D-7891-2D7FAA4B4ED9}"/>
          </ac:picMkLst>
        </pc:picChg>
      </pc:sldChg>
      <pc:sldChg chg="modSp add mod">
        <pc:chgData name="Xin Luo" userId="82312ee5779919a4" providerId="LiveId" clId="{4DB6C473-8E57-A543-81F7-48BE109E8C13}" dt="2023-02-21T05:59:45.306" v="2357" actId="2711"/>
        <pc:sldMkLst>
          <pc:docMk/>
          <pc:sldMk cId="2464444856" sldId="2706"/>
        </pc:sldMkLst>
        <pc:spChg chg="mod">
          <ac:chgData name="Xin Luo" userId="82312ee5779919a4" providerId="LiveId" clId="{4DB6C473-8E57-A543-81F7-48BE109E8C13}" dt="2023-02-21T05:59:45.306" v="2357" actId="2711"/>
          <ac:spMkLst>
            <pc:docMk/>
            <pc:sldMk cId="2464444856" sldId="2706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5:59:45.306" v="2357" actId="2711"/>
          <ac:spMkLst>
            <pc:docMk/>
            <pc:sldMk cId="2464444856" sldId="2706"/>
            <ac:spMk id="3" creationId="{00000000-0000-0000-0000-000000000000}"/>
          </ac:spMkLst>
        </pc:spChg>
        <pc:spChg chg="mod">
          <ac:chgData name="Xin Luo" userId="82312ee5779919a4" providerId="LiveId" clId="{4DB6C473-8E57-A543-81F7-48BE109E8C13}" dt="2023-02-21T05:59:45.306" v="2357" actId="2711"/>
          <ac:spMkLst>
            <pc:docMk/>
            <pc:sldMk cId="2464444856" sldId="2706"/>
            <ac:spMk id="17" creationId="{9E05FFCA-3371-AF5C-381D-71D984055F5A}"/>
          </ac:spMkLst>
        </pc:spChg>
      </pc:sldChg>
      <pc:sldChg chg="modSp add mod">
        <pc:chgData name="Xin Luo" userId="82312ee5779919a4" providerId="LiveId" clId="{4DB6C473-8E57-A543-81F7-48BE109E8C13}" dt="2023-02-21T06:00:27.005" v="2362" actId="113"/>
        <pc:sldMkLst>
          <pc:docMk/>
          <pc:sldMk cId="1602808061" sldId="2707"/>
        </pc:sldMkLst>
        <pc:spChg chg="mod">
          <ac:chgData name="Xin Luo" userId="82312ee5779919a4" providerId="LiveId" clId="{4DB6C473-8E57-A543-81F7-48BE109E8C13}" dt="2023-02-21T03:16:48.798" v="1289" actId="20577"/>
          <ac:spMkLst>
            <pc:docMk/>
            <pc:sldMk cId="1602808061" sldId="2707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6:00:27.005" v="2362" actId="113"/>
          <ac:spMkLst>
            <pc:docMk/>
            <pc:sldMk cId="1602808061" sldId="2707"/>
            <ac:spMk id="17" creationId="{9E05FFCA-3371-AF5C-381D-71D984055F5A}"/>
          </ac:spMkLst>
        </pc:spChg>
      </pc:sldChg>
      <pc:sldChg chg="addSp modSp add mod">
        <pc:chgData name="Xin Luo" userId="82312ee5779919a4" providerId="LiveId" clId="{4DB6C473-8E57-A543-81F7-48BE109E8C13}" dt="2023-02-21T03:24:12.660" v="1798" actId="207"/>
        <pc:sldMkLst>
          <pc:docMk/>
          <pc:sldMk cId="1658607177" sldId="2708"/>
        </pc:sldMkLst>
        <pc:spChg chg="add mod">
          <ac:chgData name="Xin Luo" userId="82312ee5779919a4" providerId="LiveId" clId="{4DB6C473-8E57-A543-81F7-48BE109E8C13}" dt="2023-02-21T03:24:12.660" v="1798" actId="207"/>
          <ac:spMkLst>
            <pc:docMk/>
            <pc:sldMk cId="1658607177" sldId="2708"/>
            <ac:spMk id="3" creationId="{E375549C-74EF-2C8F-6432-2C52B803FB1B}"/>
          </ac:spMkLst>
        </pc:spChg>
        <pc:spChg chg="mod">
          <ac:chgData name="Xin Luo" userId="82312ee5779919a4" providerId="LiveId" clId="{4DB6C473-8E57-A543-81F7-48BE109E8C13}" dt="2023-02-21T03:22:03.139" v="1731" actId="20577"/>
          <ac:spMkLst>
            <pc:docMk/>
            <pc:sldMk cId="1658607177" sldId="2708"/>
            <ac:spMk id="24" creationId="{00000000-0000-0000-0000-000000000000}"/>
          </ac:spMkLst>
        </pc:spChg>
        <pc:picChg chg="mod">
          <ac:chgData name="Xin Luo" userId="82312ee5779919a4" providerId="LiveId" clId="{4DB6C473-8E57-A543-81F7-48BE109E8C13}" dt="2023-02-21T03:23:29.344" v="1786" actId="1076"/>
          <ac:picMkLst>
            <pc:docMk/>
            <pc:sldMk cId="1658607177" sldId="2708"/>
            <ac:picMk id="4" creationId="{C5A20417-E7CA-C285-EB98-9BD26873E83E}"/>
          </ac:picMkLst>
        </pc:picChg>
      </pc:sldChg>
      <pc:sldChg chg="add del setBg">
        <pc:chgData name="Xin Luo" userId="82312ee5779919a4" providerId="LiveId" clId="{4DB6C473-8E57-A543-81F7-48BE109E8C13}" dt="2023-02-21T03:21:36.224" v="1707"/>
        <pc:sldMkLst>
          <pc:docMk/>
          <pc:sldMk cId="3430641667" sldId="2708"/>
        </pc:sldMkLst>
      </pc:sldChg>
      <pc:sldChg chg="modSp add mod ord">
        <pc:chgData name="Xin Luo" userId="82312ee5779919a4" providerId="LiveId" clId="{4DB6C473-8E57-A543-81F7-48BE109E8C13}" dt="2023-02-21T07:27:15.123" v="3399" actId="20578"/>
        <pc:sldMkLst>
          <pc:docMk/>
          <pc:sldMk cId="1257969106" sldId="2709"/>
        </pc:sldMkLst>
        <pc:spChg chg="mod">
          <ac:chgData name="Xin Luo" userId="82312ee5779919a4" providerId="LiveId" clId="{4DB6C473-8E57-A543-81F7-48BE109E8C13}" dt="2023-02-21T05:47:38.868" v="2080" actId="20577"/>
          <ac:spMkLst>
            <pc:docMk/>
            <pc:sldMk cId="1257969106" sldId="2709"/>
            <ac:spMk id="7" creationId="{00000000-0000-0000-0000-000000000000}"/>
          </ac:spMkLst>
        </pc:spChg>
      </pc:sldChg>
      <pc:sldChg chg="add del setBg">
        <pc:chgData name="Xin Luo" userId="82312ee5779919a4" providerId="LiveId" clId="{4DB6C473-8E57-A543-81F7-48BE109E8C13}" dt="2023-02-21T03:22:38.148" v="1735"/>
        <pc:sldMkLst>
          <pc:docMk/>
          <pc:sldMk cId="2068292362" sldId="2709"/>
        </pc:sldMkLst>
      </pc:sldChg>
      <pc:sldChg chg="add del setBg">
        <pc:chgData name="Xin Luo" userId="82312ee5779919a4" providerId="LiveId" clId="{4DB6C473-8E57-A543-81F7-48BE109E8C13}" dt="2023-02-21T03:22:29.206" v="1733"/>
        <pc:sldMkLst>
          <pc:docMk/>
          <pc:sldMk cId="4244071672" sldId="2709"/>
        </pc:sldMkLst>
      </pc:sldChg>
      <pc:sldChg chg="modSp add del mod">
        <pc:chgData name="Xin Luo" userId="82312ee5779919a4" providerId="LiveId" clId="{4DB6C473-8E57-A543-81F7-48BE109E8C13}" dt="2023-02-21T12:49:10.754" v="4207" actId="2696"/>
        <pc:sldMkLst>
          <pc:docMk/>
          <pc:sldMk cId="4096743637" sldId="2710"/>
        </pc:sldMkLst>
        <pc:spChg chg="mod">
          <ac:chgData name="Xin Luo" userId="82312ee5779919a4" providerId="LiveId" clId="{4DB6C473-8E57-A543-81F7-48BE109E8C13}" dt="2023-02-21T05:47:46.587" v="2093" actId="20577"/>
          <ac:spMkLst>
            <pc:docMk/>
            <pc:sldMk cId="4096743637" sldId="2710"/>
            <ac:spMk id="7" creationId="{00000000-0000-0000-0000-000000000000}"/>
          </ac:spMkLst>
        </pc:spChg>
      </pc:sldChg>
      <pc:sldChg chg="addSp delSp modSp add mod">
        <pc:chgData name="Xin Luo" userId="82312ee5779919a4" providerId="LiveId" clId="{4DB6C473-8E57-A543-81F7-48BE109E8C13}" dt="2023-02-21T15:08:47.651" v="5619" actId="113"/>
        <pc:sldMkLst>
          <pc:docMk/>
          <pc:sldMk cId="2744383376" sldId="2711"/>
        </pc:sldMkLst>
        <pc:spChg chg="mod">
          <ac:chgData name="Xin Luo" userId="82312ee5779919a4" providerId="LiveId" clId="{4DB6C473-8E57-A543-81F7-48BE109E8C13}" dt="2023-02-21T07:01:42.969" v="3272" actId="20577"/>
          <ac:spMkLst>
            <pc:docMk/>
            <pc:sldMk cId="2744383376" sldId="2711"/>
            <ac:spMk id="2" creationId="{631AADB6-C88A-D817-4683-FC087E4E240F}"/>
          </ac:spMkLst>
        </pc:spChg>
        <pc:spChg chg="add del">
          <ac:chgData name="Xin Luo" userId="82312ee5779919a4" providerId="LiveId" clId="{4DB6C473-8E57-A543-81F7-48BE109E8C13}" dt="2023-02-21T06:08:19.635" v="2522" actId="22"/>
          <ac:spMkLst>
            <pc:docMk/>
            <pc:sldMk cId="2744383376" sldId="2711"/>
            <ac:spMk id="5" creationId="{9005BDE5-6349-121C-B95F-5D695486765F}"/>
          </ac:spMkLst>
        </pc:spChg>
        <pc:spChg chg="add del mod">
          <ac:chgData name="Xin Luo" userId="82312ee5779919a4" providerId="LiveId" clId="{4DB6C473-8E57-A543-81F7-48BE109E8C13}" dt="2023-02-21T06:36:09.199" v="3158" actId="478"/>
          <ac:spMkLst>
            <pc:docMk/>
            <pc:sldMk cId="2744383376" sldId="2711"/>
            <ac:spMk id="7" creationId="{508CFB8D-1428-2D03-7C0B-F181DD0AC3B0}"/>
          </ac:spMkLst>
        </pc:spChg>
        <pc:spChg chg="add del mod">
          <ac:chgData name="Xin Luo" userId="82312ee5779919a4" providerId="LiveId" clId="{4DB6C473-8E57-A543-81F7-48BE109E8C13}" dt="2023-02-21T06:35:09.270" v="3110" actId="478"/>
          <ac:spMkLst>
            <pc:docMk/>
            <pc:sldMk cId="2744383376" sldId="2711"/>
            <ac:spMk id="8" creationId="{FE049113-DA9A-B499-A9F7-CE696334739C}"/>
          </ac:spMkLst>
        </pc:spChg>
        <pc:spChg chg="add del">
          <ac:chgData name="Xin Luo" userId="82312ee5779919a4" providerId="LiveId" clId="{4DB6C473-8E57-A543-81F7-48BE109E8C13}" dt="2023-02-21T06:24:41.792" v="2925" actId="22"/>
          <ac:spMkLst>
            <pc:docMk/>
            <pc:sldMk cId="2744383376" sldId="2711"/>
            <ac:spMk id="10" creationId="{2A70B923-8B0E-BFB6-100F-07B5471C1335}"/>
          </ac:spMkLst>
        </pc:spChg>
        <pc:spChg chg="add del mod">
          <ac:chgData name="Xin Luo" userId="82312ee5779919a4" providerId="LiveId" clId="{4DB6C473-8E57-A543-81F7-48BE109E8C13}" dt="2023-02-21T06:36:24.547" v="3163" actId="478"/>
          <ac:spMkLst>
            <pc:docMk/>
            <pc:sldMk cId="2744383376" sldId="2711"/>
            <ac:spMk id="12" creationId="{7AC7943F-2EEF-E2BC-7188-7457E9CCE47B}"/>
          </ac:spMkLst>
        </pc:spChg>
        <pc:spChg chg="add del mod">
          <ac:chgData name="Xin Luo" userId="82312ee5779919a4" providerId="LiveId" clId="{4DB6C473-8E57-A543-81F7-48BE109E8C13}" dt="2023-02-21T06:36:21.741" v="3162" actId="478"/>
          <ac:spMkLst>
            <pc:docMk/>
            <pc:sldMk cId="2744383376" sldId="2711"/>
            <ac:spMk id="13" creationId="{4D3246D5-B603-994F-3AE4-6B8ADC01AFBD}"/>
          </ac:spMkLst>
        </pc:spChg>
        <pc:spChg chg="add del mod">
          <ac:chgData name="Xin Luo" userId="82312ee5779919a4" providerId="LiveId" clId="{4DB6C473-8E57-A543-81F7-48BE109E8C13}" dt="2023-02-21T06:34:25.015" v="3081" actId="478"/>
          <ac:spMkLst>
            <pc:docMk/>
            <pc:sldMk cId="2744383376" sldId="2711"/>
            <ac:spMk id="15" creationId="{E4EF7755-FC04-518B-64D9-6CC2D64CFD40}"/>
          </ac:spMkLst>
        </pc:spChg>
        <pc:spChg chg="mod">
          <ac:chgData name="Xin Luo" userId="82312ee5779919a4" providerId="LiveId" clId="{4DB6C473-8E57-A543-81F7-48BE109E8C13}" dt="2023-02-21T15:07:43.844" v="5615" actId="1038"/>
          <ac:spMkLst>
            <pc:docMk/>
            <pc:sldMk cId="2744383376" sldId="2711"/>
            <ac:spMk id="17" creationId="{9E05FFCA-3371-AF5C-381D-71D984055F5A}"/>
          </ac:spMkLst>
        </pc:spChg>
        <pc:spChg chg="add mod">
          <ac:chgData name="Xin Luo" userId="82312ee5779919a4" providerId="LiveId" clId="{4DB6C473-8E57-A543-81F7-48BE109E8C13}" dt="2023-02-21T15:08:47.651" v="5619" actId="113"/>
          <ac:spMkLst>
            <pc:docMk/>
            <pc:sldMk cId="2744383376" sldId="2711"/>
            <ac:spMk id="18" creationId="{9D310AF3-A081-4032-01C0-C288D4F7AC53}"/>
          </ac:spMkLst>
        </pc:spChg>
      </pc:sldChg>
      <pc:sldChg chg="delSp modSp add del mod">
        <pc:chgData name="Xin Luo" userId="82312ee5779919a4" providerId="LiveId" clId="{4DB6C473-8E57-A543-81F7-48BE109E8C13}" dt="2023-02-21T07:27:24.620" v="3402" actId="2696"/>
        <pc:sldMkLst>
          <pc:docMk/>
          <pc:sldMk cId="1581220802" sldId="2712"/>
        </pc:sldMkLst>
        <pc:spChg chg="mod">
          <ac:chgData name="Xin Luo" userId="82312ee5779919a4" providerId="LiveId" clId="{4DB6C473-8E57-A543-81F7-48BE109E8C13}" dt="2023-02-21T07:01:48.402" v="3274" actId="20577"/>
          <ac:spMkLst>
            <pc:docMk/>
            <pc:sldMk cId="1581220802" sldId="2712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6:58:28.109" v="3222" actId="20577"/>
          <ac:spMkLst>
            <pc:docMk/>
            <pc:sldMk cId="1581220802" sldId="2712"/>
            <ac:spMk id="3" creationId="{00000000-0000-0000-0000-000000000000}"/>
          </ac:spMkLst>
        </pc:spChg>
        <pc:spChg chg="del mod">
          <ac:chgData name="Xin Luo" userId="82312ee5779919a4" providerId="LiveId" clId="{4DB6C473-8E57-A543-81F7-48BE109E8C13}" dt="2023-02-21T07:24:25.709" v="3365"/>
          <ac:spMkLst>
            <pc:docMk/>
            <pc:sldMk cId="1581220802" sldId="2712"/>
            <ac:spMk id="17" creationId="{9E05FFCA-3371-AF5C-381D-71D984055F5A}"/>
          </ac:spMkLst>
        </pc:spChg>
      </pc:sldChg>
      <pc:sldChg chg="modSp add del mod">
        <pc:chgData name="Xin Luo" userId="82312ee5779919a4" providerId="LiveId" clId="{4DB6C473-8E57-A543-81F7-48BE109E8C13}" dt="2023-02-21T07:24:13.066" v="3357" actId="2696"/>
        <pc:sldMkLst>
          <pc:docMk/>
          <pc:sldMk cId="2395170792" sldId="2713"/>
        </pc:sldMkLst>
        <pc:spChg chg="mod">
          <ac:chgData name="Xin Luo" userId="82312ee5779919a4" providerId="LiveId" clId="{4DB6C473-8E57-A543-81F7-48BE109E8C13}" dt="2023-02-21T06:15:05.106" v="2898" actId="20577"/>
          <ac:spMkLst>
            <pc:docMk/>
            <pc:sldMk cId="2395170792" sldId="2713"/>
            <ac:spMk id="17" creationId="{9E05FFCA-3371-AF5C-381D-71D984055F5A}"/>
          </ac:spMkLst>
        </pc:spChg>
      </pc:sldChg>
      <pc:sldChg chg="addSp modSp add mod">
        <pc:chgData name="Xin Luo" userId="82312ee5779919a4" providerId="LiveId" clId="{4DB6C473-8E57-A543-81F7-48BE109E8C13}" dt="2023-02-21T07:23:52.393" v="3353" actId="20577"/>
        <pc:sldMkLst>
          <pc:docMk/>
          <pc:sldMk cId="280619949" sldId="2714"/>
        </pc:sldMkLst>
        <pc:spChg chg="mod">
          <ac:chgData name="Xin Luo" userId="82312ee5779919a4" providerId="LiveId" clId="{4DB6C473-8E57-A543-81F7-48BE109E8C13}" dt="2023-02-21T07:23:52.393" v="3353" actId="20577"/>
          <ac:spMkLst>
            <pc:docMk/>
            <pc:sldMk cId="280619949" sldId="2714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7:13:49.998" v="3283" actId="404"/>
          <ac:spMkLst>
            <pc:docMk/>
            <pc:sldMk cId="280619949" sldId="2714"/>
            <ac:spMk id="17" creationId="{9E05FFCA-3371-AF5C-381D-71D984055F5A}"/>
          </ac:spMkLst>
        </pc:spChg>
        <pc:picChg chg="add mod">
          <ac:chgData name="Xin Luo" userId="82312ee5779919a4" providerId="LiveId" clId="{4DB6C473-8E57-A543-81F7-48BE109E8C13}" dt="2023-02-21T07:23:39.455" v="3348" actId="14100"/>
          <ac:picMkLst>
            <pc:docMk/>
            <pc:sldMk cId="280619949" sldId="2714"/>
            <ac:picMk id="5" creationId="{0604E948-208D-161C-F579-7EA72A1F42DC}"/>
          </ac:picMkLst>
        </pc:picChg>
      </pc:sldChg>
      <pc:sldChg chg="addSp modSp add mod">
        <pc:chgData name="Xin Luo" userId="82312ee5779919a4" providerId="LiveId" clId="{4DB6C473-8E57-A543-81F7-48BE109E8C13}" dt="2023-02-21T13:47:35.461" v="4912" actId="1076"/>
        <pc:sldMkLst>
          <pc:docMk/>
          <pc:sldMk cId="3852391939" sldId="2715"/>
        </pc:sldMkLst>
        <pc:spChg chg="mod">
          <ac:chgData name="Xin Luo" userId="82312ee5779919a4" providerId="LiveId" clId="{4DB6C473-8E57-A543-81F7-48BE109E8C13}" dt="2023-02-21T13:06:48.362" v="4245" actId="20577"/>
          <ac:spMkLst>
            <pc:docMk/>
            <pc:sldMk cId="3852391939" sldId="2715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7:43:23.802" v="3522" actId="20577"/>
          <ac:spMkLst>
            <pc:docMk/>
            <pc:sldMk cId="3852391939" sldId="2715"/>
            <ac:spMk id="3" creationId="{00000000-0000-0000-0000-000000000000}"/>
          </ac:spMkLst>
        </pc:spChg>
        <pc:spChg chg="add mod">
          <ac:chgData name="Xin Luo" userId="82312ee5779919a4" providerId="LiveId" clId="{4DB6C473-8E57-A543-81F7-48BE109E8C13}" dt="2023-02-21T13:41:38.670" v="4903" actId="20577"/>
          <ac:spMkLst>
            <pc:docMk/>
            <pc:sldMk cId="3852391939" sldId="2715"/>
            <ac:spMk id="5" creationId="{FCD10A89-5E0E-5D73-1D4F-9E11D943B29C}"/>
          </ac:spMkLst>
        </pc:spChg>
        <pc:picChg chg="add mod">
          <ac:chgData name="Xin Luo" userId="82312ee5779919a4" providerId="LiveId" clId="{4DB6C473-8E57-A543-81F7-48BE109E8C13}" dt="2023-02-21T13:47:35.461" v="4912" actId="1076"/>
          <ac:picMkLst>
            <pc:docMk/>
            <pc:sldMk cId="3852391939" sldId="2715"/>
            <ac:picMk id="2050" creationId="{8F8FBDFD-CF37-F4FE-58FA-9350A0CDABC7}"/>
          </ac:picMkLst>
        </pc:picChg>
      </pc:sldChg>
      <pc:sldChg chg="addSp modSp add mod ord">
        <pc:chgData name="Xin Luo" userId="82312ee5779919a4" providerId="LiveId" clId="{4DB6C473-8E57-A543-81F7-48BE109E8C13}" dt="2023-02-21T13:15:30.678" v="4562" actId="1035"/>
        <pc:sldMkLst>
          <pc:docMk/>
          <pc:sldMk cId="3026715585" sldId="2716"/>
        </pc:sldMkLst>
        <pc:spChg chg="mod">
          <ac:chgData name="Xin Luo" userId="82312ee5779919a4" providerId="LiveId" clId="{4DB6C473-8E57-A543-81F7-48BE109E8C13}" dt="2023-02-21T07:27:17.840" v="3401" actId="20577"/>
          <ac:spMkLst>
            <pc:docMk/>
            <pc:sldMk cId="3026715585" sldId="2716"/>
            <ac:spMk id="2" creationId="{631AADB6-C88A-D817-4683-FC087E4E240F}"/>
          </ac:spMkLst>
        </pc:spChg>
        <pc:spChg chg="add mod">
          <ac:chgData name="Xin Luo" userId="82312ee5779919a4" providerId="LiveId" clId="{4DB6C473-8E57-A543-81F7-48BE109E8C13}" dt="2023-02-21T13:15:30.678" v="4562" actId="1035"/>
          <ac:spMkLst>
            <pc:docMk/>
            <pc:sldMk cId="3026715585" sldId="2716"/>
            <ac:spMk id="4" creationId="{B31A8325-31D8-6F06-6D89-E39763C56875}"/>
          </ac:spMkLst>
        </pc:spChg>
        <pc:spChg chg="mod">
          <ac:chgData name="Xin Luo" userId="82312ee5779919a4" providerId="LiveId" clId="{4DB6C473-8E57-A543-81F7-48BE109E8C13}" dt="2023-02-21T12:48:49.893" v="4206" actId="1076"/>
          <ac:spMkLst>
            <pc:docMk/>
            <pc:sldMk cId="3026715585" sldId="2716"/>
            <ac:spMk id="17" creationId="{9E05FFCA-3371-AF5C-381D-71D984055F5A}"/>
          </ac:spMkLst>
        </pc:spChg>
      </pc:sldChg>
      <pc:sldChg chg="addSp modSp add mod">
        <pc:chgData name="Xin Luo" userId="82312ee5779919a4" providerId="LiveId" clId="{4DB6C473-8E57-A543-81F7-48BE109E8C13}" dt="2023-02-21T13:48:38.001" v="4936" actId="1076"/>
        <pc:sldMkLst>
          <pc:docMk/>
          <pc:sldMk cId="4136986794" sldId="2717"/>
        </pc:sldMkLst>
        <pc:spChg chg="mod">
          <ac:chgData name="Xin Luo" userId="82312ee5779919a4" providerId="LiveId" clId="{4DB6C473-8E57-A543-81F7-48BE109E8C13}" dt="2023-02-21T13:48:32.535" v="4933" actId="1035"/>
          <ac:spMkLst>
            <pc:docMk/>
            <pc:sldMk cId="4136986794" sldId="2717"/>
            <ac:spMk id="5" creationId="{FCD10A89-5E0E-5D73-1D4F-9E11D943B29C}"/>
          </ac:spMkLst>
        </pc:spChg>
        <pc:picChg chg="add mod">
          <ac:chgData name="Xin Luo" userId="82312ee5779919a4" providerId="LiveId" clId="{4DB6C473-8E57-A543-81F7-48BE109E8C13}" dt="2023-02-21T13:48:38.001" v="4936" actId="1076"/>
          <ac:picMkLst>
            <pc:docMk/>
            <pc:sldMk cId="4136986794" sldId="2717"/>
            <ac:picMk id="6" creationId="{2260B411-AFF0-1E09-142B-45C9F88562F7}"/>
          </ac:picMkLst>
        </pc:picChg>
      </pc:sldChg>
      <pc:sldChg chg="addSp delSp modSp add mod">
        <pc:chgData name="Xin Luo" userId="82312ee5779919a4" providerId="LiveId" clId="{4DB6C473-8E57-A543-81F7-48BE109E8C13}" dt="2023-02-21T14:08:09.514" v="5152" actId="1035"/>
        <pc:sldMkLst>
          <pc:docMk/>
          <pc:sldMk cId="1778017482" sldId="2718"/>
        </pc:sldMkLst>
        <pc:spChg chg="mod">
          <ac:chgData name="Xin Luo" userId="82312ee5779919a4" providerId="LiveId" clId="{4DB6C473-8E57-A543-81F7-48BE109E8C13}" dt="2023-02-21T14:08:07.366" v="5145" actId="1035"/>
          <ac:spMkLst>
            <pc:docMk/>
            <pc:sldMk cId="1778017482" sldId="2718"/>
            <ac:spMk id="5" creationId="{FCD10A89-5E0E-5D73-1D4F-9E11D943B29C}"/>
          </ac:spMkLst>
        </pc:spChg>
        <pc:picChg chg="del">
          <ac:chgData name="Xin Luo" userId="82312ee5779919a4" providerId="LiveId" clId="{4DB6C473-8E57-A543-81F7-48BE109E8C13}" dt="2023-02-21T13:48:49.937" v="4938" actId="478"/>
          <ac:picMkLst>
            <pc:docMk/>
            <pc:sldMk cId="1778017482" sldId="2718"/>
            <ac:picMk id="6" creationId="{2260B411-AFF0-1E09-142B-45C9F88562F7}"/>
          </ac:picMkLst>
        </pc:picChg>
        <pc:picChg chg="add mod">
          <ac:chgData name="Xin Luo" userId="82312ee5779919a4" providerId="LiveId" clId="{4DB6C473-8E57-A543-81F7-48BE109E8C13}" dt="2023-02-21T14:08:09.514" v="5152" actId="1035"/>
          <ac:picMkLst>
            <pc:docMk/>
            <pc:sldMk cId="1778017482" sldId="2718"/>
            <ac:picMk id="3074" creationId="{3E8CF22C-6E5D-0AAE-1F79-795E8B77EEF7}"/>
          </ac:picMkLst>
        </pc:picChg>
      </pc:sldChg>
      <pc:sldChg chg="delSp modSp add mod">
        <pc:chgData name="Xin Luo" userId="82312ee5779919a4" providerId="LiveId" clId="{4DB6C473-8E57-A543-81F7-48BE109E8C13}" dt="2023-02-21T15:10:04.498" v="5724" actId="108"/>
        <pc:sldMkLst>
          <pc:docMk/>
          <pc:sldMk cId="1858913004" sldId="2719"/>
        </pc:sldMkLst>
        <pc:spChg chg="mod">
          <ac:chgData name="Xin Luo" userId="82312ee5779919a4" providerId="LiveId" clId="{4DB6C473-8E57-A543-81F7-48BE109E8C13}" dt="2023-02-21T14:49:05.255" v="5311" actId="1076"/>
          <ac:spMkLst>
            <pc:docMk/>
            <pc:sldMk cId="1858913004" sldId="2719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15:10:04.498" v="5724" actId="108"/>
          <ac:spMkLst>
            <pc:docMk/>
            <pc:sldMk cId="1858913004" sldId="2719"/>
            <ac:spMk id="5" creationId="{FCD10A89-5E0E-5D73-1D4F-9E11D943B29C}"/>
          </ac:spMkLst>
        </pc:spChg>
        <pc:spChg chg="del">
          <ac:chgData name="Xin Luo" userId="82312ee5779919a4" providerId="LiveId" clId="{4DB6C473-8E57-A543-81F7-48BE109E8C13}" dt="2023-02-21T14:48:56.090" v="5307" actId="478"/>
          <ac:spMkLst>
            <pc:docMk/>
            <pc:sldMk cId="1858913004" sldId="2719"/>
            <ac:spMk id="17" creationId="{9E05FFCA-3371-AF5C-381D-71D984055F5A}"/>
          </ac:spMkLst>
        </pc:spChg>
        <pc:picChg chg="del">
          <ac:chgData name="Xin Luo" userId="82312ee5779919a4" providerId="LiveId" clId="{4DB6C473-8E57-A543-81F7-48BE109E8C13}" dt="2023-02-21T14:47:16.549" v="5154" actId="478"/>
          <ac:picMkLst>
            <pc:docMk/>
            <pc:sldMk cId="1858913004" sldId="2719"/>
            <ac:picMk id="3074" creationId="{3E8CF22C-6E5D-0AAE-1F79-795E8B77EEF7}"/>
          </ac:picMkLst>
        </pc:picChg>
      </pc:sldChg>
      <pc:sldChg chg="addSp delSp modSp add mod ord">
        <pc:chgData name="Xin Luo" userId="82312ee5779919a4" providerId="LiveId" clId="{4DB6C473-8E57-A543-81F7-48BE109E8C13}" dt="2023-02-21T15:06:45.211" v="5600" actId="20578"/>
        <pc:sldMkLst>
          <pc:docMk/>
          <pc:sldMk cId="3480831675" sldId="2720"/>
        </pc:sldMkLst>
        <pc:spChg chg="mod">
          <ac:chgData name="Xin Luo" userId="82312ee5779919a4" providerId="LiveId" clId="{4DB6C473-8E57-A543-81F7-48BE109E8C13}" dt="2023-02-21T14:58:21.259" v="5529" actId="1035"/>
          <ac:spMkLst>
            <pc:docMk/>
            <pc:sldMk cId="3480831675" sldId="2720"/>
            <ac:spMk id="2" creationId="{631AADB6-C88A-D817-4683-FC087E4E240F}"/>
          </ac:spMkLst>
        </pc:spChg>
        <pc:spChg chg="add mod">
          <ac:chgData name="Xin Luo" userId="82312ee5779919a4" providerId="LiveId" clId="{4DB6C473-8E57-A543-81F7-48BE109E8C13}" dt="2023-02-21T14:58:48.813" v="5569" actId="404"/>
          <ac:spMkLst>
            <pc:docMk/>
            <pc:sldMk cId="3480831675" sldId="2720"/>
            <ac:spMk id="4" creationId="{58EE51E5-8ACA-984C-6E8D-F8AA658223AD}"/>
          </ac:spMkLst>
        </pc:spChg>
        <pc:spChg chg="add mod">
          <ac:chgData name="Xin Luo" userId="82312ee5779919a4" providerId="LiveId" clId="{4DB6C473-8E57-A543-81F7-48BE109E8C13}" dt="2023-02-21T14:58:48.813" v="5569" actId="404"/>
          <ac:spMkLst>
            <pc:docMk/>
            <pc:sldMk cId="3480831675" sldId="2720"/>
            <ac:spMk id="5" creationId="{7F4897FB-F086-F339-A15F-A899143C7919}"/>
          </ac:spMkLst>
        </pc:spChg>
        <pc:spChg chg="add mod">
          <ac:chgData name="Xin Luo" userId="82312ee5779919a4" providerId="LiveId" clId="{4DB6C473-8E57-A543-81F7-48BE109E8C13}" dt="2023-02-21T15:06:20.559" v="5576" actId="962"/>
          <ac:spMkLst>
            <pc:docMk/>
            <pc:sldMk cId="3480831675" sldId="2720"/>
            <ac:spMk id="6" creationId="{7ED1482E-3610-E252-0E80-41B202D30E30}"/>
          </ac:spMkLst>
        </pc:spChg>
        <pc:spChg chg="del">
          <ac:chgData name="Xin Luo" userId="82312ee5779919a4" providerId="LiveId" clId="{4DB6C473-8E57-A543-81F7-48BE109E8C13}" dt="2023-02-21T14:51:13.253" v="5388" actId="478"/>
          <ac:spMkLst>
            <pc:docMk/>
            <pc:sldMk cId="3480831675" sldId="2720"/>
            <ac:spMk id="17" creationId="{9E05FFCA-3371-AF5C-381D-71D984055F5A}"/>
          </ac:spMkLst>
        </pc:spChg>
        <pc:spChg chg="del">
          <ac:chgData name="Xin Luo" userId="82312ee5779919a4" providerId="LiveId" clId="{4DB6C473-8E57-A543-81F7-48BE109E8C13}" dt="2023-02-21T14:51:18.075" v="5389" actId="478"/>
          <ac:spMkLst>
            <pc:docMk/>
            <pc:sldMk cId="3480831675" sldId="2720"/>
            <ac:spMk id="18" creationId="{9D310AF3-A081-4032-01C0-C288D4F7AC53}"/>
          </ac:spMkLst>
        </pc:spChg>
        <pc:picChg chg="add del mod">
          <ac:chgData name="Xin Luo" userId="82312ee5779919a4" providerId="LiveId" clId="{4DB6C473-8E57-A543-81F7-48BE109E8C13}" dt="2023-02-21T14:53:26.825" v="5442" actId="478"/>
          <ac:picMkLst>
            <pc:docMk/>
            <pc:sldMk cId="3480831675" sldId="2720"/>
            <ac:picMk id="5122" creationId="{379580DC-45F0-D6EF-6EA0-1FB906F02465}"/>
          </ac:picMkLst>
        </pc:picChg>
        <pc:picChg chg="add mod">
          <ac:chgData name="Xin Luo" userId="82312ee5779919a4" providerId="LiveId" clId="{4DB6C473-8E57-A543-81F7-48BE109E8C13}" dt="2023-02-21T14:58:17.635" v="5525" actId="1035"/>
          <ac:picMkLst>
            <pc:docMk/>
            <pc:sldMk cId="3480831675" sldId="2720"/>
            <ac:picMk id="5124" creationId="{D17BE6F3-1008-2FC6-54D2-736C673B73E8}"/>
          </ac:picMkLst>
        </pc:picChg>
        <pc:picChg chg="add mod">
          <ac:chgData name="Xin Luo" userId="82312ee5779919a4" providerId="LiveId" clId="{4DB6C473-8E57-A543-81F7-48BE109E8C13}" dt="2023-02-21T14:58:17.635" v="5525" actId="1035"/>
          <ac:picMkLst>
            <pc:docMk/>
            <pc:sldMk cId="3480831675" sldId="2720"/>
            <ac:picMk id="5126" creationId="{EBB0C876-4E86-C2ED-5EE6-3B2BD26768B9}"/>
          </ac:picMkLst>
        </pc:picChg>
        <pc:picChg chg="add mod">
          <ac:chgData name="Xin Luo" userId="82312ee5779919a4" providerId="LiveId" clId="{4DB6C473-8E57-A543-81F7-48BE109E8C13}" dt="2023-02-21T14:58:48.813" v="5569" actId="404"/>
          <ac:picMkLst>
            <pc:docMk/>
            <pc:sldMk cId="3480831675" sldId="2720"/>
            <ac:picMk id="5128" creationId="{59C29F54-F731-6EBD-ECA9-847BE3563121}"/>
          </ac:picMkLst>
        </pc:picChg>
      </pc:sldChg>
      <pc:sldChg chg="add del">
        <pc:chgData name="Xin Luo" userId="82312ee5779919a4" providerId="LiveId" clId="{4DB6C473-8E57-A543-81F7-48BE109E8C13}" dt="2023-02-21T14:55:30.326" v="5468" actId="2696"/>
        <pc:sldMkLst>
          <pc:docMk/>
          <pc:sldMk cId="120373349" sldId="2721"/>
        </pc:sldMkLst>
      </pc:sldChg>
      <pc:sldChg chg="addSp delSp modSp add mod ord">
        <pc:chgData name="Xin Luo" userId="82312ee5779919a4" providerId="LiveId" clId="{4DB6C473-8E57-A543-81F7-48BE109E8C13}" dt="2023-02-21T15:06:40.684" v="5599" actId="20578"/>
        <pc:sldMkLst>
          <pc:docMk/>
          <pc:sldMk cId="1410676903" sldId="2721"/>
        </pc:sldMkLst>
        <pc:spChg chg="del">
          <ac:chgData name="Xin Luo" userId="82312ee5779919a4" providerId="LiveId" clId="{4DB6C473-8E57-A543-81F7-48BE109E8C13}" dt="2023-02-21T14:59:05.282" v="5571" actId="478"/>
          <ac:spMkLst>
            <pc:docMk/>
            <pc:sldMk cId="1410676903" sldId="2721"/>
            <ac:spMk id="4" creationId="{58EE51E5-8ACA-984C-6E8D-F8AA658223AD}"/>
          </ac:spMkLst>
        </pc:spChg>
        <pc:spChg chg="del">
          <ac:chgData name="Xin Luo" userId="82312ee5779919a4" providerId="LiveId" clId="{4DB6C473-8E57-A543-81F7-48BE109E8C13}" dt="2023-02-21T14:59:05.282" v="5571" actId="478"/>
          <ac:spMkLst>
            <pc:docMk/>
            <pc:sldMk cId="1410676903" sldId="2721"/>
            <ac:spMk id="5" creationId="{7F4897FB-F086-F339-A15F-A899143C7919}"/>
          </ac:spMkLst>
        </pc:spChg>
        <pc:spChg chg="del">
          <ac:chgData name="Xin Luo" userId="82312ee5779919a4" providerId="LiveId" clId="{4DB6C473-8E57-A543-81F7-48BE109E8C13}" dt="2023-02-21T14:59:05.282" v="5571" actId="478"/>
          <ac:spMkLst>
            <pc:docMk/>
            <pc:sldMk cId="1410676903" sldId="2721"/>
            <ac:spMk id="6" creationId="{7ED1482E-3610-E252-0E80-41B202D30E30}"/>
          </ac:spMkLst>
        </pc:spChg>
        <pc:spChg chg="add mod">
          <ac:chgData name="Xin Luo" userId="82312ee5779919a4" providerId="LiveId" clId="{4DB6C473-8E57-A543-81F7-48BE109E8C13}" dt="2023-02-21T15:06:36.607" v="5598" actId="1076"/>
          <ac:spMkLst>
            <pc:docMk/>
            <pc:sldMk cId="1410676903" sldId="2721"/>
            <ac:spMk id="9" creationId="{D5E43916-6543-2664-EE40-07ABFFB01F26}"/>
          </ac:spMkLst>
        </pc:spChg>
        <pc:picChg chg="add mod">
          <ac:chgData name="Xin Luo" userId="82312ee5779919a4" providerId="LiveId" clId="{4DB6C473-8E57-A543-81F7-48BE109E8C13}" dt="2023-02-21T15:06:20.558" v="5575" actId="27614"/>
          <ac:picMkLst>
            <pc:docMk/>
            <pc:sldMk cId="1410676903" sldId="2721"/>
            <ac:picMk id="8" creationId="{BA45F6EA-D51F-F9F8-F33E-5E3217612D76}"/>
          </ac:picMkLst>
        </pc:picChg>
        <pc:picChg chg="del">
          <ac:chgData name="Xin Luo" userId="82312ee5779919a4" providerId="LiveId" clId="{4DB6C473-8E57-A543-81F7-48BE109E8C13}" dt="2023-02-21T14:59:05.282" v="5571" actId="478"/>
          <ac:picMkLst>
            <pc:docMk/>
            <pc:sldMk cId="1410676903" sldId="2721"/>
            <ac:picMk id="5124" creationId="{D17BE6F3-1008-2FC6-54D2-736C673B73E8}"/>
          </ac:picMkLst>
        </pc:picChg>
        <pc:picChg chg="del">
          <ac:chgData name="Xin Luo" userId="82312ee5779919a4" providerId="LiveId" clId="{4DB6C473-8E57-A543-81F7-48BE109E8C13}" dt="2023-02-21T14:59:05.282" v="5571" actId="478"/>
          <ac:picMkLst>
            <pc:docMk/>
            <pc:sldMk cId="1410676903" sldId="2721"/>
            <ac:picMk id="5126" creationId="{EBB0C876-4E86-C2ED-5EE6-3B2BD26768B9}"/>
          </ac:picMkLst>
        </pc:picChg>
        <pc:picChg chg="del">
          <ac:chgData name="Xin Luo" userId="82312ee5779919a4" providerId="LiveId" clId="{4DB6C473-8E57-A543-81F7-48BE109E8C13}" dt="2023-02-21T14:59:05.282" v="5571" actId="478"/>
          <ac:picMkLst>
            <pc:docMk/>
            <pc:sldMk cId="1410676903" sldId="2721"/>
            <ac:picMk id="5128" creationId="{59C29F54-F731-6EBD-ECA9-847BE3563121}"/>
          </ac:picMkLst>
        </pc:picChg>
      </pc:sldChg>
      <pc:sldMasterChg chg="del delSldLayout">
        <pc:chgData name="Xin Luo" userId="82312ee5779919a4" providerId="LiveId" clId="{4DB6C473-8E57-A543-81F7-48BE109E8C13}" dt="2023-02-21T08:54:15.791" v="3593" actId="2696"/>
        <pc:sldMasterMkLst>
          <pc:docMk/>
          <pc:sldMasterMk cId="1248561168" sldId="2147484998"/>
        </pc:sldMasterMkLst>
        <pc:sldLayoutChg chg="del">
          <pc:chgData name="Xin Luo" userId="82312ee5779919a4" providerId="LiveId" clId="{4DB6C473-8E57-A543-81F7-48BE109E8C13}" dt="2023-02-21T08:54:15.772" v="3576" actId="2696"/>
          <pc:sldLayoutMkLst>
            <pc:docMk/>
            <pc:sldMasterMk cId="1248561168" sldId="2147484998"/>
            <pc:sldLayoutMk cId="2755518727" sldId="2147484999"/>
          </pc:sldLayoutMkLst>
        </pc:sldLayoutChg>
        <pc:sldLayoutChg chg="del">
          <pc:chgData name="Xin Luo" userId="82312ee5779919a4" providerId="LiveId" clId="{4DB6C473-8E57-A543-81F7-48BE109E8C13}" dt="2023-02-21T08:54:15.773" v="3577" actId="2696"/>
          <pc:sldLayoutMkLst>
            <pc:docMk/>
            <pc:sldMasterMk cId="1248561168" sldId="2147484998"/>
            <pc:sldLayoutMk cId="784447712" sldId="2147485000"/>
          </pc:sldLayoutMkLst>
        </pc:sldLayoutChg>
        <pc:sldLayoutChg chg="del">
          <pc:chgData name="Xin Luo" userId="82312ee5779919a4" providerId="LiveId" clId="{4DB6C473-8E57-A543-81F7-48BE109E8C13}" dt="2023-02-21T08:54:15.774" v="3578" actId="2696"/>
          <pc:sldLayoutMkLst>
            <pc:docMk/>
            <pc:sldMasterMk cId="1248561168" sldId="2147484998"/>
            <pc:sldLayoutMk cId="36404751" sldId="2147485001"/>
          </pc:sldLayoutMkLst>
        </pc:sldLayoutChg>
        <pc:sldLayoutChg chg="del">
          <pc:chgData name="Xin Luo" userId="82312ee5779919a4" providerId="LiveId" clId="{4DB6C473-8E57-A543-81F7-48BE109E8C13}" dt="2023-02-21T08:54:15.775" v="3579" actId="2696"/>
          <pc:sldLayoutMkLst>
            <pc:docMk/>
            <pc:sldMasterMk cId="1248561168" sldId="2147484998"/>
            <pc:sldLayoutMk cId="2142531553" sldId="2147485002"/>
          </pc:sldLayoutMkLst>
        </pc:sldLayoutChg>
        <pc:sldLayoutChg chg="del">
          <pc:chgData name="Xin Luo" userId="82312ee5779919a4" providerId="LiveId" clId="{4DB6C473-8E57-A543-81F7-48BE109E8C13}" dt="2023-02-21T08:54:15.776" v="3580" actId="2696"/>
          <pc:sldLayoutMkLst>
            <pc:docMk/>
            <pc:sldMasterMk cId="1248561168" sldId="2147484998"/>
            <pc:sldLayoutMk cId="646270699" sldId="2147485003"/>
          </pc:sldLayoutMkLst>
        </pc:sldLayoutChg>
        <pc:sldLayoutChg chg="del">
          <pc:chgData name="Xin Luo" userId="82312ee5779919a4" providerId="LiveId" clId="{4DB6C473-8E57-A543-81F7-48BE109E8C13}" dt="2023-02-21T08:54:15.777" v="3581" actId="2696"/>
          <pc:sldLayoutMkLst>
            <pc:docMk/>
            <pc:sldMasterMk cId="1248561168" sldId="2147484998"/>
            <pc:sldLayoutMk cId="1316154404" sldId="2147485004"/>
          </pc:sldLayoutMkLst>
        </pc:sldLayoutChg>
        <pc:sldLayoutChg chg="del">
          <pc:chgData name="Xin Luo" userId="82312ee5779919a4" providerId="LiveId" clId="{4DB6C473-8E57-A543-81F7-48BE109E8C13}" dt="2023-02-21T08:54:15.778" v="3582" actId="2696"/>
          <pc:sldLayoutMkLst>
            <pc:docMk/>
            <pc:sldMasterMk cId="1248561168" sldId="2147484998"/>
            <pc:sldLayoutMk cId="275448905" sldId="2147485005"/>
          </pc:sldLayoutMkLst>
        </pc:sldLayoutChg>
        <pc:sldLayoutChg chg="del">
          <pc:chgData name="Xin Luo" userId="82312ee5779919a4" providerId="LiveId" clId="{4DB6C473-8E57-A543-81F7-48BE109E8C13}" dt="2023-02-21T08:54:15.779" v="3583" actId="2696"/>
          <pc:sldLayoutMkLst>
            <pc:docMk/>
            <pc:sldMasterMk cId="1248561168" sldId="2147484998"/>
            <pc:sldLayoutMk cId="3173493555" sldId="2147485006"/>
          </pc:sldLayoutMkLst>
        </pc:sldLayoutChg>
        <pc:sldLayoutChg chg="del">
          <pc:chgData name="Xin Luo" userId="82312ee5779919a4" providerId="LiveId" clId="{4DB6C473-8E57-A543-81F7-48BE109E8C13}" dt="2023-02-21T08:54:15.780" v="3584" actId="2696"/>
          <pc:sldLayoutMkLst>
            <pc:docMk/>
            <pc:sldMasterMk cId="1248561168" sldId="2147484998"/>
            <pc:sldLayoutMk cId="2494408642" sldId="2147485007"/>
          </pc:sldLayoutMkLst>
        </pc:sldLayoutChg>
        <pc:sldLayoutChg chg="del">
          <pc:chgData name="Xin Luo" userId="82312ee5779919a4" providerId="LiveId" clId="{4DB6C473-8E57-A543-81F7-48BE109E8C13}" dt="2023-02-21T08:54:15.781" v="3585" actId="2696"/>
          <pc:sldLayoutMkLst>
            <pc:docMk/>
            <pc:sldMasterMk cId="1248561168" sldId="2147484998"/>
            <pc:sldLayoutMk cId="2144339703" sldId="2147485008"/>
          </pc:sldLayoutMkLst>
        </pc:sldLayoutChg>
        <pc:sldLayoutChg chg="del">
          <pc:chgData name="Xin Luo" userId="82312ee5779919a4" providerId="LiveId" clId="{4DB6C473-8E57-A543-81F7-48BE109E8C13}" dt="2023-02-21T08:54:15.781" v="3586" actId="2696"/>
          <pc:sldLayoutMkLst>
            <pc:docMk/>
            <pc:sldMasterMk cId="1248561168" sldId="2147484998"/>
            <pc:sldLayoutMk cId="3933479768" sldId="2147485009"/>
          </pc:sldLayoutMkLst>
        </pc:sldLayoutChg>
        <pc:sldLayoutChg chg="del">
          <pc:chgData name="Xin Luo" userId="82312ee5779919a4" providerId="LiveId" clId="{4DB6C473-8E57-A543-81F7-48BE109E8C13}" dt="2023-02-21T08:54:15.782" v="3587" actId="2696"/>
          <pc:sldLayoutMkLst>
            <pc:docMk/>
            <pc:sldMasterMk cId="1248561168" sldId="2147484998"/>
            <pc:sldLayoutMk cId="2569911404" sldId="2147485010"/>
          </pc:sldLayoutMkLst>
        </pc:sldLayoutChg>
        <pc:sldLayoutChg chg="del">
          <pc:chgData name="Xin Luo" userId="82312ee5779919a4" providerId="LiveId" clId="{4DB6C473-8E57-A543-81F7-48BE109E8C13}" dt="2023-02-21T08:54:15.783" v="3588" actId="2696"/>
          <pc:sldLayoutMkLst>
            <pc:docMk/>
            <pc:sldMasterMk cId="1248561168" sldId="2147484998"/>
            <pc:sldLayoutMk cId="487309151" sldId="2147485011"/>
          </pc:sldLayoutMkLst>
        </pc:sldLayoutChg>
        <pc:sldLayoutChg chg="del">
          <pc:chgData name="Xin Luo" userId="82312ee5779919a4" providerId="LiveId" clId="{4DB6C473-8E57-A543-81F7-48BE109E8C13}" dt="2023-02-21T08:54:15.784" v="3589" actId="2696"/>
          <pc:sldLayoutMkLst>
            <pc:docMk/>
            <pc:sldMasterMk cId="1248561168" sldId="2147484998"/>
            <pc:sldLayoutMk cId="940838525" sldId="2147485012"/>
          </pc:sldLayoutMkLst>
        </pc:sldLayoutChg>
        <pc:sldLayoutChg chg="del">
          <pc:chgData name="Xin Luo" userId="82312ee5779919a4" providerId="LiveId" clId="{4DB6C473-8E57-A543-81F7-48BE109E8C13}" dt="2023-02-21T08:54:15.785" v="3590" actId="2696"/>
          <pc:sldLayoutMkLst>
            <pc:docMk/>
            <pc:sldMasterMk cId="1248561168" sldId="2147484998"/>
            <pc:sldLayoutMk cId="858249230" sldId="2147485013"/>
          </pc:sldLayoutMkLst>
        </pc:sldLayoutChg>
        <pc:sldLayoutChg chg="del">
          <pc:chgData name="Xin Luo" userId="82312ee5779919a4" providerId="LiveId" clId="{4DB6C473-8E57-A543-81F7-48BE109E8C13}" dt="2023-02-21T08:54:15.786" v="3591" actId="2696"/>
          <pc:sldLayoutMkLst>
            <pc:docMk/>
            <pc:sldMasterMk cId="1248561168" sldId="2147484998"/>
            <pc:sldLayoutMk cId="1094809115" sldId="2147485014"/>
          </pc:sldLayoutMkLst>
        </pc:sldLayoutChg>
        <pc:sldLayoutChg chg="del">
          <pc:chgData name="Xin Luo" userId="82312ee5779919a4" providerId="LiveId" clId="{4DB6C473-8E57-A543-81F7-48BE109E8C13}" dt="2023-02-21T08:54:15.787" v="3592" actId="2696"/>
          <pc:sldLayoutMkLst>
            <pc:docMk/>
            <pc:sldMasterMk cId="1248561168" sldId="2147484998"/>
            <pc:sldLayoutMk cId="2452001345" sldId="2147485015"/>
          </pc:sldLayoutMkLst>
        </pc:sldLayoutChg>
      </pc:sldMasterChg>
    </pc:docChg>
  </pc:docChgLst>
  <pc:docChgLst>
    <pc:chgData name="Xin Luo" userId="82312ee5779919a4" providerId="LiveId" clId="{03D8BE82-102E-5842-96D4-AE390DAA9372}"/>
    <pc:docChg chg="undo custSel addSld delSld modSld sldOrd">
      <pc:chgData name="Xin Luo" userId="82312ee5779919a4" providerId="LiveId" clId="{03D8BE82-102E-5842-96D4-AE390DAA9372}" dt="2024-04-20T12:05:50.515" v="8290" actId="113"/>
      <pc:docMkLst>
        <pc:docMk/>
      </pc:docMkLst>
      <pc:sldChg chg="modSp mod">
        <pc:chgData name="Xin Luo" userId="82312ee5779919a4" providerId="LiveId" clId="{03D8BE82-102E-5842-96D4-AE390DAA9372}" dt="2024-04-20T10:34:57.389" v="8043" actId="1076"/>
        <pc:sldMkLst>
          <pc:docMk/>
          <pc:sldMk cId="1576120367" sldId="2387"/>
        </pc:sldMkLst>
        <pc:spChg chg="mod">
          <ac:chgData name="Xin Luo" userId="82312ee5779919a4" providerId="LiveId" clId="{03D8BE82-102E-5842-96D4-AE390DAA9372}" dt="2024-04-20T03:55:22.594" v="2036" actId="20577"/>
          <ac:spMkLst>
            <pc:docMk/>
            <pc:sldMk cId="1576120367" sldId="2387"/>
            <ac:spMk id="5" creationId="{494DAA55-5621-28DB-D255-E0EBB6C6477B}"/>
          </ac:spMkLst>
        </pc:spChg>
        <pc:spChg chg="mod">
          <ac:chgData name="Xin Luo" userId="82312ee5779919a4" providerId="LiveId" clId="{03D8BE82-102E-5842-96D4-AE390DAA9372}" dt="2024-04-20T10:34:57.389" v="8043" actId="1076"/>
          <ac:spMkLst>
            <pc:docMk/>
            <pc:sldMk cId="1576120367" sldId="2387"/>
            <ac:spMk id="6" creationId="{00000000-0000-0000-0000-000000000000}"/>
          </ac:spMkLst>
        </pc:spChg>
        <pc:spChg chg="mod">
          <ac:chgData name="Xin Luo" userId="82312ee5779919a4" providerId="LiveId" clId="{03D8BE82-102E-5842-96D4-AE390DAA9372}" dt="2024-04-20T03:55:51.343" v="2066" actId="20577"/>
          <ac:spMkLst>
            <pc:docMk/>
            <pc:sldMk cId="1576120367" sldId="2387"/>
            <ac:spMk id="12" creationId="{00000000-0000-0000-0000-000000000000}"/>
          </ac:spMkLst>
        </pc:spChg>
        <pc:spChg chg="mod">
          <ac:chgData name="Xin Luo" userId="82312ee5779919a4" providerId="LiveId" clId="{03D8BE82-102E-5842-96D4-AE390DAA9372}" dt="2024-04-20T03:55:45.794" v="2050" actId="20577"/>
          <ac:spMkLst>
            <pc:docMk/>
            <pc:sldMk cId="1576120367" sldId="2387"/>
            <ac:spMk id="14" creationId="{00000000-0000-0000-0000-000000000000}"/>
          </ac:spMkLst>
        </pc:spChg>
      </pc:sldChg>
      <pc:sldChg chg="modSp mod">
        <pc:chgData name="Xin Luo" userId="82312ee5779919a4" providerId="LiveId" clId="{03D8BE82-102E-5842-96D4-AE390DAA9372}" dt="2024-04-20T03:55:59.526" v="2079" actId="20577"/>
        <pc:sldMkLst>
          <pc:docMk/>
          <pc:sldMk cId="2415901206" sldId="2447"/>
        </pc:sldMkLst>
        <pc:spChg chg="mod">
          <ac:chgData name="Xin Luo" userId="82312ee5779919a4" providerId="LiveId" clId="{03D8BE82-102E-5842-96D4-AE390DAA9372}" dt="2024-04-20T03:55:59.526" v="2079" actId="20577"/>
          <ac:spMkLst>
            <pc:docMk/>
            <pc:sldMk cId="2415901206" sldId="2447"/>
            <ac:spMk id="7" creationId="{00000000-0000-0000-0000-000000000000}"/>
          </ac:spMkLst>
        </pc:spChg>
      </pc:sldChg>
      <pc:sldChg chg="modSp mod">
        <pc:chgData name="Xin Luo" userId="82312ee5779919a4" providerId="LiveId" clId="{03D8BE82-102E-5842-96D4-AE390DAA9372}" dt="2024-04-17T14:37:09.890" v="68" actId="20577"/>
        <pc:sldMkLst>
          <pc:docMk/>
          <pc:sldMk cId="1658607177" sldId="2708"/>
        </pc:sldMkLst>
        <pc:spChg chg="mod">
          <ac:chgData name="Xin Luo" userId="82312ee5779919a4" providerId="LiveId" clId="{03D8BE82-102E-5842-96D4-AE390DAA9372}" dt="2024-04-17T14:36:53.196" v="29" actId="1037"/>
          <ac:spMkLst>
            <pc:docMk/>
            <pc:sldMk cId="1658607177" sldId="2708"/>
            <ac:spMk id="3" creationId="{E375549C-74EF-2C8F-6432-2C52B803FB1B}"/>
          </ac:spMkLst>
        </pc:spChg>
        <pc:spChg chg="mod">
          <ac:chgData name="Xin Luo" userId="82312ee5779919a4" providerId="LiveId" clId="{03D8BE82-102E-5842-96D4-AE390DAA9372}" dt="2024-04-17T14:37:09.890" v="68" actId="20577"/>
          <ac:spMkLst>
            <pc:docMk/>
            <pc:sldMk cId="1658607177" sldId="2708"/>
            <ac:spMk id="24" creationId="{00000000-0000-0000-0000-000000000000}"/>
          </ac:spMkLst>
        </pc:spChg>
      </pc:sldChg>
      <pc:sldChg chg="del">
        <pc:chgData name="Xin Luo" userId="82312ee5779919a4" providerId="LiveId" clId="{03D8BE82-102E-5842-96D4-AE390DAA9372}" dt="2024-04-20T09:40:07.983" v="7214" actId="2696"/>
        <pc:sldMkLst>
          <pc:docMk/>
          <pc:sldMk cId="481122590" sldId="2709"/>
        </pc:sldMkLst>
      </pc:sldChg>
      <pc:sldChg chg="del">
        <pc:chgData name="Xin Luo" userId="82312ee5779919a4" providerId="LiveId" clId="{03D8BE82-102E-5842-96D4-AE390DAA9372}" dt="2024-04-20T09:40:07.972" v="7212" actId="2696"/>
        <pc:sldMkLst>
          <pc:docMk/>
          <pc:sldMk cId="972163772" sldId="2720"/>
        </pc:sldMkLst>
      </pc:sldChg>
      <pc:sldChg chg="del">
        <pc:chgData name="Xin Luo" userId="82312ee5779919a4" providerId="LiveId" clId="{03D8BE82-102E-5842-96D4-AE390DAA9372}" dt="2024-04-20T09:40:08" v="7217" actId="2696"/>
        <pc:sldMkLst>
          <pc:docMk/>
          <pc:sldMk cId="2689695864" sldId="2721"/>
        </pc:sldMkLst>
      </pc:sldChg>
      <pc:sldChg chg="modSp mod">
        <pc:chgData name="Xin Luo" userId="82312ee5779919a4" providerId="LiveId" clId="{03D8BE82-102E-5842-96D4-AE390DAA9372}" dt="2024-04-20T10:38:11.165" v="8125" actId="1035"/>
        <pc:sldMkLst>
          <pc:docMk/>
          <pc:sldMk cId="1209572041" sldId="2722"/>
        </pc:sldMkLst>
        <pc:spChg chg="mod">
          <ac:chgData name="Xin Luo" userId="82312ee5779919a4" providerId="LiveId" clId="{03D8BE82-102E-5842-96D4-AE390DAA9372}" dt="2024-04-20T10:37:32.537" v="8116"/>
          <ac:spMkLst>
            <pc:docMk/>
            <pc:sldMk cId="1209572041" sldId="2722"/>
            <ac:spMk id="3" creationId="{00000000-0000-0000-0000-000000000000}"/>
          </ac:spMkLst>
        </pc:spChg>
        <pc:spChg chg="mod">
          <ac:chgData name="Xin Luo" userId="82312ee5779919a4" providerId="LiveId" clId="{03D8BE82-102E-5842-96D4-AE390DAA9372}" dt="2024-04-20T10:38:11.165" v="8125" actId="1035"/>
          <ac:spMkLst>
            <pc:docMk/>
            <pc:sldMk cId="1209572041" sldId="2722"/>
            <ac:spMk id="11" creationId="{53A7E693-8098-76C4-CD5D-47166ABEB164}"/>
          </ac:spMkLst>
        </pc:spChg>
        <pc:spChg chg="mod">
          <ac:chgData name="Xin Luo" userId="82312ee5779919a4" providerId="LiveId" clId="{03D8BE82-102E-5842-96D4-AE390DAA9372}" dt="2024-04-20T09:40:47.985" v="7336" actId="20577"/>
          <ac:spMkLst>
            <pc:docMk/>
            <pc:sldMk cId="1209572041" sldId="2722"/>
            <ac:spMk id="13" creationId="{303BC878-BC57-D350-27A3-F03AE48213AC}"/>
          </ac:spMkLst>
        </pc:spChg>
      </pc:sldChg>
      <pc:sldChg chg="del">
        <pc:chgData name="Xin Luo" userId="82312ee5779919a4" providerId="LiveId" clId="{03D8BE82-102E-5842-96D4-AE390DAA9372}" dt="2024-04-20T09:40:07.971" v="7211" actId="2696"/>
        <pc:sldMkLst>
          <pc:docMk/>
          <pc:sldMk cId="202264030" sldId="2750"/>
        </pc:sldMkLst>
      </pc:sldChg>
      <pc:sldChg chg="del">
        <pc:chgData name="Xin Luo" userId="82312ee5779919a4" providerId="LiveId" clId="{03D8BE82-102E-5842-96D4-AE390DAA9372}" dt="2024-04-20T09:40:08.017" v="7218" actId="2696"/>
        <pc:sldMkLst>
          <pc:docMk/>
          <pc:sldMk cId="1715888320" sldId="2751"/>
        </pc:sldMkLst>
      </pc:sldChg>
      <pc:sldChg chg="addSp delSp modSp mod ord">
        <pc:chgData name="Xin Luo" userId="82312ee5779919a4" providerId="LiveId" clId="{03D8BE82-102E-5842-96D4-AE390DAA9372}" dt="2024-04-20T10:35:51.351" v="8046" actId="14100"/>
        <pc:sldMkLst>
          <pc:docMk/>
          <pc:sldMk cId="1128013676" sldId="2752"/>
        </pc:sldMkLst>
        <pc:spChg chg="del mod">
          <ac:chgData name="Xin Luo" userId="82312ee5779919a4" providerId="LiveId" clId="{03D8BE82-102E-5842-96D4-AE390DAA9372}" dt="2024-04-17T15:06:42.614" v="800" actId="478"/>
          <ac:spMkLst>
            <pc:docMk/>
            <pc:sldMk cId="1128013676" sldId="2752"/>
            <ac:spMk id="2" creationId="{631AADB6-C88A-D817-4683-FC087E4E240F}"/>
          </ac:spMkLst>
        </pc:spChg>
        <pc:spChg chg="add mod">
          <ac:chgData name="Xin Luo" userId="82312ee5779919a4" providerId="LiveId" clId="{03D8BE82-102E-5842-96D4-AE390DAA9372}" dt="2024-04-20T10:35:51.351" v="8046" actId="14100"/>
          <ac:spMkLst>
            <pc:docMk/>
            <pc:sldMk cId="1128013676" sldId="2752"/>
            <ac:spMk id="4" creationId="{073AFBA9-AA27-5409-5726-10C2B9C266BC}"/>
          </ac:spMkLst>
        </pc:spChg>
        <pc:picChg chg="del">
          <ac:chgData name="Xin Luo" userId="82312ee5779919a4" providerId="LiveId" clId="{03D8BE82-102E-5842-96D4-AE390DAA9372}" dt="2024-04-17T14:40:40.357" v="180" actId="478"/>
          <ac:picMkLst>
            <pc:docMk/>
            <pc:sldMk cId="1128013676" sldId="2752"/>
            <ac:picMk id="5" creationId="{9368162D-30D8-AEDE-1FB0-65FF53458102}"/>
          </ac:picMkLst>
        </pc:picChg>
      </pc:sldChg>
      <pc:sldChg chg="del">
        <pc:chgData name="Xin Luo" userId="82312ee5779919a4" providerId="LiveId" clId="{03D8BE82-102E-5842-96D4-AE390DAA9372}" dt="2024-04-20T09:40:07.968" v="7210" actId="2696"/>
        <pc:sldMkLst>
          <pc:docMk/>
          <pc:sldMk cId="2065670701" sldId="2753"/>
        </pc:sldMkLst>
      </pc:sldChg>
      <pc:sldChg chg="del">
        <pc:chgData name="Xin Luo" userId="82312ee5779919a4" providerId="LiveId" clId="{03D8BE82-102E-5842-96D4-AE390DAA9372}" dt="2024-04-20T09:40:07.990" v="7215" actId="2696"/>
        <pc:sldMkLst>
          <pc:docMk/>
          <pc:sldMk cId="3203813031" sldId="2754"/>
        </pc:sldMkLst>
      </pc:sldChg>
      <pc:sldChg chg="del">
        <pc:chgData name="Xin Luo" userId="82312ee5779919a4" providerId="LiveId" clId="{03D8BE82-102E-5842-96D4-AE390DAA9372}" dt="2024-04-20T09:40:07.981" v="7213" actId="2696"/>
        <pc:sldMkLst>
          <pc:docMk/>
          <pc:sldMk cId="2856540524" sldId="2755"/>
        </pc:sldMkLst>
      </pc:sldChg>
      <pc:sldChg chg="del">
        <pc:chgData name="Xin Luo" userId="82312ee5779919a4" providerId="LiveId" clId="{03D8BE82-102E-5842-96D4-AE390DAA9372}" dt="2024-04-20T09:40:07.998" v="7216" actId="2696"/>
        <pc:sldMkLst>
          <pc:docMk/>
          <pc:sldMk cId="423236720" sldId="2756"/>
        </pc:sldMkLst>
      </pc:sldChg>
      <pc:sldChg chg="modSp add mod">
        <pc:chgData name="Xin Luo" userId="82312ee5779919a4" providerId="LiveId" clId="{03D8BE82-102E-5842-96D4-AE390DAA9372}" dt="2024-04-17T14:37:31.166" v="101" actId="20577"/>
        <pc:sldMkLst>
          <pc:docMk/>
          <pc:sldMk cId="3594082873" sldId="2757"/>
        </pc:sldMkLst>
        <pc:spChg chg="mod">
          <ac:chgData name="Xin Luo" userId="82312ee5779919a4" providerId="LiveId" clId="{03D8BE82-102E-5842-96D4-AE390DAA9372}" dt="2024-04-17T14:37:31.166" v="101" actId="20577"/>
          <ac:spMkLst>
            <pc:docMk/>
            <pc:sldMk cId="3594082873" sldId="2757"/>
            <ac:spMk id="24" creationId="{00000000-0000-0000-0000-000000000000}"/>
          </ac:spMkLst>
        </pc:spChg>
      </pc:sldChg>
      <pc:sldChg chg="add del setBg">
        <pc:chgData name="Xin Luo" userId="82312ee5779919a4" providerId="LiveId" clId="{03D8BE82-102E-5842-96D4-AE390DAA9372}" dt="2024-04-17T14:37:16.288" v="70"/>
        <pc:sldMkLst>
          <pc:docMk/>
          <pc:sldMk cId="3674459774" sldId="2757"/>
        </pc:sldMkLst>
      </pc:sldChg>
      <pc:sldChg chg="add del">
        <pc:chgData name="Xin Luo" userId="82312ee5779919a4" providerId="LiveId" clId="{03D8BE82-102E-5842-96D4-AE390DAA9372}" dt="2024-04-20T03:54:07.994" v="1998" actId="2696"/>
        <pc:sldMkLst>
          <pc:docMk/>
          <pc:sldMk cId="1187686111" sldId="2758"/>
        </pc:sldMkLst>
      </pc:sldChg>
      <pc:sldChg chg="addSp delSp modSp add mod">
        <pc:chgData name="Xin Luo" userId="82312ee5779919a4" providerId="LiveId" clId="{03D8BE82-102E-5842-96D4-AE390DAA9372}" dt="2024-04-20T10:36:11.167" v="8064" actId="20577"/>
        <pc:sldMkLst>
          <pc:docMk/>
          <pc:sldMk cId="1435648802" sldId="2759"/>
        </pc:sldMkLst>
        <pc:spChg chg="mod">
          <ac:chgData name="Xin Luo" userId="82312ee5779919a4" providerId="LiveId" clId="{03D8BE82-102E-5842-96D4-AE390DAA9372}" dt="2024-04-17T15:26:27.263" v="859" actId="1076"/>
          <ac:spMkLst>
            <pc:docMk/>
            <pc:sldMk cId="1435648802" sldId="2759"/>
            <ac:spMk id="2" creationId="{631AADB6-C88A-D817-4683-FC087E4E240F}"/>
          </ac:spMkLst>
        </pc:spChg>
        <pc:spChg chg="mod">
          <ac:chgData name="Xin Luo" userId="82312ee5779919a4" providerId="LiveId" clId="{03D8BE82-102E-5842-96D4-AE390DAA9372}" dt="2024-04-20T10:36:11.167" v="8064" actId="20577"/>
          <ac:spMkLst>
            <pc:docMk/>
            <pc:sldMk cId="1435648802" sldId="2759"/>
            <ac:spMk id="3" creationId="{00000000-0000-0000-0000-000000000000}"/>
          </ac:spMkLst>
        </pc:spChg>
        <pc:spChg chg="add del mod">
          <ac:chgData name="Xin Luo" userId="82312ee5779919a4" providerId="LiveId" clId="{03D8BE82-102E-5842-96D4-AE390DAA9372}" dt="2024-04-17T15:26:01.534" v="834" actId="478"/>
          <ac:spMkLst>
            <pc:docMk/>
            <pc:sldMk cId="1435648802" sldId="2759"/>
            <ac:spMk id="4" creationId="{C8E579D5-5B64-1546-AEC5-2808272E98F5}"/>
          </ac:spMkLst>
        </pc:spChg>
        <pc:spChg chg="add mod">
          <ac:chgData name="Xin Luo" userId="82312ee5779919a4" providerId="LiveId" clId="{03D8BE82-102E-5842-96D4-AE390DAA9372}" dt="2024-04-20T03:53:12.084" v="1992" actId="255"/>
          <ac:spMkLst>
            <pc:docMk/>
            <pc:sldMk cId="1435648802" sldId="2759"/>
            <ac:spMk id="6" creationId="{962B23DE-665D-892B-931F-1A01E28F4BA2}"/>
          </ac:spMkLst>
        </pc:spChg>
        <pc:spChg chg="add mod">
          <ac:chgData name="Xin Luo" userId="82312ee5779919a4" providerId="LiveId" clId="{03D8BE82-102E-5842-96D4-AE390DAA9372}" dt="2024-04-20T03:53:21.511" v="1994" actId="1076"/>
          <ac:spMkLst>
            <pc:docMk/>
            <pc:sldMk cId="1435648802" sldId="2759"/>
            <ac:spMk id="7" creationId="{3DC73F52-8630-3936-0F04-2680DDF7D3C8}"/>
          </ac:spMkLst>
        </pc:spChg>
        <pc:picChg chg="add mod">
          <ac:chgData name="Xin Luo" userId="82312ee5779919a4" providerId="LiveId" clId="{03D8BE82-102E-5842-96D4-AE390DAA9372}" dt="2024-04-20T03:53:30.130" v="1997" actId="1076"/>
          <ac:picMkLst>
            <pc:docMk/>
            <pc:sldMk cId="1435648802" sldId="2759"/>
            <ac:picMk id="4" creationId="{F38BA0B6-8311-D710-C786-3602D26C25B6}"/>
          </ac:picMkLst>
        </pc:picChg>
        <pc:picChg chg="del mod">
          <ac:chgData name="Xin Luo" userId="82312ee5779919a4" providerId="LiveId" clId="{03D8BE82-102E-5842-96D4-AE390DAA9372}" dt="2024-04-17T15:35:35.599" v="1681" actId="478"/>
          <ac:picMkLst>
            <pc:docMk/>
            <pc:sldMk cId="1435648802" sldId="2759"/>
            <ac:picMk id="5" creationId="{9368162D-30D8-AEDE-1FB0-65FF53458102}"/>
          </ac:picMkLst>
        </pc:picChg>
      </pc:sldChg>
      <pc:sldChg chg="addSp delSp modSp add mod">
        <pc:chgData name="Xin Luo" userId="82312ee5779919a4" providerId="LiveId" clId="{03D8BE82-102E-5842-96D4-AE390DAA9372}" dt="2024-04-20T10:36:17.786" v="8065"/>
        <pc:sldMkLst>
          <pc:docMk/>
          <pc:sldMk cId="1666585532" sldId="2760"/>
        </pc:sldMkLst>
        <pc:spChg chg="mod">
          <ac:chgData name="Xin Luo" userId="82312ee5779919a4" providerId="LiveId" clId="{03D8BE82-102E-5842-96D4-AE390DAA9372}" dt="2024-04-20T10:36:17.786" v="8065"/>
          <ac:spMkLst>
            <pc:docMk/>
            <pc:sldMk cId="1666585532" sldId="2760"/>
            <ac:spMk id="3" creationId="{00000000-0000-0000-0000-000000000000}"/>
          </ac:spMkLst>
        </pc:spChg>
        <pc:spChg chg="add mod">
          <ac:chgData name="Xin Luo" userId="82312ee5779919a4" providerId="LiveId" clId="{03D8BE82-102E-5842-96D4-AE390DAA9372}" dt="2024-04-20T03:52:18.975" v="1975" actId="14100"/>
          <ac:spMkLst>
            <pc:docMk/>
            <pc:sldMk cId="1666585532" sldId="2760"/>
            <ac:spMk id="6" creationId="{88165BBC-4B6C-D110-B323-A083CEFFC0D0}"/>
          </ac:spMkLst>
        </pc:spChg>
        <pc:spChg chg="mod">
          <ac:chgData name="Xin Luo" userId="82312ee5779919a4" providerId="LiveId" clId="{03D8BE82-102E-5842-96D4-AE390DAA9372}" dt="2024-04-20T03:52:28.719" v="1978" actId="255"/>
          <ac:spMkLst>
            <pc:docMk/>
            <pc:sldMk cId="1666585532" sldId="2760"/>
            <ac:spMk id="7" creationId="{3DC73F52-8630-3936-0F04-2680DDF7D3C8}"/>
          </ac:spMkLst>
        </pc:spChg>
        <pc:picChg chg="add del mod">
          <ac:chgData name="Xin Luo" userId="82312ee5779919a4" providerId="LiveId" clId="{03D8BE82-102E-5842-96D4-AE390DAA9372}" dt="2024-04-20T03:42:55.889" v="1740" actId="478"/>
          <ac:picMkLst>
            <pc:docMk/>
            <pc:sldMk cId="1666585532" sldId="2760"/>
            <ac:picMk id="4" creationId="{6BFD6240-B7C4-71A1-DA17-1E942CB8DCBB}"/>
          </ac:picMkLst>
        </pc:picChg>
        <pc:picChg chg="add mod">
          <ac:chgData name="Xin Luo" userId="82312ee5779919a4" providerId="LiveId" clId="{03D8BE82-102E-5842-96D4-AE390DAA9372}" dt="2024-04-20T03:52:11.250" v="1972" actId="1076"/>
          <ac:picMkLst>
            <pc:docMk/>
            <pc:sldMk cId="1666585532" sldId="2760"/>
            <ac:picMk id="1026" creationId="{E2A70009-91D7-A696-27E7-E046F21F93E0}"/>
          </ac:picMkLst>
        </pc:picChg>
      </pc:sldChg>
      <pc:sldChg chg="modSp add mod">
        <pc:chgData name="Xin Luo" userId="82312ee5779919a4" providerId="LiveId" clId="{03D8BE82-102E-5842-96D4-AE390DAA9372}" dt="2024-04-20T10:36:23.695" v="8069" actId="20577"/>
        <pc:sldMkLst>
          <pc:docMk/>
          <pc:sldMk cId="4141385002" sldId="2761"/>
        </pc:sldMkLst>
        <pc:spChg chg="mod">
          <ac:chgData name="Xin Luo" userId="82312ee5779919a4" providerId="LiveId" clId="{03D8BE82-102E-5842-96D4-AE390DAA9372}" dt="2024-04-20T10:36:23.695" v="8069" actId="20577"/>
          <ac:spMkLst>
            <pc:docMk/>
            <pc:sldMk cId="4141385002" sldId="2761"/>
            <ac:spMk id="7" creationId="{00000000-0000-0000-0000-000000000000}"/>
          </ac:spMkLst>
        </pc:spChg>
      </pc:sldChg>
      <pc:sldChg chg="addSp delSp modSp add mod modNotesTx">
        <pc:chgData name="Xin Luo" userId="82312ee5779919a4" providerId="LiveId" clId="{03D8BE82-102E-5842-96D4-AE390DAA9372}" dt="2024-04-20T10:36:36.092" v="8082"/>
        <pc:sldMkLst>
          <pc:docMk/>
          <pc:sldMk cId="494802392" sldId="2762"/>
        </pc:sldMkLst>
        <pc:spChg chg="del">
          <ac:chgData name="Xin Luo" userId="82312ee5779919a4" providerId="LiveId" clId="{03D8BE82-102E-5842-96D4-AE390DAA9372}" dt="2024-04-20T04:05:24.049" v="2113" actId="478"/>
          <ac:spMkLst>
            <pc:docMk/>
            <pc:sldMk cId="494802392" sldId="2762"/>
            <ac:spMk id="2" creationId="{631AADB6-C88A-D817-4683-FC087E4E240F}"/>
          </ac:spMkLst>
        </pc:spChg>
        <pc:spChg chg="mod">
          <ac:chgData name="Xin Luo" userId="82312ee5779919a4" providerId="LiveId" clId="{03D8BE82-102E-5842-96D4-AE390DAA9372}" dt="2024-04-20T10:36:36.092" v="8082"/>
          <ac:spMkLst>
            <pc:docMk/>
            <pc:sldMk cId="494802392" sldId="2762"/>
            <ac:spMk id="3" creationId="{00000000-0000-0000-0000-000000000000}"/>
          </ac:spMkLst>
        </pc:spChg>
        <pc:spChg chg="add del mod">
          <ac:chgData name="Xin Luo" userId="82312ee5779919a4" providerId="LiveId" clId="{03D8BE82-102E-5842-96D4-AE390DAA9372}" dt="2024-04-20T04:13:07.630" v="2361"/>
          <ac:spMkLst>
            <pc:docMk/>
            <pc:sldMk cId="494802392" sldId="2762"/>
            <ac:spMk id="4" creationId="{00F852D3-C55A-4435-2706-9E9F1D5B8832}"/>
          </ac:spMkLst>
        </pc:spChg>
        <pc:spChg chg="add del mod">
          <ac:chgData name="Xin Luo" userId="82312ee5779919a4" providerId="LiveId" clId="{03D8BE82-102E-5842-96D4-AE390DAA9372}" dt="2024-04-20T05:03:41.788" v="3440" actId="478"/>
          <ac:spMkLst>
            <pc:docMk/>
            <pc:sldMk cId="494802392" sldId="2762"/>
            <ac:spMk id="5" creationId="{391F20A3-5027-A054-610D-0134293D29EB}"/>
          </ac:spMkLst>
        </pc:spChg>
        <pc:spChg chg="del">
          <ac:chgData name="Xin Luo" userId="82312ee5779919a4" providerId="LiveId" clId="{03D8BE82-102E-5842-96D4-AE390DAA9372}" dt="2024-04-20T04:05:10.880" v="2101" actId="478"/>
          <ac:spMkLst>
            <pc:docMk/>
            <pc:sldMk cId="494802392" sldId="2762"/>
            <ac:spMk id="6" creationId="{88165BBC-4B6C-D110-B323-A083CEFFC0D0}"/>
          </ac:spMkLst>
        </pc:spChg>
        <pc:spChg chg="mod">
          <ac:chgData name="Xin Luo" userId="82312ee5779919a4" providerId="LiveId" clId="{03D8BE82-102E-5842-96D4-AE390DAA9372}" dt="2024-04-20T05:51:17.627" v="5248" actId="403"/>
          <ac:spMkLst>
            <pc:docMk/>
            <pc:sldMk cId="494802392" sldId="2762"/>
            <ac:spMk id="7" creationId="{3DC73F52-8630-3936-0F04-2680DDF7D3C8}"/>
          </ac:spMkLst>
        </pc:spChg>
        <pc:spChg chg="add del mod">
          <ac:chgData name="Xin Luo" userId="82312ee5779919a4" providerId="LiveId" clId="{03D8BE82-102E-5842-96D4-AE390DAA9372}" dt="2024-04-20T04:13:39.062" v="2370" actId="478"/>
          <ac:spMkLst>
            <pc:docMk/>
            <pc:sldMk cId="494802392" sldId="2762"/>
            <ac:spMk id="8" creationId="{F70A92D2-62DD-20D1-59DE-D20D781170DA}"/>
          </ac:spMkLst>
        </pc:spChg>
        <pc:picChg chg="del">
          <ac:chgData name="Xin Luo" userId="82312ee5779919a4" providerId="LiveId" clId="{03D8BE82-102E-5842-96D4-AE390DAA9372}" dt="2024-04-20T04:05:09.093" v="2100" actId="478"/>
          <ac:picMkLst>
            <pc:docMk/>
            <pc:sldMk cId="494802392" sldId="2762"/>
            <ac:picMk id="1026" creationId="{E2A70009-91D7-A696-27E7-E046F21F93E0}"/>
          </ac:picMkLst>
        </pc:picChg>
        <pc:picChg chg="add del mod">
          <ac:chgData name="Xin Luo" userId="82312ee5779919a4" providerId="LiveId" clId="{03D8BE82-102E-5842-96D4-AE390DAA9372}" dt="2024-04-20T04:13:45.508" v="2372" actId="478"/>
          <ac:picMkLst>
            <pc:docMk/>
            <pc:sldMk cId="494802392" sldId="2762"/>
            <ac:picMk id="3074" creationId="{A93D9339-5B78-DC62-8182-2422701133CC}"/>
          </ac:picMkLst>
        </pc:picChg>
      </pc:sldChg>
      <pc:sldChg chg="modSp add mod">
        <pc:chgData name="Xin Luo" userId="82312ee5779919a4" providerId="LiveId" clId="{03D8BE82-102E-5842-96D4-AE390DAA9372}" dt="2024-04-20T10:36:47.214" v="8088" actId="20577"/>
        <pc:sldMkLst>
          <pc:docMk/>
          <pc:sldMk cId="474826622" sldId="2763"/>
        </pc:sldMkLst>
        <pc:spChg chg="mod">
          <ac:chgData name="Xin Luo" userId="82312ee5779919a4" providerId="LiveId" clId="{03D8BE82-102E-5842-96D4-AE390DAA9372}" dt="2024-04-20T10:36:47.214" v="8088" actId="20577"/>
          <ac:spMkLst>
            <pc:docMk/>
            <pc:sldMk cId="474826622" sldId="2763"/>
            <ac:spMk id="7" creationId="{00000000-0000-0000-0000-000000000000}"/>
          </ac:spMkLst>
        </pc:spChg>
      </pc:sldChg>
      <pc:sldChg chg="addSp modSp add mod">
        <pc:chgData name="Xin Luo" userId="82312ee5779919a4" providerId="LiveId" clId="{03D8BE82-102E-5842-96D4-AE390DAA9372}" dt="2024-04-20T10:37:00.886" v="8108"/>
        <pc:sldMkLst>
          <pc:docMk/>
          <pc:sldMk cId="3863585509" sldId="2764"/>
        </pc:sldMkLst>
        <pc:spChg chg="mod">
          <ac:chgData name="Xin Luo" userId="82312ee5779919a4" providerId="LiveId" clId="{03D8BE82-102E-5842-96D4-AE390DAA9372}" dt="2024-04-20T10:37:00.886" v="8108"/>
          <ac:spMkLst>
            <pc:docMk/>
            <pc:sldMk cId="3863585509" sldId="2764"/>
            <ac:spMk id="3" creationId="{00000000-0000-0000-0000-000000000000}"/>
          </ac:spMkLst>
        </pc:spChg>
        <pc:spChg chg="mod">
          <ac:chgData name="Xin Luo" userId="82312ee5779919a4" providerId="LiveId" clId="{03D8BE82-102E-5842-96D4-AE390DAA9372}" dt="2024-04-20T08:45:45.920" v="6865" actId="14100"/>
          <ac:spMkLst>
            <pc:docMk/>
            <pc:sldMk cId="3863585509" sldId="2764"/>
            <ac:spMk id="7" creationId="{3DC73F52-8630-3936-0F04-2680DDF7D3C8}"/>
          </ac:spMkLst>
        </pc:spChg>
        <pc:picChg chg="add mod">
          <ac:chgData name="Xin Luo" userId="82312ee5779919a4" providerId="LiveId" clId="{03D8BE82-102E-5842-96D4-AE390DAA9372}" dt="2024-04-20T08:45:50.583" v="6867" actId="14100"/>
          <ac:picMkLst>
            <pc:docMk/>
            <pc:sldMk cId="3863585509" sldId="2764"/>
            <ac:picMk id="4" creationId="{8448FBC6-0309-9521-7678-5CC1BA45D353}"/>
          </ac:picMkLst>
        </pc:picChg>
      </pc:sldChg>
      <pc:sldChg chg="addSp delSp modSp add mod ord">
        <pc:chgData name="Xin Luo" userId="82312ee5779919a4" providerId="LiveId" clId="{03D8BE82-102E-5842-96D4-AE390DAA9372}" dt="2024-04-20T10:36:30.054" v="8081" actId="20577"/>
        <pc:sldMkLst>
          <pc:docMk/>
          <pc:sldMk cId="4055009631" sldId="2765"/>
        </pc:sldMkLst>
        <pc:spChg chg="mod">
          <ac:chgData name="Xin Luo" userId="82312ee5779919a4" providerId="LiveId" clId="{03D8BE82-102E-5842-96D4-AE390DAA9372}" dt="2024-04-20T10:36:30.054" v="8081" actId="20577"/>
          <ac:spMkLst>
            <pc:docMk/>
            <pc:sldMk cId="4055009631" sldId="2765"/>
            <ac:spMk id="3" creationId="{00000000-0000-0000-0000-000000000000}"/>
          </ac:spMkLst>
        </pc:spChg>
        <pc:spChg chg="mod">
          <ac:chgData name="Xin Luo" userId="82312ee5779919a4" providerId="LiveId" clId="{03D8BE82-102E-5842-96D4-AE390DAA9372}" dt="2024-04-20T05:51:07.371" v="5246" actId="403"/>
          <ac:spMkLst>
            <pc:docMk/>
            <pc:sldMk cId="4055009631" sldId="2765"/>
            <ac:spMk id="7" creationId="{3DC73F52-8630-3936-0F04-2680DDF7D3C8}"/>
          </ac:spMkLst>
        </pc:spChg>
        <pc:picChg chg="add del mod">
          <ac:chgData name="Xin Luo" userId="82312ee5779919a4" providerId="LiveId" clId="{03D8BE82-102E-5842-96D4-AE390DAA9372}" dt="2024-04-20T05:43:55.540" v="4852" actId="478"/>
          <ac:picMkLst>
            <pc:docMk/>
            <pc:sldMk cId="4055009631" sldId="2765"/>
            <ac:picMk id="4" creationId="{9FEF0797-8ADD-A61D-44E7-F60784A7B64E}"/>
          </ac:picMkLst>
        </pc:picChg>
        <pc:picChg chg="add mod">
          <ac:chgData name="Xin Luo" userId="82312ee5779919a4" providerId="LiveId" clId="{03D8BE82-102E-5842-96D4-AE390DAA9372}" dt="2024-04-20T05:50:54.619" v="5244" actId="14100"/>
          <ac:picMkLst>
            <pc:docMk/>
            <pc:sldMk cId="4055009631" sldId="2765"/>
            <ac:picMk id="6" creationId="{B0E7E43C-293E-F898-21C5-4AFE31CA8F11}"/>
          </ac:picMkLst>
        </pc:picChg>
      </pc:sldChg>
      <pc:sldChg chg="addSp delSp modSp add mod modNotesTx">
        <pc:chgData name="Xin Luo" userId="82312ee5779919a4" providerId="LiveId" clId="{03D8BE82-102E-5842-96D4-AE390DAA9372}" dt="2024-04-20T10:36:42.029" v="8083"/>
        <pc:sldMkLst>
          <pc:docMk/>
          <pc:sldMk cId="2576220137" sldId="2766"/>
        </pc:sldMkLst>
        <pc:spChg chg="mod">
          <ac:chgData name="Xin Luo" userId="82312ee5779919a4" providerId="LiveId" clId="{03D8BE82-102E-5842-96D4-AE390DAA9372}" dt="2024-04-20T10:36:42.029" v="8083"/>
          <ac:spMkLst>
            <pc:docMk/>
            <pc:sldMk cId="2576220137" sldId="2766"/>
            <ac:spMk id="3" creationId="{00000000-0000-0000-0000-000000000000}"/>
          </ac:spMkLst>
        </pc:spChg>
        <pc:spChg chg="mod">
          <ac:chgData name="Xin Luo" userId="82312ee5779919a4" providerId="LiveId" clId="{03D8BE82-102E-5842-96D4-AE390DAA9372}" dt="2024-04-20T06:05:15.497" v="5443"/>
          <ac:spMkLst>
            <pc:docMk/>
            <pc:sldMk cId="2576220137" sldId="2766"/>
            <ac:spMk id="6" creationId="{7CC583DC-27CF-2628-8425-2BFBD8D24032}"/>
          </ac:spMkLst>
        </pc:spChg>
        <pc:spChg chg="mod">
          <ac:chgData name="Xin Luo" userId="82312ee5779919a4" providerId="LiveId" clId="{03D8BE82-102E-5842-96D4-AE390DAA9372}" dt="2024-04-20T06:07:22.104" v="5473" actId="14100"/>
          <ac:spMkLst>
            <pc:docMk/>
            <pc:sldMk cId="2576220137" sldId="2766"/>
            <ac:spMk id="7" creationId="{3DC73F52-8630-3936-0F04-2680DDF7D3C8}"/>
          </ac:spMkLst>
        </pc:spChg>
        <pc:spChg chg="mod">
          <ac:chgData name="Xin Luo" userId="82312ee5779919a4" providerId="LiveId" clId="{03D8BE82-102E-5842-96D4-AE390DAA9372}" dt="2024-04-20T06:05:15.497" v="5443"/>
          <ac:spMkLst>
            <pc:docMk/>
            <pc:sldMk cId="2576220137" sldId="2766"/>
            <ac:spMk id="10" creationId="{275BA661-CE1A-C831-D58F-DC86728B736A}"/>
          </ac:spMkLst>
        </pc:spChg>
        <pc:spChg chg="mod">
          <ac:chgData name="Xin Luo" userId="82312ee5779919a4" providerId="LiveId" clId="{03D8BE82-102E-5842-96D4-AE390DAA9372}" dt="2024-04-20T06:05:15.497" v="5443"/>
          <ac:spMkLst>
            <pc:docMk/>
            <pc:sldMk cId="2576220137" sldId="2766"/>
            <ac:spMk id="13" creationId="{69FDA1A6-F072-5A6D-11EC-D44983009081}"/>
          </ac:spMkLst>
        </pc:spChg>
        <pc:spChg chg="mod">
          <ac:chgData name="Xin Luo" userId="82312ee5779919a4" providerId="LiveId" clId="{03D8BE82-102E-5842-96D4-AE390DAA9372}" dt="2024-04-20T06:05:15.497" v="5443"/>
          <ac:spMkLst>
            <pc:docMk/>
            <pc:sldMk cId="2576220137" sldId="2766"/>
            <ac:spMk id="16" creationId="{A7B23D92-5318-93BB-DD30-9EF455846D86}"/>
          </ac:spMkLst>
        </pc:spChg>
        <pc:spChg chg="mod">
          <ac:chgData name="Xin Luo" userId="82312ee5779919a4" providerId="LiveId" clId="{03D8BE82-102E-5842-96D4-AE390DAA9372}" dt="2024-04-20T06:05:15.497" v="5443"/>
          <ac:spMkLst>
            <pc:docMk/>
            <pc:sldMk cId="2576220137" sldId="2766"/>
            <ac:spMk id="18" creationId="{2F61B8D1-E685-0C22-9788-A19ED9F299EC}"/>
          </ac:spMkLst>
        </pc:spChg>
        <pc:spChg chg="mod">
          <ac:chgData name="Xin Luo" userId="82312ee5779919a4" providerId="LiveId" clId="{03D8BE82-102E-5842-96D4-AE390DAA9372}" dt="2024-04-20T06:05:15.497" v="5443"/>
          <ac:spMkLst>
            <pc:docMk/>
            <pc:sldMk cId="2576220137" sldId="2766"/>
            <ac:spMk id="20" creationId="{49204F76-2A32-03B4-0984-6BCDC18D8384}"/>
          </ac:spMkLst>
        </pc:spChg>
        <pc:spChg chg="add mod">
          <ac:chgData name="Xin Luo" userId="82312ee5779919a4" providerId="LiveId" clId="{03D8BE82-102E-5842-96D4-AE390DAA9372}" dt="2024-04-20T06:07:49.402" v="5493" actId="113"/>
          <ac:spMkLst>
            <pc:docMk/>
            <pc:sldMk cId="2576220137" sldId="2766"/>
            <ac:spMk id="22" creationId="{C8AE29E5-016E-3D39-65E9-F950BA236AF7}"/>
          </ac:spMkLst>
        </pc:spChg>
        <pc:grpChg chg="add mod">
          <ac:chgData name="Xin Luo" userId="82312ee5779919a4" providerId="LiveId" clId="{03D8BE82-102E-5842-96D4-AE390DAA9372}" dt="2024-04-20T06:07:24.289" v="5474" actId="1076"/>
          <ac:grpSpMkLst>
            <pc:docMk/>
            <pc:sldMk cId="2576220137" sldId="2766"/>
            <ac:grpSpMk id="5" creationId="{CF7788B2-BD8B-AD79-E75D-33596031297D}"/>
          </ac:grpSpMkLst>
        </pc:grpChg>
        <pc:grpChg chg="add mod">
          <ac:chgData name="Xin Luo" userId="82312ee5779919a4" providerId="LiveId" clId="{03D8BE82-102E-5842-96D4-AE390DAA9372}" dt="2024-04-20T06:07:26.638" v="5475" actId="1076"/>
          <ac:grpSpMkLst>
            <pc:docMk/>
            <pc:sldMk cId="2576220137" sldId="2766"/>
            <ac:grpSpMk id="14" creationId="{E3F4E922-AEAB-6C6A-61F0-F869A3EA56B2}"/>
          </ac:grpSpMkLst>
        </pc:grpChg>
        <pc:picChg chg="add del mod modCrop">
          <ac:chgData name="Xin Luo" userId="82312ee5779919a4" providerId="LiveId" clId="{03D8BE82-102E-5842-96D4-AE390DAA9372}" dt="2024-04-20T06:05:14.878" v="5442" actId="478"/>
          <ac:picMkLst>
            <pc:docMk/>
            <pc:sldMk cId="2576220137" sldId="2766"/>
            <ac:picMk id="4" creationId="{71CA1A8A-01FB-3274-03E9-EC3D07EC9177}"/>
          </ac:picMkLst>
        </pc:picChg>
        <pc:cxnChg chg="mod">
          <ac:chgData name="Xin Luo" userId="82312ee5779919a4" providerId="LiveId" clId="{03D8BE82-102E-5842-96D4-AE390DAA9372}" dt="2024-04-20T06:05:15.497" v="5443"/>
          <ac:cxnSpMkLst>
            <pc:docMk/>
            <pc:sldMk cId="2576220137" sldId="2766"/>
            <ac:cxnSpMk id="8" creationId="{AE5B8511-6510-1A89-3485-7FC27C0E7DA9}"/>
          </ac:cxnSpMkLst>
        </pc:cxnChg>
        <pc:cxnChg chg="mod">
          <ac:chgData name="Xin Luo" userId="82312ee5779919a4" providerId="LiveId" clId="{03D8BE82-102E-5842-96D4-AE390DAA9372}" dt="2024-04-20T06:05:15.497" v="5443"/>
          <ac:cxnSpMkLst>
            <pc:docMk/>
            <pc:sldMk cId="2576220137" sldId="2766"/>
            <ac:cxnSpMk id="9" creationId="{46CC3551-E177-B317-527C-53AA8A822065}"/>
          </ac:cxnSpMkLst>
        </pc:cxnChg>
        <pc:cxnChg chg="mod">
          <ac:chgData name="Xin Luo" userId="82312ee5779919a4" providerId="LiveId" clId="{03D8BE82-102E-5842-96D4-AE390DAA9372}" dt="2024-04-20T06:05:15.497" v="5443"/>
          <ac:cxnSpMkLst>
            <pc:docMk/>
            <pc:sldMk cId="2576220137" sldId="2766"/>
            <ac:cxnSpMk id="11" creationId="{90792337-4E66-2045-F3B6-ED7DBE4C18BA}"/>
          </ac:cxnSpMkLst>
        </pc:cxnChg>
        <pc:cxnChg chg="mod">
          <ac:chgData name="Xin Luo" userId="82312ee5779919a4" providerId="LiveId" clId="{03D8BE82-102E-5842-96D4-AE390DAA9372}" dt="2024-04-20T06:05:15.497" v="5443"/>
          <ac:cxnSpMkLst>
            <pc:docMk/>
            <pc:sldMk cId="2576220137" sldId="2766"/>
            <ac:cxnSpMk id="12" creationId="{88906FF0-109C-3534-075A-D257256E590C}"/>
          </ac:cxnSpMkLst>
        </pc:cxnChg>
        <pc:cxnChg chg="mod">
          <ac:chgData name="Xin Luo" userId="82312ee5779919a4" providerId="LiveId" clId="{03D8BE82-102E-5842-96D4-AE390DAA9372}" dt="2024-04-20T06:05:15.497" v="5443"/>
          <ac:cxnSpMkLst>
            <pc:docMk/>
            <pc:sldMk cId="2576220137" sldId="2766"/>
            <ac:cxnSpMk id="15" creationId="{A6B335EC-29BA-EC4C-E723-F4D7571A16AC}"/>
          </ac:cxnSpMkLst>
        </pc:cxnChg>
        <pc:cxnChg chg="mod">
          <ac:chgData name="Xin Luo" userId="82312ee5779919a4" providerId="LiveId" clId="{03D8BE82-102E-5842-96D4-AE390DAA9372}" dt="2024-04-20T06:05:15.497" v="5443"/>
          <ac:cxnSpMkLst>
            <pc:docMk/>
            <pc:sldMk cId="2576220137" sldId="2766"/>
            <ac:cxnSpMk id="17" creationId="{411DABFD-2ED5-04EC-F637-2FCEBFC1359C}"/>
          </ac:cxnSpMkLst>
        </pc:cxnChg>
        <pc:cxnChg chg="mod">
          <ac:chgData name="Xin Luo" userId="82312ee5779919a4" providerId="LiveId" clId="{03D8BE82-102E-5842-96D4-AE390DAA9372}" dt="2024-04-20T06:05:15.497" v="5443"/>
          <ac:cxnSpMkLst>
            <pc:docMk/>
            <pc:sldMk cId="2576220137" sldId="2766"/>
            <ac:cxnSpMk id="19" creationId="{8FEED9C7-0F99-416B-284B-0CE38B36C03D}"/>
          </ac:cxnSpMkLst>
        </pc:cxnChg>
      </pc:sldChg>
      <pc:sldChg chg="delSp modSp add del mod">
        <pc:chgData name="Xin Luo" userId="82312ee5779919a4" providerId="LiveId" clId="{03D8BE82-102E-5842-96D4-AE390DAA9372}" dt="2024-04-20T05:46:45.199" v="5130" actId="2696"/>
        <pc:sldMkLst>
          <pc:docMk/>
          <pc:sldMk cId="3093686517" sldId="2767"/>
        </pc:sldMkLst>
        <pc:spChg chg="mod">
          <ac:chgData name="Xin Luo" userId="82312ee5779919a4" providerId="LiveId" clId="{03D8BE82-102E-5842-96D4-AE390DAA9372}" dt="2024-04-20T05:40:56.879" v="4848" actId="20577"/>
          <ac:spMkLst>
            <pc:docMk/>
            <pc:sldMk cId="3093686517" sldId="2767"/>
            <ac:spMk id="7" creationId="{3DC73F52-8630-3936-0F04-2680DDF7D3C8}"/>
          </ac:spMkLst>
        </pc:spChg>
        <pc:picChg chg="del">
          <ac:chgData name="Xin Luo" userId="82312ee5779919a4" providerId="LiveId" clId="{03D8BE82-102E-5842-96D4-AE390DAA9372}" dt="2024-04-20T05:40:54.739" v="4847" actId="478"/>
          <ac:picMkLst>
            <pc:docMk/>
            <pc:sldMk cId="3093686517" sldId="2767"/>
            <ac:picMk id="4" creationId="{9FEF0797-8ADD-A61D-44E7-F60784A7B64E}"/>
          </ac:picMkLst>
        </pc:picChg>
      </pc:sldChg>
      <pc:sldChg chg="modSp add mod">
        <pc:chgData name="Xin Luo" userId="82312ee5779919a4" providerId="LiveId" clId="{03D8BE82-102E-5842-96D4-AE390DAA9372}" dt="2024-04-20T10:37:04.130" v="8109"/>
        <pc:sldMkLst>
          <pc:docMk/>
          <pc:sldMk cId="3890180169" sldId="2767"/>
        </pc:sldMkLst>
        <pc:spChg chg="mod">
          <ac:chgData name="Xin Luo" userId="82312ee5779919a4" providerId="LiveId" clId="{03D8BE82-102E-5842-96D4-AE390DAA9372}" dt="2024-04-20T10:37:04.130" v="8109"/>
          <ac:spMkLst>
            <pc:docMk/>
            <pc:sldMk cId="3890180169" sldId="2767"/>
            <ac:spMk id="3" creationId="{00000000-0000-0000-0000-000000000000}"/>
          </ac:spMkLst>
        </pc:spChg>
        <pc:spChg chg="mod">
          <ac:chgData name="Xin Luo" userId="82312ee5779919a4" providerId="LiveId" clId="{03D8BE82-102E-5842-96D4-AE390DAA9372}" dt="2024-04-20T08:46:03.948" v="6868" actId="2710"/>
          <ac:spMkLst>
            <pc:docMk/>
            <pc:sldMk cId="3890180169" sldId="2767"/>
            <ac:spMk id="7" creationId="{3DC73F52-8630-3936-0F04-2680DDF7D3C8}"/>
          </ac:spMkLst>
        </pc:spChg>
      </pc:sldChg>
      <pc:sldChg chg="addSp delSp modSp add del mod">
        <pc:chgData name="Xin Luo" userId="82312ee5779919a4" providerId="LiveId" clId="{03D8BE82-102E-5842-96D4-AE390DAA9372}" dt="2024-04-20T06:07:54.146" v="5494" actId="2696"/>
        <pc:sldMkLst>
          <pc:docMk/>
          <pc:sldMk cId="2963606181" sldId="2768"/>
        </pc:sldMkLst>
        <pc:spChg chg="add del mod">
          <ac:chgData name="Xin Luo" userId="82312ee5779919a4" providerId="LiveId" clId="{03D8BE82-102E-5842-96D4-AE390DAA9372}" dt="2024-04-20T05:58:26.931" v="5287" actId="478"/>
          <ac:spMkLst>
            <pc:docMk/>
            <pc:sldMk cId="2963606181" sldId="2768"/>
            <ac:spMk id="2" creationId="{8A90DE05-9A36-DAF1-3421-D0C236869A10}"/>
          </ac:spMkLst>
        </pc:spChg>
        <pc:spChg chg="add del mod">
          <ac:chgData name="Xin Luo" userId="82312ee5779919a4" providerId="LiveId" clId="{03D8BE82-102E-5842-96D4-AE390DAA9372}" dt="2024-04-20T05:58:30.788" v="5288" actId="478"/>
          <ac:spMkLst>
            <pc:docMk/>
            <pc:sldMk cId="2963606181" sldId="2768"/>
            <ac:spMk id="5" creationId="{5BBE7F59-277A-6A94-EBE8-75A91F1F87BB}"/>
          </ac:spMkLst>
        </pc:spChg>
        <pc:spChg chg="add del mod">
          <ac:chgData name="Xin Luo" userId="82312ee5779919a4" providerId="LiveId" clId="{03D8BE82-102E-5842-96D4-AE390DAA9372}" dt="2024-04-20T05:59:20.553" v="5296" actId="478"/>
          <ac:spMkLst>
            <pc:docMk/>
            <pc:sldMk cId="2963606181" sldId="2768"/>
            <ac:spMk id="6" creationId="{59EB1FF8-8F81-1528-873E-CBC2356DEC9A}"/>
          </ac:spMkLst>
        </pc:spChg>
        <pc:spChg chg="del">
          <ac:chgData name="Xin Luo" userId="82312ee5779919a4" providerId="LiveId" clId="{03D8BE82-102E-5842-96D4-AE390DAA9372}" dt="2024-04-20T05:56:45.877" v="5259" actId="478"/>
          <ac:spMkLst>
            <pc:docMk/>
            <pc:sldMk cId="2963606181" sldId="2768"/>
            <ac:spMk id="7" creationId="{3DC73F52-8630-3936-0F04-2680DDF7D3C8}"/>
          </ac:spMkLst>
        </pc:spChg>
        <pc:spChg chg="add mod">
          <ac:chgData name="Xin Luo" userId="82312ee5779919a4" providerId="LiveId" clId="{03D8BE82-102E-5842-96D4-AE390DAA9372}" dt="2024-04-20T06:05:10.724" v="5441" actId="164"/>
          <ac:spMkLst>
            <pc:docMk/>
            <pc:sldMk cId="2963606181" sldId="2768"/>
            <ac:spMk id="10" creationId="{09CE2E7F-B3B8-2A69-770A-D3FC2F5497CD}"/>
          </ac:spMkLst>
        </pc:spChg>
        <pc:spChg chg="add mod">
          <ac:chgData name="Xin Luo" userId="82312ee5779919a4" providerId="LiveId" clId="{03D8BE82-102E-5842-96D4-AE390DAA9372}" dt="2024-04-20T06:05:10.724" v="5441" actId="164"/>
          <ac:spMkLst>
            <pc:docMk/>
            <pc:sldMk cId="2963606181" sldId="2768"/>
            <ac:spMk id="20" creationId="{2BCE25B3-A276-18CD-1D0F-A5C0D3626D2F}"/>
          </ac:spMkLst>
        </pc:spChg>
        <pc:spChg chg="add mod">
          <ac:chgData name="Xin Luo" userId="82312ee5779919a4" providerId="LiveId" clId="{03D8BE82-102E-5842-96D4-AE390DAA9372}" dt="2024-04-20T06:05:10.724" v="5441" actId="164"/>
          <ac:spMkLst>
            <pc:docMk/>
            <pc:sldMk cId="2963606181" sldId="2768"/>
            <ac:spMk id="23" creationId="{1BE9FC16-BFC6-D4FF-F8F7-D5E73C051993}"/>
          </ac:spMkLst>
        </pc:spChg>
        <pc:spChg chg="add mod">
          <ac:chgData name="Xin Luo" userId="82312ee5779919a4" providerId="LiveId" clId="{03D8BE82-102E-5842-96D4-AE390DAA9372}" dt="2024-04-20T06:05:02.874" v="5438" actId="164"/>
          <ac:spMkLst>
            <pc:docMk/>
            <pc:sldMk cId="2963606181" sldId="2768"/>
            <ac:spMk id="28" creationId="{EEB6AF00-E63D-0A93-10A8-91073E2CF586}"/>
          </ac:spMkLst>
        </pc:spChg>
        <pc:spChg chg="add mod">
          <ac:chgData name="Xin Luo" userId="82312ee5779919a4" providerId="LiveId" clId="{03D8BE82-102E-5842-96D4-AE390DAA9372}" dt="2024-04-20T06:05:02.874" v="5438" actId="164"/>
          <ac:spMkLst>
            <pc:docMk/>
            <pc:sldMk cId="2963606181" sldId="2768"/>
            <ac:spMk id="30" creationId="{8BB60DB3-532B-2ECB-9751-4B009A1AB96C}"/>
          </ac:spMkLst>
        </pc:spChg>
        <pc:spChg chg="add mod">
          <ac:chgData name="Xin Luo" userId="82312ee5779919a4" providerId="LiveId" clId="{03D8BE82-102E-5842-96D4-AE390DAA9372}" dt="2024-04-20T06:05:02.874" v="5438" actId="164"/>
          <ac:spMkLst>
            <pc:docMk/>
            <pc:sldMk cId="2963606181" sldId="2768"/>
            <ac:spMk id="32" creationId="{1BC3C12E-6533-DC7E-D40D-25DB4E186462}"/>
          </ac:spMkLst>
        </pc:spChg>
        <pc:grpChg chg="add mod">
          <ac:chgData name="Xin Luo" userId="82312ee5779919a4" providerId="LiveId" clId="{03D8BE82-102E-5842-96D4-AE390DAA9372}" dt="2024-04-20T06:05:02.874" v="5438" actId="164"/>
          <ac:grpSpMkLst>
            <pc:docMk/>
            <pc:sldMk cId="2963606181" sldId="2768"/>
            <ac:grpSpMk id="33" creationId="{F4EA74B2-2739-AD3F-B269-5874AF23E1D7}"/>
          </ac:grpSpMkLst>
        </pc:grpChg>
        <pc:grpChg chg="add mod">
          <ac:chgData name="Xin Luo" userId="82312ee5779919a4" providerId="LiveId" clId="{03D8BE82-102E-5842-96D4-AE390DAA9372}" dt="2024-04-20T06:05:10.724" v="5441" actId="164"/>
          <ac:grpSpMkLst>
            <pc:docMk/>
            <pc:sldMk cId="2963606181" sldId="2768"/>
            <ac:grpSpMk id="34" creationId="{CF470DED-C16A-C643-506D-521C24F573DE}"/>
          </ac:grpSpMkLst>
        </pc:grpChg>
        <pc:picChg chg="del mod">
          <ac:chgData name="Xin Luo" userId="82312ee5779919a4" providerId="LiveId" clId="{03D8BE82-102E-5842-96D4-AE390DAA9372}" dt="2024-04-20T05:58:24.981" v="5286" actId="478"/>
          <ac:picMkLst>
            <pc:docMk/>
            <pc:sldMk cId="2963606181" sldId="2768"/>
            <ac:picMk id="4" creationId="{71CA1A8A-01FB-3274-03E9-EC3D07EC9177}"/>
          </ac:picMkLst>
        </pc:picChg>
        <pc:picChg chg="add del mod">
          <ac:chgData name="Xin Luo" userId="82312ee5779919a4" providerId="LiveId" clId="{03D8BE82-102E-5842-96D4-AE390DAA9372}" dt="2024-04-20T06:04:53.856" v="5437" actId="478"/>
          <ac:picMkLst>
            <pc:docMk/>
            <pc:sldMk cId="2963606181" sldId="2768"/>
            <ac:picMk id="9" creationId="{C0D3ECE6-A64C-8D05-99BD-0E0951A53EC8}"/>
          </ac:picMkLst>
        </pc:picChg>
        <pc:cxnChg chg="add mod">
          <ac:chgData name="Xin Luo" userId="82312ee5779919a4" providerId="LiveId" clId="{03D8BE82-102E-5842-96D4-AE390DAA9372}" dt="2024-04-20T06:05:10.724" v="5441" actId="164"/>
          <ac:cxnSpMkLst>
            <pc:docMk/>
            <pc:sldMk cId="2963606181" sldId="2768"/>
            <ac:cxnSpMk id="12" creationId="{7AC502FC-6C3E-4B43-D474-70192CC19AC7}"/>
          </ac:cxnSpMkLst>
        </pc:cxnChg>
        <pc:cxnChg chg="add mod">
          <ac:chgData name="Xin Luo" userId="82312ee5779919a4" providerId="LiveId" clId="{03D8BE82-102E-5842-96D4-AE390DAA9372}" dt="2024-04-20T06:05:10.724" v="5441" actId="164"/>
          <ac:cxnSpMkLst>
            <pc:docMk/>
            <pc:sldMk cId="2963606181" sldId="2768"/>
            <ac:cxnSpMk id="15" creationId="{F8F56B68-DF64-3451-FB13-2FAAA350FCCB}"/>
          </ac:cxnSpMkLst>
        </pc:cxnChg>
        <pc:cxnChg chg="add mod">
          <ac:chgData name="Xin Luo" userId="82312ee5779919a4" providerId="LiveId" clId="{03D8BE82-102E-5842-96D4-AE390DAA9372}" dt="2024-04-20T06:05:10.724" v="5441" actId="164"/>
          <ac:cxnSpMkLst>
            <pc:docMk/>
            <pc:sldMk cId="2963606181" sldId="2768"/>
            <ac:cxnSpMk id="21" creationId="{B02ABEF5-690F-A230-138A-DDB8921EF8CB}"/>
          </ac:cxnSpMkLst>
        </pc:cxnChg>
        <pc:cxnChg chg="add mod">
          <ac:chgData name="Xin Luo" userId="82312ee5779919a4" providerId="LiveId" clId="{03D8BE82-102E-5842-96D4-AE390DAA9372}" dt="2024-04-20T06:05:10.724" v="5441" actId="164"/>
          <ac:cxnSpMkLst>
            <pc:docMk/>
            <pc:sldMk cId="2963606181" sldId="2768"/>
            <ac:cxnSpMk id="22" creationId="{7E017A09-397B-ACC6-2E54-368BC7D3992C}"/>
          </ac:cxnSpMkLst>
        </pc:cxnChg>
        <pc:cxnChg chg="add mod">
          <ac:chgData name="Xin Luo" userId="82312ee5779919a4" providerId="LiveId" clId="{03D8BE82-102E-5842-96D4-AE390DAA9372}" dt="2024-04-20T06:05:02.874" v="5438" actId="164"/>
          <ac:cxnSpMkLst>
            <pc:docMk/>
            <pc:sldMk cId="2963606181" sldId="2768"/>
            <ac:cxnSpMk id="25" creationId="{1125B459-06BC-F10B-C8C9-7816483804BE}"/>
          </ac:cxnSpMkLst>
        </pc:cxnChg>
        <pc:cxnChg chg="add mod">
          <ac:chgData name="Xin Luo" userId="82312ee5779919a4" providerId="LiveId" clId="{03D8BE82-102E-5842-96D4-AE390DAA9372}" dt="2024-04-20T06:05:02.874" v="5438" actId="164"/>
          <ac:cxnSpMkLst>
            <pc:docMk/>
            <pc:sldMk cId="2963606181" sldId="2768"/>
            <ac:cxnSpMk id="29" creationId="{FEF69BAF-152B-9CB0-D2AE-4F56479F4055}"/>
          </ac:cxnSpMkLst>
        </pc:cxnChg>
        <pc:cxnChg chg="add mod">
          <ac:chgData name="Xin Luo" userId="82312ee5779919a4" providerId="LiveId" clId="{03D8BE82-102E-5842-96D4-AE390DAA9372}" dt="2024-04-20T06:05:02.874" v="5438" actId="164"/>
          <ac:cxnSpMkLst>
            <pc:docMk/>
            <pc:sldMk cId="2963606181" sldId="2768"/>
            <ac:cxnSpMk id="31" creationId="{97EEDC1B-E1CC-FD4B-C435-7E9DF7F2A4C0}"/>
          </ac:cxnSpMkLst>
        </pc:cxnChg>
      </pc:sldChg>
      <pc:sldChg chg="addSp delSp modSp add mod">
        <pc:chgData name="Xin Luo" userId="82312ee5779919a4" providerId="LiveId" clId="{03D8BE82-102E-5842-96D4-AE390DAA9372}" dt="2024-04-20T10:36:55.159" v="8107" actId="20577"/>
        <pc:sldMkLst>
          <pc:docMk/>
          <pc:sldMk cId="3254934158" sldId="2768"/>
        </pc:sldMkLst>
        <pc:spChg chg="mod">
          <ac:chgData name="Xin Luo" userId="82312ee5779919a4" providerId="LiveId" clId="{03D8BE82-102E-5842-96D4-AE390DAA9372}" dt="2024-04-20T08:42:09.778" v="6812" actId="20577"/>
          <ac:spMkLst>
            <pc:docMk/>
            <pc:sldMk cId="3254934158" sldId="2768"/>
            <ac:spMk id="2" creationId="{631AADB6-C88A-D817-4683-FC087E4E240F}"/>
          </ac:spMkLst>
        </pc:spChg>
        <pc:spChg chg="mod">
          <ac:chgData name="Xin Luo" userId="82312ee5779919a4" providerId="LiveId" clId="{03D8BE82-102E-5842-96D4-AE390DAA9372}" dt="2024-04-20T10:36:55.159" v="8107" actId="20577"/>
          <ac:spMkLst>
            <pc:docMk/>
            <pc:sldMk cId="3254934158" sldId="2768"/>
            <ac:spMk id="3" creationId="{00000000-0000-0000-0000-000000000000}"/>
          </ac:spMkLst>
        </pc:spChg>
        <pc:spChg chg="add del mod">
          <ac:chgData name="Xin Luo" userId="82312ee5779919a4" providerId="LiveId" clId="{03D8BE82-102E-5842-96D4-AE390DAA9372}" dt="2024-04-20T07:44:53.499" v="5532" actId="478"/>
          <ac:spMkLst>
            <pc:docMk/>
            <pc:sldMk cId="3254934158" sldId="2768"/>
            <ac:spMk id="4" creationId="{F93C35E0-91A7-5606-3CFB-C8CF1264D5AE}"/>
          </ac:spMkLst>
        </pc:spChg>
        <pc:spChg chg="add del mod">
          <ac:chgData name="Xin Luo" userId="82312ee5779919a4" providerId="LiveId" clId="{03D8BE82-102E-5842-96D4-AE390DAA9372}" dt="2024-04-20T08:42:02.128" v="6795" actId="478"/>
          <ac:spMkLst>
            <pc:docMk/>
            <pc:sldMk cId="3254934158" sldId="2768"/>
            <ac:spMk id="18" creationId="{5AD5791D-6D1B-CCAC-AB01-B3CEFD9C8873}"/>
          </ac:spMkLst>
        </pc:spChg>
        <pc:spChg chg="add mod">
          <ac:chgData name="Xin Luo" userId="82312ee5779919a4" providerId="LiveId" clId="{03D8BE82-102E-5842-96D4-AE390DAA9372}" dt="2024-04-20T08:44:18.287" v="6857" actId="113"/>
          <ac:spMkLst>
            <pc:docMk/>
            <pc:sldMk cId="3254934158" sldId="2768"/>
            <ac:spMk id="20" creationId="{C77B9CDC-D93C-F229-2BCC-8467A31F3208}"/>
          </ac:spMkLst>
        </pc:spChg>
        <pc:grpChg chg="mod">
          <ac:chgData name="Xin Luo" userId="82312ee5779919a4" providerId="LiveId" clId="{03D8BE82-102E-5842-96D4-AE390DAA9372}" dt="2024-04-20T07:44:51.390" v="5530"/>
          <ac:grpSpMkLst>
            <pc:docMk/>
            <pc:sldMk cId="3254934158" sldId="2768"/>
            <ac:grpSpMk id="7" creationId="{FB42C50A-64BA-DA5F-F88A-F4F37C815DF1}"/>
          </ac:grpSpMkLst>
        </pc:grpChg>
        <pc:grpChg chg="add del mod">
          <ac:chgData name="Xin Luo" userId="82312ee5779919a4" providerId="LiveId" clId="{03D8BE82-102E-5842-96D4-AE390DAA9372}" dt="2024-04-20T08:41:59.537" v="6794" actId="478"/>
          <ac:grpSpMkLst>
            <pc:docMk/>
            <pc:sldMk cId="3254934158" sldId="2768"/>
            <ac:grpSpMk id="12" creationId="{8F49FEC3-0A3A-81CE-B4B0-D38380E2E1D1}"/>
          </ac:grpSpMkLst>
        </pc:grpChg>
        <pc:picChg chg="add mod">
          <ac:chgData name="Xin Luo" userId="82312ee5779919a4" providerId="LiveId" clId="{03D8BE82-102E-5842-96D4-AE390DAA9372}" dt="2024-04-20T07:45:09.176" v="5534"/>
          <ac:picMkLst>
            <pc:docMk/>
            <pc:sldMk cId="3254934158" sldId="2768"/>
            <ac:picMk id="8" creationId="{01FBE74F-09CF-63C4-4A13-3EE24B409D91}"/>
          </ac:picMkLst>
        </pc:picChg>
        <pc:picChg chg="add mod">
          <ac:chgData name="Xin Luo" userId="82312ee5779919a4" providerId="LiveId" clId="{03D8BE82-102E-5842-96D4-AE390DAA9372}" dt="2024-04-20T07:45:12.923" v="5536"/>
          <ac:picMkLst>
            <pc:docMk/>
            <pc:sldMk cId="3254934158" sldId="2768"/>
            <ac:picMk id="9" creationId="{2A923BFC-2BA3-13C7-FB35-102DCCA764BC}"/>
          </ac:picMkLst>
        </pc:picChg>
        <pc:picChg chg="add mod">
          <ac:chgData name="Xin Luo" userId="82312ee5779919a4" providerId="LiveId" clId="{03D8BE82-102E-5842-96D4-AE390DAA9372}" dt="2024-04-20T07:45:38.083" v="5543" actId="164"/>
          <ac:picMkLst>
            <pc:docMk/>
            <pc:sldMk cId="3254934158" sldId="2768"/>
            <ac:picMk id="11" creationId="{99203FEB-1DDA-5A61-614F-E9458D2DF842}"/>
          </ac:picMkLst>
        </pc:picChg>
        <pc:picChg chg="add del mod">
          <ac:chgData name="Xin Luo" userId="82312ee5779919a4" providerId="LiveId" clId="{03D8BE82-102E-5842-96D4-AE390DAA9372}" dt="2024-04-20T07:46:11.132" v="5553"/>
          <ac:picMkLst>
            <pc:docMk/>
            <pc:sldMk cId="3254934158" sldId="2768"/>
            <ac:picMk id="14" creationId="{64F3CF1E-8014-FBEE-D2D2-B472C14EB5B5}"/>
          </ac:picMkLst>
        </pc:picChg>
        <pc:picChg chg="add mod">
          <ac:chgData name="Xin Luo" userId="82312ee5779919a4" providerId="LiveId" clId="{03D8BE82-102E-5842-96D4-AE390DAA9372}" dt="2024-04-20T07:46:36.309" v="5562" actId="1076"/>
          <ac:picMkLst>
            <pc:docMk/>
            <pc:sldMk cId="3254934158" sldId="2768"/>
            <ac:picMk id="16" creationId="{EFE97194-B8C3-A455-C38D-73F4869CD63C}"/>
          </ac:picMkLst>
        </pc:picChg>
        <pc:picChg chg="mod">
          <ac:chgData name="Xin Luo" userId="82312ee5779919a4" providerId="LiveId" clId="{03D8BE82-102E-5842-96D4-AE390DAA9372}" dt="2024-04-20T07:45:38.083" v="5543" actId="164"/>
          <ac:picMkLst>
            <pc:docMk/>
            <pc:sldMk cId="3254934158" sldId="2768"/>
            <ac:picMk id="1026" creationId="{49818E55-CF60-98B8-4081-A70153E31B08}"/>
          </ac:picMkLst>
        </pc:picChg>
        <pc:inkChg chg="add del mod">
          <ac:chgData name="Xin Luo" userId="82312ee5779919a4" providerId="LiveId" clId="{03D8BE82-102E-5842-96D4-AE390DAA9372}" dt="2024-04-20T07:44:52.101" v="5531" actId="9405"/>
          <ac:inkMkLst>
            <pc:docMk/>
            <pc:sldMk cId="3254934158" sldId="2768"/>
            <ac:inkMk id="5" creationId="{69725E02-982A-FF32-C0C7-1E2A9CE9698F}"/>
          </ac:inkMkLst>
        </pc:inkChg>
        <pc:inkChg chg="add del mod">
          <ac:chgData name="Xin Luo" userId="82312ee5779919a4" providerId="LiveId" clId="{03D8BE82-102E-5842-96D4-AE390DAA9372}" dt="2024-04-20T07:44:51.390" v="5530"/>
          <ac:inkMkLst>
            <pc:docMk/>
            <pc:sldMk cId="3254934158" sldId="2768"/>
            <ac:inkMk id="6" creationId="{EA64705F-8821-AE48-A797-2805ADDDCF72}"/>
          </ac:inkMkLst>
        </pc:inkChg>
      </pc:sldChg>
      <pc:sldChg chg="addSp modSp add mod">
        <pc:chgData name="Xin Luo" userId="82312ee5779919a4" providerId="LiveId" clId="{03D8BE82-102E-5842-96D4-AE390DAA9372}" dt="2024-04-20T10:37:07.386" v="8110"/>
        <pc:sldMkLst>
          <pc:docMk/>
          <pc:sldMk cId="2679339334" sldId="2769"/>
        </pc:sldMkLst>
        <pc:spChg chg="mod">
          <ac:chgData name="Xin Luo" userId="82312ee5779919a4" providerId="LiveId" clId="{03D8BE82-102E-5842-96D4-AE390DAA9372}" dt="2024-04-20T10:37:07.386" v="8110"/>
          <ac:spMkLst>
            <pc:docMk/>
            <pc:sldMk cId="2679339334" sldId="2769"/>
            <ac:spMk id="3" creationId="{00000000-0000-0000-0000-000000000000}"/>
          </ac:spMkLst>
        </pc:spChg>
        <pc:spChg chg="mod">
          <ac:chgData name="Xin Luo" userId="82312ee5779919a4" providerId="LiveId" clId="{03D8BE82-102E-5842-96D4-AE390DAA9372}" dt="2024-04-20T08:04:04.166" v="5970" actId="1035"/>
          <ac:spMkLst>
            <pc:docMk/>
            <pc:sldMk cId="2679339334" sldId="2769"/>
            <ac:spMk id="7" creationId="{3DC73F52-8630-3936-0F04-2680DDF7D3C8}"/>
          </ac:spMkLst>
        </pc:spChg>
        <pc:spChg chg="add mod">
          <ac:chgData name="Xin Luo" userId="82312ee5779919a4" providerId="LiveId" clId="{03D8BE82-102E-5842-96D4-AE390DAA9372}" dt="2024-04-20T08:04:09.470" v="5973" actId="1036"/>
          <ac:spMkLst>
            <pc:docMk/>
            <pc:sldMk cId="2679339334" sldId="2769"/>
            <ac:spMk id="8" creationId="{CDE443BF-09C9-B781-FBB7-30F734CE4D77}"/>
          </ac:spMkLst>
        </pc:spChg>
        <pc:grpChg chg="add mod">
          <ac:chgData name="Xin Luo" userId="82312ee5779919a4" providerId="LiveId" clId="{03D8BE82-102E-5842-96D4-AE390DAA9372}" dt="2024-04-20T08:03:25.070" v="5962" actId="1076"/>
          <ac:grpSpMkLst>
            <pc:docMk/>
            <pc:sldMk cId="2679339334" sldId="2769"/>
            <ac:grpSpMk id="2" creationId="{BDA5AEE6-B0D8-A739-CBA5-8B4390A1C282}"/>
          </ac:grpSpMkLst>
        </pc:grpChg>
        <pc:picChg chg="mod">
          <ac:chgData name="Xin Luo" userId="82312ee5779919a4" providerId="LiveId" clId="{03D8BE82-102E-5842-96D4-AE390DAA9372}" dt="2024-04-20T08:02:16.456" v="5941"/>
          <ac:picMkLst>
            <pc:docMk/>
            <pc:sldMk cId="2679339334" sldId="2769"/>
            <ac:picMk id="4" creationId="{C6557D12-4159-D196-3149-E24E86767092}"/>
          </ac:picMkLst>
        </pc:picChg>
        <pc:picChg chg="mod">
          <ac:chgData name="Xin Luo" userId="82312ee5779919a4" providerId="LiveId" clId="{03D8BE82-102E-5842-96D4-AE390DAA9372}" dt="2024-04-20T08:02:16.456" v="5941"/>
          <ac:picMkLst>
            <pc:docMk/>
            <pc:sldMk cId="2679339334" sldId="2769"/>
            <ac:picMk id="5" creationId="{A15A497C-96E9-B412-EC21-588866C5F42C}"/>
          </ac:picMkLst>
        </pc:picChg>
      </pc:sldChg>
      <pc:sldChg chg="delSp modSp add mod modNotesTx">
        <pc:chgData name="Xin Luo" userId="82312ee5779919a4" providerId="LiveId" clId="{03D8BE82-102E-5842-96D4-AE390DAA9372}" dt="2024-04-20T10:37:11.236" v="8111"/>
        <pc:sldMkLst>
          <pc:docMk/>
          <pc:sldMk cId="2658418151" sldId="2770"/>
        </pc:sldMkLst>
        <pc:spChg chg="mod">
          <ac:chgData name="Xin Luo" userId="82312ee5779919a4" providerId="LiveId" clId="{03D8BE82-102E-5842-96D4-AE390DAA9372}" dt="2024-04-20T10:37:11.236" v="8111"/>
          <ac:spMkLst>
            <pc:docMk/>
            <pc:sldMk cId="2658418151" sldId="2770"/>
            <ac:spMk id="3" creationId="{00000000-0000-0000-0000-000000000000}"/>
          </ac:spMkLst>
        </pc:spChg>
        <pc:spChg chg="mod">
          <ac:chgData name="Xin Luo" userId="82312ee5779919a4" providerId="LiveId" clId="{03D8BE82-102E-5842-96D4-AE390DAA9372}" dt="2024-04-20T08:50:58.272" v="7130" actId="1035"/>
          <ac:spMkLst>
            <pc:docMk/>
            <pc:sldMk cId="2658418151" sldId="2770"/>
            <ac:spMk id="7" creationId="{3DC73F52-8630-3936-0F04-2680DDF7D3C8}"/>
          </ac:spMkLst>
        </pc:spChg>
        <pc:spChg chg="del">
          <ac:chgData name="Xin Luo" userId="82312ee5779919a4" providerId="LiveId" clId="{03D8BE82-102E-5842-96D4-AE390DAA9372}" dt="2024-04-20T08:04:25.842" v="5975" actId="478"/>
          <ac:spMkLst>
            <pc:docMk/>
            <pc:sldMk cId="2658418151" sldId="2770"/>
            <ac:spMk id="8" creationId="{CDE443BF-09C9-B781-FBB7-30F734CE4D77}"/>
          </ac:spMkLst>
        </pc:spChg>
        <pc:grpChg chg="del">
          <ac:chgData name="Xin Luo" userId="82312ee5779919a4" providerId="LiveId" clId="{03D8BE82-102E-5842-96D4-AE390DAA9372}" dt="2024-04-20T08:17:47.915" v="6213" actId="478"/>
          <ac:grpSpMkLst>
            <pc:docMk/>
            <pc:sldMk cId="2658418151" sldId="2770"/>
            <ac:grpSpMk id="2" creationId="{BDA5AEE6-B0D8-A739-CBA5-8B4390A1C282}"/>
          </ac:grpSpMkLst>
        </pc:grpChg>
      </pc:sldChg>
      <pc:sldChg chg="addSp delSp modSp add del mod ord">
        <pc:chgData name="Xin Luo" userId="82312ee5779919a4" providerId="LiveId" clId="{03D8BE82-102E-5842-96D4-AE390DAA9372}" dt="2024-04-20T12:05:50.515" v="8290" actId="113"/>
        <pc:sldMkLst>
          <pc:docMk/>
          <pc:sldMk cId="2158765538" sldId="2771"/>
        </pc:sldMkLst>
        <pc:spChg chg="mod">
          <ac:chgData name="Xin Luo" userId="82312ee5779919a4" providerId="LiveId" clId="{03D8BE82-102E-5842-96D4-AE390DAA9372}" dt="2024-04-20T10:37:19.286" v="8113"/>
          <ac:spMkLst>
            <pc:docMk/>
            <pc:sldMk cId="2158765538" sldId="2771"/>
            <ac:spMk id="3" creationId="{00000000-0000-0000-0000-000000000000}"/>
          </ac:spMkLst>
        </pc:spChg>
        <pc:spChg chg="mod">
          <ac:chgData name="Xin Luo" userId="82312ee5779919a4" providerId="LiveId" clId="{03D8BE82-102E-5842-96D4-AE390DAA9372}" dt="2024-04-20T12:05:50.515" v="8290" actId="113"/>
          <ac:spMkLst>
            <pc:docMk/>
            <pc:sldMk cId="2158765538" sldId="2771"/>
            <ac:spMk id="7" creationId="{3DC73F52-8630-3936-0F04-2680DDF7D3C8}"/>
          </ac:spMkLst>
        </pc:spChg>
        <pc:picChg chg="add del mod">
          <ac:chgData name="Xin Luo" userId="82312ee5779919a4" providerId="LiveId" clId="{03D8BE82-102E-5842-96D4-AE390DAA9372}" dt="2024-04-20T09:50:39.279" v="7546" actId="478"/>
          <ac:picMkLst>
            <pc:docMk/>
            <pc:sldMk cId="2158765538" sldId="2771"/>
            <ac:picMk id="4" creationId="{6B40898F-017B-4704-4329-C1DB1DB90D3C}"/>
          </ac:picMkLst>
        </pc:picChg>
        <pc:picChg chg="add del mod">
          <ac:chgData name="Xin Luo" userId="82312ee5779919a4" providerId="LiveId" clId="{03D8BE82-102E-5842-96D4-AE390DAA9372}" dt="2024-04-20T09:50:35.847" v="7544" actId="478"/>
          <ac:picMkLst>
            <pc:docMk/>
            <pc:sldMk cId="2158765538" sldId="2771"/>
            <ac:picMk id="6" creationId="{E86E0A14-6774-62E8-64B0-C10D839273A0}"/>
          </ac:picMkLst>
        </pc:picChg>
        <pc:picChg chg="add mod">
          <ac:chgData name="Xin Luo" userId="82312ee5779919a4" providerId="LiveId" clId="{03D8BE82-102E-5842-96D4-AE390DAA9372}" dt="2024-04-20T10:34:41.825" v="8042" actId="1035"/>
          <ac:picMkLst>
            <pc:docMk/>
            <pc:sldMk cId="2158765538" sldId="2771"/>
            <ac:picMk id="9" creationId="{3536909F-D58A-C14D-21E8-A723976C76BA}"/>
          </ac:picMkLst>
        </pc:picChg>
        <pc:picChg chg="add mod">
          <ac:chgData name="Xin Luo" userId="82312ee5779919a4" providerId="LiveId" clId="{03D8BE82-102E-5842-96D4-AE390DAA9372}" dt="2024-04-20T10:34:41.825" v="8042" actId="1035"/>
          <ac:picMkLst>
            <pc:docMk/>
            <pc:sldMk cId="2158765538" sldId="2771"/>
            <ac:picMk id="11" creationId="{89209A07-E9B1-40F4-1DD1-18136D749C26}"/>
          </ac:picMkLst>
        </pc:picChg>
        <pc:picChg chg="add del mod">
          <ac:chgData name="Xin Luo" userId="82312ee5779919a4" providerId="LiveId" clId="{03D8BE82-102E-5842-96D4-AE390DAA9372}" dt="2024-04-20T09:50:38.016" v="7545" actId="478"/>
          <ac:picMkLst>
            <pc:docMk/>
            <pc:sldMk cId="2158765538" sldId="2771"/>
            <ac:picMk id="1026" creationId="{A5BC86DA-C2C0-5B97-D20F-D572B34E7E7E}"/>
          </ac:picMkLst>
        </pc:picChg>
        <pc:picChg chg="add del">
          <ac:chgData name="Xin Luo" userId="82312ee5779919a4" providerId="LiveId" clId="{03D8BE82-102E-5842-96D4-AE390DAA9372}" dt="2024-04-20T09:50:42.863" v="7548" actId="478"/>
          <ac:picMkLst>
            <pc:docMk/>
            <pc:sldMk cId="2158765538" sldId="2771"/>
            <ac:picMk id="1028" creationId="{C02FDFED-02E6-6A66-728A-6699940FCDEF}"/>
          </ac:picMkLst>
        </pc:picChg>
        <pc:picChg chg="add del mod">
          <ac:chgData name="Xin Luo" userId="82312ee5779919a4" providerId="LiveId" clId="{03D8BE82-102E-5842-96D4-AE390DAA9372}" dt="2024-04-20T08:52:23.039" v="7135" actId="478"/>
          <ac:picMkLst>
            <pc:docMk/>
            <pc:sldMk cId="2158765538" sldId="2771"/>
            <ac:picMk id="13314" creationId="{A17E24CE-6F88-180D-D41B-169E6ABDB0A0}"/>
          </ac:picMkLst>
        </pc:picChg>
        <pc:picChg chg="add del mod">
          <ac:chgData name="Xin Luo" userId="82312ee5779919a4" providerId="LiveId" clId="{03D8BE82-102E-5842-96D4-AE390DAA9372}" dt="2024-04-20T08:52:21.659" v="7133" actId="478"/>
          <ac:picMkLst>
            <pc:docMk/>
            <pc:sldMk cId="2158765538" sldId="2771"/>
            <ac:picMk id="13316" creationId="{DF8EB211-87C3-2EAA-27DE-4AAB7AD37D20}"/>
          </ac:picMkLst>
        </pc:picChg>
        <pc:picChg chg="add del mod">
          <ac:chgData name="Xin Luo" userId="82312ee5779919a4" providerId="LiveId" clId="{03D8BE82-102E-5842-96D4-AE390DAA9372}" dt="2024-04-20T08:52:22.470" v="7134" actId="478"/>
          <ac:picMkLst>
            <pc:docMk/>
            <pc:sldMk cId="2158765538" sldId="2771"/>
            <ac:picMk id="13318" creationId="{445465EF-6D02-4DCE-A13B-BF810482C2BD}"/>
          </ac:picMkLst>
        </pc:picChg>
      </pc:sldChg>
      <pc:sldChg chg="modSp add mod">
        <pc:chgData name="Xin Luo" userId="82312ee5779919a4" providerId="LiveId" clId="{03D8BE82-102E-5842-96D4-AE390DAA9372}" dt="2024-04-20T12:05:41.591" v="8289" actId="1036"/>
        <pc:sldMkLst>
          <pc:docMk/>
          <pc:sldMk cId="777133288" sldId="2772"/>
        </pc:sldMkLst>
        <pc:spChg chg="mod">
          <ac:chgData name="Xin Luo" userId="82312ee5779919a4" providerId="LiveId" clId="{03D8BE82-102E-5842-96D4-AE390DAA9372}" dt="2024-04-20T10:37:15.330" v="8112"/>
          <ac:spMkLst>
            <pc:docMk/>
            <pc:sldMk cId="777133288" sldId="2772"/>
            <ac:spMk id="3" creationId="{00000000-0000-0000-0000-000000000000}"/>
          </ac:spMkLst>
        </pc:spChg>
        <pc:spChg chg="mod">
          <ac:chgData name="Xin Luo" userId="82312ee5779919a4" providerId="LiveId" clId="{03D8BE82-102E-5842-96D4-AE390DAA9372}" dt="2024-04-20T12:05:37.505" v="8286" actId="1035"/>
          <ac:spMkLst>
            <pc:docMk/>
            <pc:sldMk cId="777133288" sldId="2772"/>
            <ac:spMk id="7" creationId="{3DC73F52-8630-3936-0F04-2680DDF7D3C8}"/>
          </ac:spMkLst>
        </pc:spChg>
        <pc:picChg chg="mod">
          <ac:chgData name="Xin Luo" userId="82312ee5779919a4" providerId="LiveId" clId="{03D8BE82-102E-5842-96D4-AE390DAA9372}" dt="2024-04-20T12:05:41.591" v="8289" actId="1036"/>
          <ac:picMkLst>
            <pc:docMk/>
            <pc:sldMk cId="777133288" sldId="2772"/>
            <ac:picMk id="13314" creationId="{A17E24CE-6F88-180D-D41B-169E6ABDB0A0}"/>
          </ac:picMkLst>
        </pc:picChg>
        <pc:picChg chg="mod">
          <ac:chgData name="Xin Luo" userId="82312ee5779919a4" providerId="LiveId" clId="{03D8BE82-102E-5842-96D4-AE390DAA9372}" dt="2024-04-20T12:05:41.591" v="8289" actId="1036"/>
          <ac:picMkLst>
            <pc:docMk/>
            <pc:sldMk cId="777133288" sldId="2772"/>
            <ac:picMk id="13316" creationId="{DF8EB211-87C3-2EAA-27DE-4AAB7AD37D20}"/>
          </ac:picMkLst>
        </pc:picChg>
        <pc:picChg chg="mod">
          <ac:chgData name="Xin Luo" userId="82312ee5779919a4" providerId="LiveId" clId="{03D8BE82-102E-5842-96D4-AE390DAA9372}" dt="2024-04-20T12:05:41.591" v="8289" actId="1036"/>
          <ac:picMkLst>
            <pc:docMk/>
            <pc:sldMk cId="777133288" sldId="2772"/>
            <ac:picMk id="13318" creationId="{445465EF-6D02-4DCE-A13B-BF810482C2BD}"/>
          </ac:picMkLst>
        </pc:picChg>
      </pc:sldChg>
      <pc:sldChg chg="add del">
        <pc:chgData name="Xin Luo" userId="82312ee5779919a4" providerId="LiveId" clId="{03D8BE82-102E-5842-96D4-AE390DAA9372}" dt="2024-04-20T08:57:11.627" v="7204" actId="2696"/>
        <pc:sldMkLst>
          <pc:docMk/>
          <pc:sldMk cId="588298868" sldId="2773"/>
        </pc:sldMkLst>
      </pc:sldChg>
      <pc:sldChg chg="addSp delSp modSp add mod">
        <pc:chgData name="Xin Luo" userId="82312ee5779919a4" providerId="LiveId" clId="{03D8BE82-102E-5842-96D4-AE390DAA9372}" dt="2024-04-20T10:37:26.844" v="8115"/>
        <pc:sldMkLst>
          <pc:docMk/>
          <pc:sldMk cId="614769083" sldId="2773"/>
        </pc:sldMkLst>
        <pc:spChg chg="add del mod">
          <ac:chgData name="Xin Luo" userId="82312ee5779919a4" providerId="LiveId" clId="{03D8BE82-102E-5842-96D4-AE390DAA9372}" dt="2024-04-20T10:16:47.388" v="7824" actId="478"/>
          <ac:spMkLst>
            <pc:docMk/>
            <pc:sldMk cId="614769083" sldId="2773"/>
            <ac:spMk id="2" creationId="{4F5B9446-5BB8-9DF0-1E2A-B9A0457D79D6}"/>
          </ac:spMkLst>
        </pc:spChg>
        <pc:spChg chg="mod">
          <ac:chgData name="Xin Luo" userId="82312ee5779919a4" providerId="LiveId" clId="{03D8BE82-102E-5842-96D4-AE390DAA9372}" dt="2024-04-20T10:37:26.844" v="8115"/>
          <ac:spMkLst>
            <pc:docMk/>
            <pc:sldMk cId="614769083" sldId="2773"/>
            <ac:spMk id="3" creationId="{00000000-0000-0000-0000-000000000000}"/>
          </ac:spMkLst>
        </pc:spChg>
        <pc:spChg chg="add del mod">
          <ac:chgData name="Xin Luo" userId="82312ee5779919a4" providerId="LiveId" clId="{03D8BE82-102E-5842-96D4-AE390DAA9372}" dt="2024-04-20T10:16:47.388" v="7824" actId="478"/>
          <ac:spMkLst>
            <pc:docMk/>
            <pc:sldMk cId="614769083" sldId="2773"/>
            <ac:spMk id="4" creationId="{C57634A6-D4F1-7D9A-1BB3-736EF89B3595}"/>
          </ac:spMkLst>
        </pc:spChg>
        <pc:spChg chg="add del mod">
          <ac:chgData name="Xin Luo" userId="82312ee5779919a4" providerId="LiveId" clId="{03D8BE82-102E-5842-96D4-AE390DAA9372}" dt="2024-04-20T10:16:47.388" v="7824" actId="478"/>
          <ac:spMkLst>
            <pc:docMk/>
            <pc:sldMk cId="614769083" sldId="2773"/>
            <ac:spMk id="5" creationId="{3EA58672-83BD-1F8C-CE52-F40CA6B79964}"/>
          </ac:spMkLst>
        </pc:spChg>
        <pc:spChg chg="mod">
          <ac:chgData name="Xin Luo" userId="82312ee5779919a4" providerId="LiveId" clId="{03D8BE82-102E-5842-96D4-AE390DAA9372}" dt="2024-04-20T10:31:20.356" v="7876" actId="403"/>
          <ac:spMkLst>
            <pc:docMk/>
            <pc:sldMk cId="614769083" sldId="2773"/>
            <ac:spMk id="7" creationId="{3DC73F52-8630-3936-0F04-2680DDF7D3C8}"/>
          </ac:spMkLst>
        </pc:spChg>
        <pc:picChg chg="add mod">
          <ac:chgData name="Xin Luo" userId="82312ee5779919a4" providerId="LiveId" clId="{03D8BE82-102E-5842-96D4-AE390DAA9372}" dt="2024-04-20T10:22:22.179" v="7871" actId="1038"/>
          <ac:picMkLst>
            <pc:docMk/>
            <pc:sldMk cId="614769083" sldId="2773"/>
            <ac:picMk id="8" creationId="{D85858F3-C098-2709-D4A4-2F18907FF7E6}"/>
          </ac:picMkLst>
        </pc:picChg>
        <pc:picChg chg="add mod">
          <ac:chgData name="Xin Luo" userId="82312ee5779919a4" providerId="LiveId" clId="{03D8BE82-102E-5842-96D4-AE390DAA9372}" dt="2024-04-20T10:31:14.828" v="7874" actId="1035"/>
          <ac:picMkLst>
            <pc:docMk/>
            <pc:sldMk cId="614769083" sldId="2773"/>
            <ac:picMk id="10" creationId="{998B61EE-6A13-8A4B-058B-5EA2CDF3306D}"/>
          </ac:picMkLst>
        </pc:picChg>
        <pc:picChg chg="add del mod">
          <ac:chgData name="Xin Luo" userId="82312ee5779919a4" providerId="LiveId" clId="{03D8BE82-102E-5842-96D4-AE390DAA9372}" dt="2024-04-20T10:16:47.388" v="7824" actId="478"/>
          <ac:picMkLst>
            <pc:docMk/>
            <pc:sldMk cId="614769083" sldId="2773"/>
            <ac:picMk id="2050" creationId="{699FBB57-F028-E2F4-E960-F47F57FB4419}"/>
          </ac:picMkLst>
        </pc:picChg>
        <pc:picChg chg="add del mod">
          <ac:chgData name="Xin Luo" userId="82312ee5779919a4" providerId="LiveId" clId="{03D8BE82-102E-5842-96D4-AE390DAA9372}" dt="2024-04-20T10:21:47.831" v="7850" actId="478"/>
          <ac:picMkLst>
            <pc:docMk/>
            <pc:sldMk cId="614769083" sldId="2773"/>
            <ac:picMk id="2052" creationId="{A520490A-4634-A5D5-09CF-9D05F66F8DE3}"/>
          </ac:picMkLst>
        </pc:picChg>
        <pc:picChg chg="add del mod">
          <ac:chgData name="Xin Luo" userId="82312ee5779919a4" providerId="LiveId" clId="{03D8BE82-102E-5842-96D4-AE390DAA9372}" dt="2024-04-20T10:21:20.527" v="7849" actId="478"/>
          <ac:picMkLst>
            <pc:docMk/>
            <pc:sldMk cId="614769083" sldId="2773"/>
            <ac:picMk id="2054" creationId="{11C274D9-89F7-630A-4467-4D253AE70218}"/>
          </ac:picMkLst>
        </pc:picChg>
      </pc:sldChg>
      <pc:sldChg chg="add del">
        <pc:chgData name="Xin Luo" userId="82312ee5779919a4" providerId="LiveId" clId="{03D8BE82-102E-5842-96D4-AE390DAA9372}" dt="2024-04-20T08:45:15.745" v="6858" actId="2696"/>
        <pc:sldMkLst>
          <pc:docMk/>
          <pc:sldMk cId="2080116990" sldId="2773"/>
        </pc:sldMkLst>
      </pc:sldChg>
      <pc:sldChg chg="addSp modSp add mod">
        <pc:chgData name="Xin Luo" userId="82312ee5779919a4" providerId="LiveId" clId="{03D8BE82-102E-5842-96D4-AE390DAA9372}" dt="2024-04-20T10:37:23.291" v="8114"/>
        <pc:sldMkLst>
          <pc:docMk/>
          <pc:sldMk cId="4079044599" sldId="2774"/>
        </pc:sldMkLst>
        <pc:spChg chg="mod">
          <ac:chgData name="Xin Luo" userId="82312ee5779919a4" providerId="LiveId" clId="{03D8BE82-102E-5842-96D4-AE390DAA9372}" dt="2024-04-20T10:37:23.291" v="8114"/>
          <ac:spMkLst>
            <pc:docMk/>
            <pc:sldMk cId="4079044599" sldId="2774"/>
            <ac:spMk id="3" creationId="{00000000-0000-0000-0000-000000000000}"/>
          </ac:spMkLst>
        </pc:spChg>
        <pc:spChg chg="mod">
          <ac:chgData name="Xin Luo" userId="82312ee5779919a4" providerId="LiveId" clId="{03D8BE82-102E-5842-96D4-AE390DAA9372}" dt="2024-04-20T10:34:08.622" v="7983" actId="20577"/>
          <ac:spMkLst>
            <pc:docMk/>
            <pc:sldMk cId="4079044599" sldId="2774"/>
            <ac:spMk id="7" creationId="{3DC73F52-8630-3936-0F04-2680DDF7D3C8}"/>
          </ac:spMkLst>
        </pc:spChg>
        <pc:picChg chg="add mod">
          <ac:chgData name="Xin Luo" userId="82312ee5779919a4" providerId="LiveId" clId="{03D8BE82-102E-5842-96D4-AE390DAA9372}" dt="2024-04-20T10:34:24.589" v="8027" actId="1038"/>
          <ac:picMkLst>
            <pc:docMk/>
            <pc:sldMk cId="4079044599" sldId="2774"/>
            <ac:picMk id="4" creationId="{452EDF2E-7D93-357D-4C81-AC1BCFB5D396}"/>
          </ac:picMkLst>
        </pc:picChg>
        <pc:picChg chg="add mod">
          <ac:chgData name="Xin Luo" userId="82312ee5779919a4" providerId="LiveId" clId="{03D8BE82-102E-5842-96D4-AE390DAA9372}" dt="2024-04-20T10:34:23.266" v="8021" actId="1037"/>
          <ac:picMkLst>
            <pc:docMk/>
            <pc:sldMk cId="4079044599" sldId="2774"/>
            <ac:picMk id="6" creationId="{3A058648-3C22-0C76-6F22-33C117128D1B}"/>
          </ac:picMkLst>
        </pc:picChg>
      </pc:sldChg>
      <pc:sldChg chg="add del">
        <pc:chgData name="Xin Luo" userId="82312ee5779919a4" providerId="LiveId" clId="{03D8BE82-102E-5842-96D4-AE390DAA9372}" dt="2024-04-20T09:53:54.492" v="7567"/>
        <pc:sldMkLst>
          <pc:docMk/>
          <pc:sldMk cId="3091969508" sldId="277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l" defTabSz="944563">
              <a:defRPr sz="11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365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4313" y="0"/>
            <a:ext cx="3074987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r" defTabSz="944563">
              <a:defRPr sz="11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365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3438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l" defTabSz="944563">
              <a:defRPr sz="11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365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4313" y="9723438"/>
            <a:ext cx="3074987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r" defTabSz="944563">
              <a:defRPr sz="1100"/>
            </a:lvl1pPr>
          </a:lstStyle>
          <a:p>
            <a:pPr>
              <a:defRPr/>
            </a:pPr>
            <a:fld id="{6D45C849-0B45-C74F-ACD3-3797B4D2944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2899936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l" defTabSz="944563">
              <a:spcBef>
                <a:spcPct val="0"/>
              </a:spcBef>
              <a:defRPr sz="1100">
                <a:latin typeface="Arial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r" defTabSz="944563">
              <a:spcBef>
                <a:spcPct val="0"/>
              </a:spcBef>
              <a:defRPr sz="1100">
                <a:latin typeface="Arial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42875" y="768350"/>
            <a:ext cx="6818313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849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dirty="0"/>
              <a:t>单击此处编辑母版文本样式</a:t>
            </a:r>
          </a:p>
          <a:p>
            <a:pPr lvl="1"/>
            <a:r>
              <a:rPr lang="zh-CN" altLang="en-US" noProof="0" dirty="0"/>
              <a:t>第二级</a:t>
            </a:r>
          </a:p>
          <a:p>
            <a:pPr lvl="2"/>
            <a:r>
              <a:rPr lang="zh-CN" altLang="en-US" noProof="0" dirty="0"/>
              <a:t>第三级</a:t>
            </a:r>
          </a:p>
          <a:p>
            <a:pPr lvl="3"/>
            <a:r>
              <a:rPr lang="zh-CN" altLang="en-US" noProof="0" dirty="0"/>
              <a:t>第四级</a:t>
            </a:r>
          </a:p>
          <a:p>
            <a:pPr lvl="4"/>
            <a:r>
              <a:rPr lang="zh-CN" altLang="en-US" noProof="0" dirty="0"/>
              <a:t>第五级</a:t>
            </a:r>
          </a:p>
        </p:txBody>
      </p:sp>
      <p:sp>
        <p:nvSpPr>
          <p:cNvPr id="849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l" defTabSz="944563">
              <a:spcBef>
                <a:spcPct val="0"/>
              </a:spcBef>
              <a:defRPr sz="1100">
                <a:latin typeface="Arial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49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185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r" defTabSz="944563">
              <a:spcBef>
                <a:spcPct val="0"/>
              </a:spcBef>
              <a:defRPr sz="1100">
                <a:latin typeface="Arial" charset="0"/>
              </a:defRPr>
            </a:lvl1pPr>
          </a:lstStyle>
          <a:p>
            <a:pPr>
              <a:defRPr/>
            </a:pPr>
            <a:fld id="{BAF496D9-25EC-FE4B-A1BF-34C514AB282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9059369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2200" kern="1200" baseline="0">
        <a:solidFill>
          <a:schemeClr val="tx1"/>
        </a:solidFill>
        <a:latin typeface="Arial" charset="0"/>
        <a:ea typeface="宋体" pitchFamily="2" charset="-122"/>
        <a:cs typeface="宋体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2200" kern="1200" baseline="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2200" kern="1200" baseline="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2200" kern="1200" baseline="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2200" kern="1200" baseline="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2875" y="768350"/>
            <a:ext cx="6818313" cy="3836988"/>
          </a:xfrm>
          <a:ln/>
        </p:spPr>
      </p:sp>
      <p:sp>
        <p:nvSpPr>
          <p:cNvPr id="819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zh-CN" sz="1800" kern="1200" dirty="0">
              <a:solidFill>
                <a:schemeClr val="tx1"/>
              </a:solidFill>
              <a:effectLst/>
              <a:latin typeface="Arial" charset="0"/>
              <a:ea typeface="宋体" pitchFamily="2" charset="-122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81867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7ECF62-1638-4DD4-9C28-B7A1E023F854}" type="slidenum">
              <a:rPr lang="zh-CN" altLang="en-US" smtClean="0">
                <a:solidFill>
                  <a:prstClr val="black"/>
                </a:solidFill>
              </a:rPr>
              <a:pPr/>
              <a:t>2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25521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71108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FA53E-010F-7861-EC67-4624ECE0E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2A2BB2A-CA9B-723F-E80F-43AE237D5A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F71D737-3BDC-5546-60CE-45E7BAB7BB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同样功能用</a:t>
            </a:r>
            <a:r>
              <a:rPr lang="en-US" altLang="zh-CN" dirty="0"/>
              <a:t>c</a:t>
            </a:r>
            <a:r>
              <a:rPr lang="zh-CN" altLang="en-US" dirty="0"/>
              <a:t>实现？</a:t>
            </a:r>
          </a:p>
        </p:txBody>
      </p:sp>
    </p:spTree>
    <p:extLst>
      <p:ext uri="{BB962C8B-B14F-4D97-AF65-F5344CB8AC3E}">
        <p14:creationId xmlns:p14="http://schemas.microsoft.com/office/powerpoint/2010/main" val="31634556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6AA48-1A73-C56D-9722-D0595EDFD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FD070C8-03BF-00F8-2511-40559EBD1E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4A10BC0-6EEE-4FC3-9CB4-D0EB10814C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46456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7F633-9DDA-7D38-D4E0-08E31F258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CB9BA94-7FD9-4C42-7D2B-1D10A4263D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8A71E78-95A9-E769-1A15-998B025FD9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3745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07947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82434-6F4A-DEBA-4D3E-1D972A515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2C80EA0-7700-812D-D552-2878E0849E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6ED796E-39E3-25B4-DF7C-6C4FB09B82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04540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2396E-AA73-785B-016A-C1B8A9693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F8A84C2-9FA5-D7D4-56DC-2EABED212B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4EEF23B-C0CF-6EE2-D0B8-4FD094FB2D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73021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464D8-521B-D632-9E7A-A74FB9D0D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E01F231-6253-24CF-2B41-9DCEE975C6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1C65E35-79C6-4522-59A2-B01998CF61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68474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805679-9531-8FFD-9049-1417FB87E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72EDD31-CE8A-2A02-F3A7-64EDDA944C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1C1D32A-0549-A942-8580-B836A95482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基于矢量数据裁剪：</a:t>
            </a:r>
            <a:r>
              <a:rPr lang="en-US" altLang="zh-CN" dirty="0" err="1"/>
              <a:t>raterio.mask.mask</a:t>
            </a:r>
            <a:r>
              <a:rPr lang="en-US" altLang="zh-CN" dirty="0"/>
              <a:t>()</a:t>
            </a:r>
            <a:r>
              <a:rPr lang="zh-CN" altLang="en-US" dirty="0"/>
              <a:t>，栅格数据分析会涉及</a:t>
            </a:r>
          </a:p>
        </p:txBody>
      </p:sp>
    </p:spTree>
    <p:extLst>
      <p:ext uri="{BB962C8B-B14F-4D97-AF65-F5344CB8AC3E}">
        <p14:creationId xmlns:p14="http://schemas.microsoft.com/office/powerpoint/2010/main" val="257745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8931D-C563-7FCF-6189-ED3C4E010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B6CD75A-49D2-C094-EB13-E8BD40F514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AE29939-7DD0-E065-964F-A416967547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基于矢量数据裁剪：高效处理用</a:t>
            </a:r>
            <a:r>
              <a:rPr lang="en-US" altLang="zh-CN" dirty="0" err="1"/>
              <a:t>raterio.mask.mask</a:t>
            </a:r>
            <a:r>
              <a:rPr lang="en-US" altLang="zh-CN" dirty="0"/>
              <a:t>()</a:t>
            </a:r>
            <a:r>
              <a:rPr lang="zh-CN" altLang="en-US" dirty="0"/>
              <a:t>。栅格数据分析中用到再讲解。</a:t>
            </a:r>
          </a:p>
        </p:txBody>
      </p:sp>
    </p:spTree>
    <p:extLst>
      <p:ext uri="{BB962C8B-B14F-4D97-AF65-F5344CB8AC3E}">
        <p14:creationId xmlns:p14="http://schemas.microsoft.com/office/powerpoint/2010/main" val="14447252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AD157-C319-9939-A61F-4EC0035E5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5958E63-4BEA-8A81-5604-F064FCA86D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84CEEDA-9AD8-8F90-DB26-E148FAA305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波段合并也是</a:t>
            </a:r>
            <a:r>
              <a:rPr lang="en-US" altLang="zh-CN" dirty="0"/>
              <a:t>Merge</a:t>
            </a:r>
            <a:r>
              <a:rPr lang="zh-CN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7715551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28006-A30A-675B-75C8-32816009E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6594A02-75DD-E981-1424-24555CE0CE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E0D24ED-22D1-0DAA-23BB-D3D4C876A3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876391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60998-BE1D-BC27-07D4-9C27807DE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2822098-CF85-E84E-5FE3-FDC7F3C653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8288427-06BA-6349-EA53-9A38E5F980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代码自行实现</a:t>
            </a:r>
          </a:p>
        </p:txBody>
      </p:sp>
    </p:spTree>
    <p:extLst>
      <p:ext uri="{BB962C8B-B14F-4D97-AF65-F5344CB8AC3E}">
        <p14:creationId xmlns:p14="http://schemas.microsoft.com/office/powerpoint/2010/main" val="331984491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255D3-CD9B-36D7-2878-04BBF599A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E9A4447-D81F-9480-6DC0-CD0306DE4B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1B3B9B5-2AC5-E163-1A3B-F1E767B752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13298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4470730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308400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DFA38-F01B-F26C-5315-95D30FD23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E6DB045-8924-D976-5C13-E23650E480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B01D272-A65D-54B0-D7F4-3FFB2F0C35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30824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rrowheads="1"/>
          </p:cNvSpPr>
          <p:nvPr userDrawn="1"/>
        </p:nvSpPr>
        <p:spPr bwMode="auto">
          <a:xfrm>
            <a:off x="0" y="2276475"/>
            <a:ext cx="12192000" cy="369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defRPr/>
            </a:pPr>
            <a:endParaRPr kumimoji="0" lang="zh-CN" altLang="en-US" sz="2400">
              <a:solidFill>
                <a:prstClr val="white"/>
              </a:solidFill>
              <a:cs typeface="+mn-cs"/>
            </a:endParaRPr>
          </a:p>
        </p:txBody>
      </p:sp>
      <p:sp>
        <p:nvSpPr>
          <p:cNvPr id="5" name="矩形 4"/>
          <p:cNvSpPr>
            <a:spLocks noChangeArrowheads="1"/>
          </p:cNvSpPr>
          <p:nvPr userDrawn="1"/>
        </p:nvSpPr>
        <p:spPr bwMode="auto">
          <a:xfrm>
            <a:off x="0" y="2203450"/>
            <a:ext cx="12192000" cy="3693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defRPr/>
            </a:pPr>
            <a:endParaRPr kumimoji="0" lang="zh-CN" altLang="en-US" sz="2400">
              <a:solidFill>
                <a:prstClr val="white"/>
              </a:solidFill>
              <a:cs typeface="+mn-cs"/>
            </a:endParaRPr>
          </a:p>
        </p:txBody>
      </p:sp>
      <p:sp>
        <p:nvSpPr>
          <p:cNvPr id="6" name="矩形 5"/>
          <p:cNvSpPr>
            <a:spLocks noChangeArrowheads="1"/>
          </p:cNvSpPr>
          <p:nvPr userDrawn="1"/>
        </p:nvSpPr>
        <p:spPr bwMode="auto">
          <a:xfrm>
            <a:off x="0" y="4870450"/>
            <a:ext cx="12192000" cy="3693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defRPr/>
            </a:pPr>
            <a:endParaRPr kumimoji="0" lang="zh-CN" altLang="en-US" sz="2400">
              <a:solidFill>
                <a:prstClr val="white"/>
              </a:solidFill>
              <a:cs typeface="+mn-cs"/>
            </a:endParaRPr>
          </a:p>
        </p:txBody>
      </p:sp>
      <p:sp>
        <p:nvSpPr>
          <p:cNvPr id="32860" name="Rectangle 92"/>
          <p:cNvSpPr>
            <a:spLocks noGrp="1" noChangeArrowheads="1"/>
          </p:cNvSpPr>
          <p:nvPr>
            <p:ph type="ctrTitle"/>
          </p:nvPr>
        </p:nvSpPr>
        <p:spPr>
          <a:xfrm>
            <a:off x="2438400" y="1828800"/>
            <a:ext cx="9245600" cy="236220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2861" name="Rectangle 93"/>
          <p:cNvSpPr>
            <a:spLocks noGrp="1" noChangeArrowheads="1"/>
          </p:cNvSpPr>
          <p:nvPr>
            <p:ph type="subTitle" idx="1"/>
          </p:nvPr>
        </p:nvSpPr>
        <p:spPr>
          <a:xfrm>
            <a:off x="2438400" y="4572000"/>
            <a:ext cx="9245600" cy="1295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2436137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3117" y="981076"/>
            <a:ext cx="10363200" cy="51847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B8E54011-88F9-4C11-89A5-A0E112247FE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2929668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6530964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981076"/>
            <a:ext cx="5080000" cy="51847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981076"/>
            <a:ext cx="5080000" cy="51847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834531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114205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7374188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5873896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5831683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2014974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3117" y="981076"/>
            <a:ext cx="10363200" cy="51847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888876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144000" y="-26988"/>
            <a:ext cx="3048000" cy="6192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-26988"/>
            <a:ext cx="8940800" cy="6192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1798699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0" y="-26988"/>
            <a:ext cx="12192000" cy="6192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1823186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26988"/>
            <a:ext cx="12192000" cy="7921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914400" y="981076"/>
            <a:ext cx="10363200" cy="5184775"/>
          </a:xfrm>
          <a:prstGeom prst="rect">
            <a:avLst/>
          </a:prstGeo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4297495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26988"/>
            <a:ext cx="12192000" cy="7921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914400" y="981076"/>
            <a:ext cx="5080000" cy="51847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981076"/>
            <a:ext cx="5080000" cy="51847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9009045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473" name="Picture 1" descr="D:\5万更新包奖PPT\张嘉\PPT用图\2.整饰相关\整饰 周老师改\5 31整饰-1副本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1"/>
            <a:ext cx="12192000" cy="6858001"/>
          </a:xfrm>
          <a:prstGeom prst="rect">
            <a:avLst/>
          </a:prstGeom>
          <a:noFill/>
        </p:spPr>
      </p:pic>
      <p:sp>
        <p:nvSpPr>
          <p:cNvPr id="2" name="大标题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71546"/>
          </a:xfrm>
          <a:prstGeom prst="rect">
            <a:avLst/>
          </a:prstGeom>
        </p:spPr>
        <p:txBody>
          <a:bodyPr anchor="ctr"/>
          <a:lstStyle>
            <a:lvl1pPr algn="ctr">
              <a:defRPr lang="zh-CN" altLang="en-US" sz="3600" b="1" dirty="0">
                <a:ln w="190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534771050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gradFill rotWithShape="1">
          <a:gsLst>
            <a:gs pos="0">
              <a:schemeClr val="bg1">
                <a:tint val="80000"/>
                <a:satMod val="300000"/>
              </a:schemeClr>
            </a:gs>
            <a:gs pos="100000">
              <a:schemeClr val="bg1">
                <a:lumMod val="9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8659729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6130869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309685" y="6467405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Page </a:t>
            </a:r>
            <a:fld id="{5B7D6B44-8869-44D6-9B46-FD9D3C769EB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任意多边形 9"/>
          <p:cNvSpPr/>
          <p:nvPr userDrawn="1"/>
        </p:nvSpPr>
        <p:spPr>
          <a:xfrm>
            <a:off x="0" y="6395396"/>
            <a:ext cx="12192000" cy="0"/>
          </a:xfrm>
          <a:custGeom>
            <a:avLst/>
            <a:gdLst>
              <a:gd name="connsiteX0" fmla="*/ 0 w 9144000"/>
              <a:gd name="connsiteY0" fmla="*/ 0 h 0"/>
              <a:gd name="connsiteX1" fmla="*/ 9144000 w 91440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" y="8526"/>
            <a:ext cx="10699751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556853612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609398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30629FCA-9BCC-4D94-BCF1-50AA18210C8D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59554218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480EE588-B514-4B83-883F-1A90AE4C4A85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0249880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3945235"/>
            <a:ext cx="10363200" cy="461665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0523AAF6-DDDF-4D98-B1C8-197F7B964DB6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44115387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33918" y="1087439"/>
            <a:ext cx="5369983" cy="233294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07100" y="1087439"/>
            <a:ext cx="5369984" cy="233294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DAC03A7A-4C91-400B-8A5E-521C0E46A7DC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6186905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39344"/>
            <a:ext cx="5386917" cy="53553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20436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639344"/>
            <a:ext cx="5389033" cy="53553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20436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CE4B736F-8802-4601-81EF-2D08228E192A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92782090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94C19E30-39C3-491E-99F3-94FA9B6A4A6B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21323634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B5CB6EDE-C31E-48F8-B56E-C83A2C11E3AC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80110239"/>
      </p:ext>
    </p:extLst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266534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35086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AB753CBF-8E7A-41BE-9CDE-C113C4033482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75091782"/>
      </p:ext>
    </p:extLst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68326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35086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30D5458A-7C4D-4972-829E-0613074E0F8A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56758884"/>
      </p:ext>
    </p:extLst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917676" y="1087439"/>
            <a:ext cx="3459409" cy="2332946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BB72497E-EDC7-4CBF-BBB7-C88B46A92B86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88231793"/>
      </p:ext>
    </p:extLst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76218" y="115889"/>
            <a:ext cx="2891367" cy="32416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530674" y="115889"/>
            <a:ext cx="2942344" cy="32416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86B5A12F-F1D3-4E67-A43C-D26EBF5447F7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47561410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43801" y="8526"/>
            <a:ext cx="10699751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9" name="同侧圆角矩形 8"/>
          <p:cNvSpPr/>
          <p:nvPr userDrawn="1"/>
        </p:nvSpPr>
        <p:spPr>
          <a:xfrm rot="5400000">
            <a:off x="6030021" y="-5257469"/>
            <a:ext cx="72000" cy="12132043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zh-CN" altLang="en-US" sz="1800" b="0">
              <a:solidFill>
                <a:srgbClr val="FFFFFF"/>
              </a:solidFill>
            </a:endParaRPr>
          </a:p>
        </p:txBody>
      </p:sp>
      <p:sp>
        <p:nvSpPr>
          <p:cNvPr id="10" name="同侧圆角矩形 9"/>
          <p:cNvSpPr/>
          <p:nvPr userDrawn="1"/>
        </p:nvSpPr>
        <p:spPr>
          <a:xfrm rot="5400000" flipH="1">
            <a:off x="11385532" y="38088"/>
            <a:ext cx="72000" cy="1540935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zh-CN" altLang="en-US" sz="1800" b="0">
              <a:solidFill>
                <a:srgbClr val="FFFFFF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fld id="{B8E54011-88F9-4C11-89A5-A0E112247FE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4774" r:id="rId1"/>
    <p:sldLayoutId id="2147484775" r:id="rId2"/>
    <p:sldLayoutId id="2147484776" r:id="rId3"/>
    <p:sldLayoutId id="2147484777" r:id="rId4"/>
    <p:sldLayoutId id="2147484778" r:id="rId5"/>
    <p:sldLayoutId id="2147484779" r:id="rId6"/>
    <p:sldLayoutId id="2147484780" r:id="rId7"/>
    <p:sldLayoutId id="2147484781" r:id="rId8"/>
    <p:sldLayoutId id="2147484782" r:id="rId9"/>
    <p:sldLayoutId id="2147484783" r:id="rId10"/>
    <p:sldLayoutId id="2147484784" r:id="rId11"/>
    <p:sldLayoutId id="2147484785" r:id="rId12"/>
    <p:sldLayoutId id="2147484786" r:id="rId13"/>
    <p:sldLayoutId id="2147484787" r:id="rId14"/>
    <p:sldLayoutId id="2147484788" r:id="rId15"/>
    <p:sldLayoutId id="2147484789" r:id="rId16"/>
    <p:sldLayoutId id="2147484790" r:id="rId17"/>
    <p:sldLayoutId id="2147484954" r:id="rId18"/>
  </p:sldLayoutIdLst>
  <p:transition>
    <p:fade/>
  </p:transition>
  <p:hf hdr="0" ftr="0" dt="0"/>
  <p:txStyles>
    <p:titleStyle>
      <a:lvl1pPr marL="0" indent="88900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+mj-lt"/>
          <a:ea typeface="+mj-ea"/>
          <a:cs typeface="微软雅黑" charset="0"/>
        </a:defRPr>
      </a:lvl1pPr>
      <a:lvl2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2pPr>
      <a:lvl3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3pPr>
      <a:lvl4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4pPr>
      <a:lvl5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80000"/>
        <a:buChar char="•"/>
        <a:defRPr kumimoji="1" sz="2800">
          <a:solidFill>
            <a:schemeClr val="bg2"/>
          </a:solidFill>
          <a:latin typeface="+mn-lt"/>
          <a:ea typeface="+mn-ea"/>
          <a:cs typeface="微软雅黑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SzPct val="75000"/>
        <a:buChar char="–"/>
        <a:defRPr kumimoji="1" sz="2400">
          <a:solidFill>
            <a:schemeClr val="bg2"/>
          </a:solidFill>
          <a:latin typeface="+mn-lt"/>
          <a:ea typeface="+mn-ea"/>
          <a:cs typeface="微软雅黑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Char char="•"/>
        <a:defRPr kumimoji="1" sz="2000">
          <a:solidFill>
            <a:schemeClr val="bg2"/>
          </a:solidFill>
          <a:latin typeface="+mn-lt"/>
          <a:ea typeface="+mn-ea"/>
          <a:cs typeface="微软雅黑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bg2"/>
          </a:solidFill>
          <a:latin typeface="+mn-lt"/>
          <a:ea typeface="+mn-ea"/>
          <a:cs typeface="微软雅黑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»"/>
        <a:defRPr kumimoji="1" sz="2000">
          <a:solidFill>
            <a:schemeClr val="bg2"/>
          </a:solidFill>
          <a:latin typeface="+mn-lt"/>
          <a:ea typeface="+mn-ea"/>
          <a:cs typeface="微软雅黑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12" descr="bg3-LINE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1" y="1"/>
            <a:ext cx="12189884" cy="6856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43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0" y="115889"/>
            <a:ext cx="11567584" cy="6492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标题文本样式：黑体</a:t>
            </a:r>
            <a:r>
              <a:rPr lang="en-US" altLang="zh-CN"/>
              <a:t>/34</a:t>
            </a:r>
            <a:r>
              <a:rPr lang="zh-CN" altLang="en-US"/>
              <a:t>号  </a:t>
            </a:r>
            <a:r>
              <a:rPr lang="en-US" altLang="zh-CN"/>
              <a:t>Arial/34pt</a:t>
            </a:r>
          </a:p>
        </p:txBody>
      </p:sp>
      <p:sp>
        <p:nvSpPr>
          <p:cNvPr id="10244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33918" y="1087439"/>
            <a:ext cx="10943167" cy="233294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lvl="0"/>
            <a:r>
              <a:rPr lang="zh-CN" altLang="en-US"/>
              <a:t>第一级内容文本样式：黑体</a:t>
            </a:r>
            <a:r>
              <a:rPr lang="en-US" altLang="zh-CN"/>
              <a:t>/28</a:t>
            </a:r>
            <a:r>
              <a:rPr lang="zh-CN" altLang="en-US"/>
              <a:t>号  </a:t>
            </a:r>
            <a:r>
              <a:rPr lang="en-US" altLang="zh-CN"/>
              <a:t>Arial/28pt</a:t>
            </a:r>
          </a:p>
          <a:p>
            <a:pPr lvl="1"/>
            <a:r>
              <a:rPr lang="zh-CN" altLang="en-US"/>
              <a:t>第二级内容文本样式：黑体</a:t>
            </a:r>
            <a:r>
              <a:rPr lang="en-US" altLang="zh-CN"/>
              <a:t>/24</a:t>
            </a:r>
            <a:r>
              <a:rPr lang="zh-CN" altLang="en-US"/>
              <a:t>号  </a:t>
            </a:r>
            <a:r>
              <a:rPr lang="en-US" altLang="zh-CN"/>
              <a:t>Arial/24pt</a:t>
            </a:r>
          </a:p>
          <a:p>
            <a:pPr lvl="2"/>
            <a:r>
              <a:rPr lang="zh-CN" altLang="en-US"/>
              <a:t>第三级内容文本样式：黑体</a:t>
            </a:r>
            <a:r>
              <a:rPr lang="en-US" altLang="zh-CN"/>
              <a:t>/20</a:t>
            </a:r>
            <a:r>
              <a:rPr lang="zh-CN" altLang="en-US"/>
              <a:t>号  </a:t>
            </a:r>
            <a:r>
              <a:rPr lang="en-US" altLang="zh-CN"/>
              <a:t>Arial/20pt</a:t>
            </a:r>
          </a:p>
          <a:p>
            <a:pPr lvl="3"/>
            <a:r>
              <a:rPr lang="zh-CN" altLang="en-US"/>
              <a:t>第四级内容文本样式：黑体</a:t>
            </a:r>
            <a:r>
              <a:rPr lang="en-US" altLang="zh-CN"/>
              <a:t>/18</a:t>
            </a:r>
            <a:r>
              <a:rPr lang="zh-CN" altLang="en-US"/>
              <a:t>号  </a:t>
            </a:r>
            <a:r>
              <a:rPr lang="en-US" altLang="zh-CN"/>
              <a:t>Arial/18pt</a:t>
            </a:r>
          </a:p>
          <a:p>
            <a:pPr lvl="4"/>
            <a:r>
              <a:rPr lang="zh-CN" altLang="en-US"/>
              <a:t>第五级内容文本样式：黑体</a:t>
            </a:r>
            <a:r>
              <a:rPr lang="en-US" altLang="zh-CN"/>
              <a:t>/16</a:t>
            </a:r>
            <a:r>
              <a:rPr lang="zh-CN" altLang="en-US"/>
              <a:t>号  </a:t>
            </a:r>
            <a:r>
              <a:rPr lang="en-US" altLang="zh-CN"/>
              <a:t>Arial/16pt</a:t>
            </a:r>
          </a:p>
        </p:txBody>
      </p:sp>
      <p:sp>
        <p:nvSpPr>
          <p:cNvPr id="306181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203267" y="6499226"/>
            <a:ext cx="2844800" cy="212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0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r>
              <a:rPr lang="en-US" altLang="zh-CN"/>
              <a:t> </a:t>
            </a:r>
            <a:fld id="{0FF7CBF9-F9A5-4695-8B7F-69B64C2D809A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46206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87" r:id="rId1"/>
    <p:sldLayoutId id="2147484988" r:id="rId2"/>
    <p:sldLayoutId id="2147484989" r:id="rId3"/>
    <p:sldLayoutId id="2147484990" r:id="rId4"/>
    <p:sldLayoutId id="2147484991" r:id="rId5"/>
    <p:sldLayoutId id="2147484992" r:id="rId6"/>
    <p:sldLayoutId id="2147484993" r:id="rId7"/>
    <p:sldLayoutId id="2147484994" r:id="rId8"/>
    <p:sldLayoutId id="2147484995" r:id="rId9"/>
    <p:sldLayoutId id="2147484996" r:id="rId10"/>
    <p:sldLayoutId id="2147484997" r:id="rId11"/>
  </p:sldLayoutIdLst>
  <p:transition/>
  <p:hf hdr="0" ftr="0" dt="0"/>
  <p:txStyles>
    <p:titleStyle>
      <a:lvl1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+mj-lt"/>
          <a:ea typeface="+mj-ea"/>
          <a:cs typeface="+mj-cs"/>
        </a:defRPr>
      </a:lvl1pPr>
      <a:lvl2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2pPr>
      <a:lvl3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3pPr>
      <a:lvl4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4pPr>
      <a:lvl5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5pPr>
      <a:lvl6pPr marL="8191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6pPr>
      <a:lvl7pPr marL="12763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7pPr>
      <a:lvl8pPr marL="17335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8pPr>
      <a:lvl9pPr marL="21907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9pPr>
    </p:titleStyle>
    <p:bodyStyle>
      <a:lvl1pPr marL="180975" indent="-180975" algn="l" rtl="0" eaLnBrk="0" fontAlgn="ctr" hangingPunct="0">
        <a:lnSpc>
          <a:spcPct val="120000"/>
        </a:lnSpc>
        <a:spcBef>
          <a:spcPct val="50000"/>
        </a:spcBef>
        <a:spcAft>
          <a:spcPct val="0"/>
        </a:spcAft>
        <a:buClr>
          <a:srgbClr val="00246C"/>
        </a:buClr>
        <a:buSzPct val="80000"/>
        <a:buFont typeface="Wingdings" panose="05000000000000000000" pitchFamily="2" charset="2"/>
        <a:buChar char="n"/>
        <a:defRPr sz="2800" b="1">
          <a:solidFill>
            <a:srgbClr val="00246C"/>
          </a:solidFill>
          <a:latin typeface="+mn-lt"/>
          <a:ea typeface="+mn-ea"/>
          <a:cs typeface="+mn-cs"/>
        </a:defRPr>
      </a:lvl1pPr>
      <a:lvl2pPr marL="541655" indent="-180975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0000CC"/>
        </a:buClr>
        <a:buSzPct val="80000"/>
        <a:buFont typeface="Wingdings" panose="05000000000000000000" pitchFamily="2" charset="2"/>
        <a:buChar char="n"/>
        <a:defRPr sz="2400" b="1">
          <a:solidFill>
            <a:srgbClr val="0000CC"/>
          </a:solidFill>
          <a:latin typeface="+mn-lt"/>
          <a:ea typeface="+mn-ea"/>
        </a:defRPr>
      </a:lvl2pPr>
      <a:lvl3pPr marL="895350" indent="-174625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3333FF"/>
        </a:buClr>
        <a:buSzPct val="80000"/>
        <a:buFont typeface="Wingdings" panose="05000000000000000000" pitchFamily="2" charset="2"/>
        <a:buChar char="n"/>
        <a:defRPr sz="2000">
          <a:solidFill>
            <a:srgbClr val="3333FF"/>
          </a:solidFill>
          <a:latin typeface="+mn-lt"/>
          <a:ea typeface="+mn-ea"/>
        </a:defRPr>
      </a:lvl3pPr>
      <a:lvl4pPr marL="1256030" indent="-180975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6699FF"/>
        </a:buClr>
        <a:buSzPct val="80000"/>
        <a:buFont typeface="Wingdings" panose="05000000000000000000" pitchFamily="2" charset="2"/>
        <a:buChar char="n"/>
        <a:defRPr sz="2000">
          <a:solidFill>
            <a:srgbClr val="6699FF"/>
          </a:solidFill>
          <a:latin typeface="+mn-lt"/>
          <a:ea typeface="+mn-ea"/>
        </a:defRPr>
      </a:lvl4pPr>
      <a:lvl5pPr marL="1619250" indent="-184150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5pPr>
      <a:lvl6pPr marL="20764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6pPr>
      <a:lvl7pPr marL="25336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7pPr>
      <a:lvl8pPr marL="29908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8pPr>
      <a:lvl9pPr marL="34480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rasterio.readthedocs.io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7"/>
          <p:cNvSpPr>
            <a:spLocks noChangeArrowheads="1"/>
          </p:cNvSpPr>
          <p:nvPr/>
        </p:nvSpPr>
        <p:spPr bwMode="auto">
          <a:xfrm>
            <a:off x="1843693" y="1685332"/>
            <a:ext cx="8501204" cy="1917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defRPr/>
            </a:pPr>
            <a:r>
              <a:rPr lang="zh-CN" altLang="en-US" sz="5400" b="1" dirty="0">
                <a:solidFill>
                  <a:srgbClr val="FF0000"/>
                </a:solidFill>
                <a:latin typeface="微软雅黑"/>
                <a:ea typeface="微软雅黑"/>
              </a:rPr>
              <a:t>遥感影像数据处理程序设计</a:t>
            </a:r>
            <a:endParaRPr lang="zh-CN" altLang="zh-CN" sz="5400" b="1" dirty="0">
              <a:solidFill>
                <a:srgbClr val="FF0000"/>
              </a:solidFill>
              <a:latin typeface="微软雅黑"/>
              <a:ea typeface="微软雅黑"/>
            </a:endParaRPr>
          </a:p>
        </p:txBody>
      </p:sp>
      <p:sp>
        <p:nvSpPr>
          <p:cNvPr id="25" name="Rectangle 8"/>
          <p:cNvSpPr>
            <a:spLocks noChangeArrowheads="1"/>
          </p:cNvSpPr>
          <p:nvPr/>
        </p:nvSpPr>
        <p:spPr bwMode="auto">
          <a:xfrm>
            <a:off x="1677909" y="3931738"/>
            <a:ext cx="8809022" cy="143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  <a:buSzPct val="80000"/>
              <a:defRPr/>
            </a:pPr>
            <a:r>
              <a:rPr lang="zh-CN" altLang="en-US" sz="2800" b="1" dirty="0">
                <a:solidFill>
                  <a:srgbClr val="002060"/>
                </a:solidFill>
                <a:latin typeface="微软雅黑"/>
                <a:ea typeface="微软雅黑"/>
                <a:cs typeface="微软雅黑" charset="0"/>
              </a:rPr>
              <a:t>罗 新</a:t>
            </a:r>
            <a:endParaRPr lang="en-US" altLang="zh-CN" sz="2800" b="1" dirty="0">
              <a:solidFill>
                <a:srgbClr val="002060"/>
              </a:solidFill>
              <a:latin typeface="微软雅黑"/>
              <a:ea typeface="微软雅黑"/>
              <a:cs typeface="微软雅黑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SzPct val="80000"/>
              <a:defRPr/>
            </a:pPr>
            <a:r>
              <a:rPr lang="zh-CN" altLang="en-US" sz="2800" b="1" dirty="0">
                <a:solidFill>
                  <a:srgbClr val="002060"/>
                </a:solidFill>
                <a:latin typeface="微软雅黑"/>
                <a:ea typeface="微软雅黑"/>
                <a:cs typeface="微软雅黑" charset="0"/>
              </a:rPr>
              <a:t>云南大学 地球科学学院</a:t>
            </a:r>
            <a:endParaRPr lang="en-US" altLang="zh-CN" sz="2800" b="1" dirty="0">
              <a:solidFill>
                <a:srgbClr val="002060"/>
              </a:solidFill>
              <a:latin typeface="微软雅黑"/>
              <a:ea typeface="微软雅黑"/>
              <a:cs typeface="微软雅黑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SzPct val="80000"/>
              <a:defRPr/>
            </a:pPr>
            <a:endParaRPr lang="zh-CN" altLang="en-US" sz="3200" b="1" dirty="0">
              <a:solidFill>
                <a:srgbClr val="002060"/>
              </a:solidFill>
              <a:latin typeface="微软雅黑"/>
              <a:ea typeface="微软雅黑"/>
              <a:cs typeface="微软雅黑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80000"/>
              <a:defRPr/>
            </a:pPr>
            <a:endParaRPr lang="en-US" altLang="zh-CN" dirty="0">
              <a:solidFill>
                <a:srgbClr val="002060"/>
              </a:solidFill>
              <a:latin typeface="微软雅黑"/>
              <a:ea typeface="微软雅黑"/>
              <a:cs typeface="微软雅黑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80000"/>
              <a:defRPr/>
            </a:pPr>
            <a:endParaRPr lang="en-US" altLang="zh-CN" dirty="0">
              <a:solidFill>
                <a:srgbClr val="002060"/>
              </a:solidFill>
              <a:latin typeface="微软雅黑"/>
              <a:ea typeface="微软雅黑"/>
              <a:cs typeface="微软雅黑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80000"/>
              <a:defRPr/>
            </a:pPr>
            <a:endParaRPr lang="en-US" altLang="zh-CN" sz="2000" dirty="0">
              <a:solidFill>
                <a:srgbClr val="002060"/>
              </a:solidFill>
              <a:latin typeface="微软雅黑"/>
              <a:ea typeface="微软雅黑"/>
              <a:cs typeface="微软雅黑" charset="0"/>
            </a:endParaRPr>
          </a:p>
        </p:txBody>
      </p:sp>
      <p:sp>
        <p:nvSpPr>
          <p:cNvPr id="54" name="矩形 53"/>
          <p:cNvSpPr/>
          <p:nvPr/>
        </p:nvSpPr>
        <p:spPr>
          <a:xfrm flipV="1">
            <a:off x="2316000" y="3614405"/>
            <a:ext cx="7560000" cy="45719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  <a:lumMod val="0"/>
                  <a:lumOff val="100000"/>
                  <a:alpha val="0"/>
                </a:schemeClr>
              </a:gs>
              <a:gs pos="50000">
                <a:schemeClr val="accent1"/>
              </a:gs>
              <a:gs pos="100000">
                <a:schemeClr val="accent1">
                  <a:tint val="23500"/>
                  <a:satMod val="160000"/>
                  <a:lumMod val="0"/>
                  <a:lumOff val="100000"/>
                  <a:alpha val="0"/>
                </a:schemeClr>
              </a:gs>
            </a:gsLst>
            <a:lin ang="10800000" scaled="1"/>
            <a:tileRect/>
          </a:gradFill>
        </p:spPr>
        <p:txBody>
          <a:bodyPr wrap="square" lIns="0" rtlCol="0" anchor="ctr">
            <a:noAutofit/>
          </a:bodyPr>
          <a:lstStyle/>
          <a:p>
            <a:pPr algn="l">
              <a:defRPr/>
            </a:pPr>
            <a:endParaRPr lang="zh-CN" altLang="en-US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2515BE6-09AD-694B-8839-0C2DC98FAD34}"/>
              </a:ext>
            </a:extLst>
          </p:cNvPr>
          <p:cNvSpPr/>
          <p:nvPr/>
        </p:nvSpPr>
        <p:spPr>
          <a:xfrm>
            <a:off x="1831819" y="5474698"/>
            <a:ext cx="8627953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000" dirty="0">
                <a:solidFill>
                  <a:prstClr val="black"/>
                </a:solidFill>
                <a:latin typeface="微软雅黑"/>
                <a:ea typeface="微软雅黑"/>
              </a:rPr>
              <a:t>邮箱</a:t>
            </a:r>
            <a:r>
              <a:rPr lang="en-CN" sz="2000" dirty="0">
                <a:solidFill>
                  <a:prstClr val="black"/>
                </a:solidFill>
                <a:latin typeface="微软雅黑"/>
                <a:ea typeface="微软雅黑"/>
              </a:rPr>
              <a:t>: xinluo_xin@ynu.edu.cn</a:t>
            </a:r>
          </a:p>
          <a:p>
            <a:pPr>
              <a:defRPr/>
            </a:pPr>
            <a:r>
              <a:rPr lang="en-CN" sz="2000" dirty="0">
                <a:solidFill>
                  <a:prstClr val="black"/>
                </a:solidFill>
                <a:latin typeface="微软雅黑"/>
                <a:ea typeface="微软雅黑"/>
              </a:rPr>
              <a:t>地址</a:t>
            </a:r>
            <a:r>
              <a:rPr lang="zh-CN" altLang="en-US" sz="2000" dirty="0">
                <a:solidFill>
                  <a:prstClr val="black"/>
                </a:solidFill>
                <a:latin typeface="微软雅黑"/>
                <a:ea typeface="微软雅黑"/>
              </a:rPr>
              <a:t>：地球科学学院</a:t>
            </a:r>
            <a:r>
              <a:rPr lang="en-US" altLang="zh-CN" sz="2000" dirty="0">
                <a:solidFill>
                  <a:prstClr val="black"/>
                </a:solidFill>
                <a:latin typeface="微软雅黑"/>
                <a:ea typeface="微软雅黑"/>
              </a:rPr>
              <a:t>1327</a:t>
            </a:r>
            <a:r>
              <a:rPr lang="zh-CN" altLang="en-US" sz="2000" dirty="0">
                <a:solidFill>
                  <a:prstClr val="black"/>
                </a:solidFill>
                <a:latin typeface="微软雅黑"/>
                <a:ea typeface="微软雅黑"/>
              </a:rPr>
              <a:t>办公室</a:t>
            </a:r>
            <a:endParaRPr lang="en-CN" sz="2000" dirty="0">
              <a:solidFill>
                <a:prstClr val="black"/>
              </a:solidFill>
              <a:latin typeface="微软雅黑"/>
              <a:ea typeface="微软雅黑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A20417-E7CA-C285-EB98-9BD26873E8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522" y="92151"/>
            <a:ext cx="2866773" cy="10126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79EB157-7CF0-C636-5797-94C0A73AF8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6262" y="6259528"/>
            <a:ext cx="2996979" cy="62299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375549C-74EF-2C8F-6432-2C52B803FB1B}"/>
              </a:ext>
            </a:extLst>
          </p:cNvPr>
          <p:cNvSpPr txBox="1"/>
          <p:nvPr/>
        </p:nvSpPr>
        <p:spPr>
          <a:xfrm>
            <a:off x="5442293" y="261082"/>
            <a:ext cx="62376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000" b="1" dirty="0">
                <a:solidFill>
                  <a:schemeClr val="bg2"/>
                </a:solidFill>
                <a:latin typeface="+mn-ea"/>
                <a:ea typeface="+mn-ea"/>
              </a:rPr>
              <a:t>云南大学</a:t>
            </a:r>
            <a:r>
              <a:rPr lang="en-US" altLang="zh-CN" sz="2000" b="1" dirty="0">
                <a:solidFill>
                  <a:schemeClr val="bg2"/>
                </a:solidFill>
                <a:latin typeface="+mn-ea"/>
                <a:ea typeface="+mn-ea"/>
              </a:rPr>
              <a:t>《</a:t>
            </a:r>
            <a:r>
              <a:rPr lang="en-CN" sz="2000" b="1" dirty="0">
                <a:solidFill>
                  <a:schemeClr val="bg2"/>
                </a:solidFill>
                <a:latin typeface="+mn-ea"/>
                <a:ea typeface="+mn-ea"/>
              </a:rPr>
              <a:t> </a:t>
            </a:r>
            <a:r>
              <a:rPr lang="zh-CN" altLang="en-US" sz="2000" b="1" dirty="0">
                <a:solidFill>
                  <a:schemeClr val="bg2"/>
                </a:solidFill>
                <a:latin typeface="+mn-ea"/>
                <a:ea typeface="+mn-ea"/>
              </a:rPr>
              <a:t>遥感影像数据</a:t>
            </a:r>
            <a:r>
              <a:rPr lang="en-CN" sz="2000" b="1" dirty="0">
                <a:solidFill>
                  <a:schemeClr val="bg2"/>
                </a:solidFill>
                <a:latin typeface="+mn-ea"/>
                <a:ea typeface="+mn-ea"/>
              </a:rPr>
              <a:t>处理</a:t>
            </a:r>
            <a:r>
              <a:rPr lang="zh-CN" altLang="en-US" sz="2000" b="1" dirty="0">
                <a:solidFill>
                  <a:schemeClr val="bg2"/>
                </a:solidFill>
                <a:latin typeface="+mn-ea"/>
                <a:ea typeface="+mn-ea"/>
              </a:rPr>
              <a:t>程序设计</a:t>
            </a:r>
            <a:r>
              <a:rPr lang="en-CN" sz="2000" b="1" dirty="0">
                <a:solidFill>
                  <a:schemeClr val="bg2"/>
                </a:solidFill>
                <a:latin typeface="+mn-ea"/>
                <a:ea typeface="+mn-ea"/>
              </a:rPr>
              <a:t> </a:t>
            </a:r>
            <a:r>
              <a:rPr lang="en-US" altLang="zh-CN" sz="2000" b="1" dirty="0">
                <a:solidFill>
                  <a:schemeClr val="bg2"/>
                </a:solidFill>
                <a:latin typeface="+mn-ea"/>
                <a:ea typeface="+mn-ea"/>
              </a:rPr>
              <a:t>》</a:t>
            </a:r>
            <a:r>
              <a:rPr lang="en-CN" sz="2000" b="1" dirty="0">
                <a:solidFill>
                  <a:schemeClr val="bg2"/>
                </a:solidFill>
                <a:latin typeface="+mn-ea"/>
                <a:ea typeface="+mn-ea"/>
              </a:rPr>
              <a:t>课程第</a:t>
            </a:r>
            <a:r>
              <a:rPr lang="zh-CN" altLang="en-US" sz="2000" b="1" dirty="0">
                <a:solidFill>
                  <a:schemeClr val="bg2"/>
                </a:solidFill>
                <a:latin typeface="+mn-ea"/>
                <a:ea typeface="+mn-ea"/>
              </a:rPr>
              <a:t>五</a:t>
            </a:r>
            <a:r>
              <a:rPr lang="en-CN" sz="2000" b="1" dirty="0">
                <a:solidFill>
                  <a:schemeClr val="bg2"/>
                </a:solidFill>
                <a:latin typeface="+mn-ea"/>
                <a:ea typeface="+mn-ea"/>
              </a:rPr>
              <a:t>章</a:t>
            </a:r>
          </a:p>
        </p:txBody>
      </p:sp>
    </p:spTree>
    <p:extLst>
      <p:ext uri="{BB962C8B-B14F-4D97-AF65-F5344CB8AC3E}">
        <p14:creationId xmlns:p14="http://schemas.microsoft.com/office/powerpoint/2010/main" val="1658607177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835696" cy="6858000"/>
          </a:xfrm>
          <a:prstGeom prst="rect">
            <a:avLst/>
          </a:prstGeom>
          <a:solidFill>
            <a:srgbClr val="0000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 sz="2800">
              <a:solidFill>
                <a:prstClr val="black"/>
              </a:solidFill>
              <a:latin typeface="Calibri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830208" y="196254"/>
            <a:ext cx="172355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6000" b="1" dirty="0">
                <a:solidFill>
                  <a:schemeClr val="accent1"/>
                </a:solidFill>
                <a:latin typeface="Arial"/>
                <a:ea typeface="微软雅黑"/>
              </a:rPr>
              <a:t>目录</a:t>
            </a:r>
            <a:endParaRPr lang="en-US" altLang="zh-CN" sz="6000" b="1" dirty="0">
              <a:solidFill>
                <a:schemeClr val="accent1"/>
              </a:solidFill>
              <a:latin typeface="Arial"/>
              <a:ea typeface="微软雅黑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FCAA61D-767A-24EA-9072-7425684288BB}"/>
              </a:ext>
            </a:extLst>
          </p:cNvPr>
          <p:cNvGrpSpPr/>
          <p:nvPr/>
        </p:nvGrpSpPr>
        <p:grpSpPr>
          <a:xfrm>
            <a:off x="1911318" y="2525113"/>
            <a:ext cx="6649831" cy="772176"/>
            <a:chOff x="2121802" y="2115450"/>
            <a:chExt cx="5221533" cy="576000"/>
          </a:xfrm>
        </p:grpSpPr>
        <p:sp>
          <p:nvSpPr>
            <p:cNvPr id="4" name="椭圆 9">
              <a:extLst>
                <a:ext uri="{FF2B5EF4-FFF2-40B4-BE49-F238E27FC236}">
                  <a16:creationId xmlns:a16="http://schemas.microsoft.com/office/drawing/2014/main" id="{E22E439B-4B3F-A527-61D0-3ED55D24E856}"/>
                </a:ext>
              </a:extLst>
            </p:cNvPr>
            <p:cNvSpPr/>
            <p:nvPr/>
          </p:nvSpPr>
          <p:spPr>
            <a:xfrm>
              <a:off x="2121802" y="2115450"/>
              <a:ext cx="576000" cy="576000"/>
            </a:xfrm>
            <a:prstGeom prst="ellipse">
              <a:avLst/>
            </a:prstGeom>
            <a:solidFill>
              <a:schemeClr val="tx1">
                <a:lumMod val="95000"/>
              </a:schemeClr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4000" b="1">
                  <a:solidFill>
                    <a:schemeClr val="accent1"/>
                  </a:solidFill>
                  <a:latin typeface="微软雅黑" pitchFamily="34" charset="-122"/>
                  <a:ea typeface="微软雅黑" pitchFamily="34" charset="-122"/>
                </a:rPr>
                <a:t>一</a:t>
              </a:r>
            </a:p>
          </p:txBody>
        </p:sp>
        <p:sp>
          <p:nvSpPr>
            <p:cNvPr id="5" name="矩形 11">
              <a:extLst>
                <a:ext uri="{FF2B5EF4-FFF2-40B4-BE49-F238E27FC236}">
                  <a16:creationId xmlns:a16="http://schemas.microsoft.com/office/drawing/2014/main" id="{494DAA55-5621-28DB-D255-E0EBB6C6477B}"/>
                </a:ext>
              </a:extLst>
            </p:cNvPr>
            <p:cNvSpPr/>
            <p:nvPr/>
          </p:nvSpPr>
          <p:spPr>
            <a:xfrm>
              <a:off x="2697802" y="2127599"/>
              <a:ext cx="4645533" cy="528043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l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4000" b="1" dirty="0">
                  <a:solidFill>
                    <a:schemeClr val="accent1"/>
                  </a:solidFill>
                  <a:highlight>
                    <a:srgbClr val="FFFFFF"/>
                  </a:highlight>
                  <a:latin typeface="Arial"/>
                  <a:ea typeface="微软雅黑"/>
                </a:rPr>
                <a:t>遥感影像读写与可视化</a:t>
              </a:r>
            </a:p>
          </p:txBody>
        </p:sp>
      </p:grpSp>
      <p:grpSp>
        <p:nvGrpSpPr>
          <p:cNvPr id="7" name="Group 2">
            <a:extLst>
              <a:ext uri="{FF2B5EF4-FFF2-40B4-BE49-F238E27FC236}">
                <a16:creationId xmlns:a16="http://schemas.microsoft.com/office/drawing/2014/main" id="{38153403-77F7-FEBC-59B4-677B01B56BAE}"/>
              </a:ext>
            </a:extLst>
          </p:cNvPr>
          <p:cNvGrpSpPr/>
          <p:nvPr/>
        </p:nvGrpSpPr>
        <p:grpSpPr>
          <a:xfrm>
            <a:off x="1918574" y="3869024"/>
            <a:ext cx="6403721" cy="718410"/>
            <a:chOff x="2121801" y="3511059"/>
            <a:chExt cx="5718901" cy="576331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49B4445E-E177-6843-5847-FA4834FD818C}"/>
                </a:ext>
              </a:extLst>
            </p:cNvPr>
            <p:cNvSpPr/>
            <p:nvPr/>
          </p:nvSpPr>
          <p:spPr>
            <a:xfrm>
              <a:off x="2121801" y="3511390"/>
              <a:ext cx="655111" cy="576000"/>
            </a:xfrm>
            <a:prstGeom prst="ellipse">
              <a:avLst/>
            </a:prstGeom>
            <a:solidFill>
              <a:schemeClr val="tx1">
                <a:lumMod val="95000"/>
              </a:schemeClr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4000" b="1" dirty="0">
                  <a:solidFill>
                    <a:schemeClr val="accent1"/>
                  </a:solidFill>
                  <a:latin typeface="微软雅黑" pitchFamily="34" charset="-122"/>
                  <a:ea typeface="微软雅黑" pitchFamily="34" charset="-122"/>
                </a:rPr>
                <a:t>二</a:t>
              </a: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98C442FE-135A-0540-D2D3-006C9F3EFC63}"/>
                </a:ext>
              </a:extLst>
            </p:cNvPr>
            <p:cNvSpPr/>
            <p:nvPr/>
          </p:nvSpPr>
          <p:spPr>
            <a:xfrm>
              <a:off x="2777899" y="3511059"/>
              <a:ext cx="5062803" cy="56788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l"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4000" b="1" dirty="0">
                  <a:solidFill>
                    <a:schemeClr val="accent1"/>
                  </a:solidFill>
                  <a:highlight>
                    <a:srgbClr val="FFFFFF"/>
                  </a:highlight>
                  <a:latin typeface="Arial"/>
                  <a:ea typeface="微软雅黑"/>
                </a:rPr>
                <a:t>遥感影像基本处理</a:t>
              </a:r>
              <a:endParaRPr lang="en-US" altLang="zh-CN" sz="4000" b="1" dirty="0">
                <a:solidFill>
                  <a:schemeClr val="accent1"/>
                </a:solidFill>
                <a:highlight>
                  <a:srgbClr val="FFFFFF"/>
                </a:highlight>
                <a:latin typeface="Arial"/>
                <a:ea typeface="微软雅黑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76120367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3471863"/>
            <a:ext cx="12192000" cy="15430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0" rtlCol="0" anchor="ctr">
            <a:noAutofit/>
          </a:bodyPr>
          <a:lstStyle/>
          <a:p>
            <a:pPr algn="l"/>
            <a:endParaRPr lang="zh-CN" altLang="en-US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54223" y="3868892"/>
            <a:ext cx="102119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4400" b="1" dirty="0">
                <a:latin typeface="微软雅黑" pitchFamily="34" charset="-122"/>
                <a:ea typeface="微软雅黑" pitchFamily="34" charset="-122"/>
              </a:rPr>
              <a:t>一、遥感影像读写与可视化</a:t>
            </a:r>
          </a:p>
        </p:txBody>
      </p:sp>
      <p:sp>
        <p:nvSpPr>
          <p:cNvPr id="8" name="矩形 7"/>
          <p:cNvSpPr/>
          <p:nvPr/>
        </p:nvSpPr>
        <p:spPr>
          <a:xfrm>
            <a:off x="0" y="5014912"/>
            <a:ext cx="12192000" cy="72000"/>
          </a:xfrm>
          <a:prstGeom prst="rect">
            <a:avLst/>
          </a:prstGeom>
          <a:solidFill>
            <a:schemeClr val="tx1">
              <a:lumMod val="75000"/>
            </a:schemeClr>
          </a:solidFill>
          <a:effectLst/>
        </p:spPr>
        <p:txBody>
          <a:bodyPr wrap="square" lIns="0" rtlCol="0" anchor="ctr">
            <a:noAutofit/>
          </a:bodyPr>
          <a:lstStyle/>
          <a:p>
            <a:pPr algn="l"/>
            <a:endParaRPr lang="zh-CN" altLang="en-US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92060385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47716-157F-0517-6E2D-C1B1560CA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B2C7EAF9-D474-88D3-1B50-E28CB476A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007" y="8526"/>
            <a:ext cx="12113993" cy="792162"/>
          </a:xfrm>
        </p:spPr>
        <p:txBody>
          <a:bodyPr/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一、遥感影像读写与可视化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AE5CF9F-0DB8-AD0E-1D7B-BE9833286390}"/>
              </a:ext>
            </a:extLst>
          </p:cNvPr>
          <p:cNvSpPr txBox="1"/>
          <p:nvPr/>
        </p:nvSpPr>
        <p:spPr>
          <a:xfrm>
            <a:off x="208015" y="846749"/>
            <a:ext cx="10142320" cy="662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800" b="1" dirty="0" err="1">
                <a:solidFill>
                  <a:srgbClr val="333333"/>
                </a:solidFill>
                <a:latin typeface="+mn-ea"/>
                <a:ea typeface="+mn-ea"/>
              </a:rPr>
              <a:t>Rasterio</a:t>
            </a: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库简介</a:t>
            </a:r>
            <a:endParaRPr lang="en-US" altLang="zh-CN" sz="28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6360130-2AF9-3333-DD74-1FDFCE87A2DC}"/>
              </a:ext>
            </a:extLst>
          </p:cNvPr>
          <p:cNvSpPr txBox="1"/>
          <p:nvPr/>
        </p:nvSpPr>
        <p:spPr>
          <a:xfrm>
            <a:off x="442032" y="1524484"/>
            <a:ext cx="9220128" cy="4448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500" b="1" dirty="0">
                <a:solidFill>
                  <a:schemeClr val="bg2"/>
                </a:solidFill>
                <a:latin typeface="+mn-ea"/>
                <a:ea typeface="+mn-ea"/>
              </a:rPr>
              <a:t>定义</a:t>
            </a:r>
            <a:r>
              <a:rPr lang="en-US" altLang="zh-CN" sz="2500" dirty="0">
                <a:solidFill>
                  <a:schemeClr val="bg2"/>
                </a:solidFill>
                <a:latin typeface="+mn-ea"/>
                <a:ea typeface="+mn-ea"/>
              </a:rPr>
              <a:t>: 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基于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GDAL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的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Python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库，专注遥感栅格数据的读写与处理</a:t>
            </a:r>
            <a:endParaRPr lang="en-US" altLang="zh-CN" sz="2500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2500" b="1" dirty="0">
                <a:solidFill>
                  <a:schemeClr val="bg2"/>
                </a:solidFill>
                <a:latin typeface="+mn-ea"/>
                <a:ea typeface="+mn-ea"/>
              </a:rPr>
              <a:t>核心优势</a:t>
            </a:r>
            <a:r>
              <a:rPr lang="en-US" altLang="zh-CN" sz="2500" dirty="0">
                <a:solidFill>
                  <a:schemeClr val="bg2"/>
                </a:solidFill>
                <a:latin typeface="+mn-ea"/>
                <a:ea typeface="+mn-ea"/>
              </a:rPr>
              <a:t>:</a:t>
            </a:r>
          </a:p>
          <a:p>
            <a:pPr algn="l">
              <a:lnSpc>
                <a:spcPct val="150000"/>
              </a:lnSpc>
            </a:pP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（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1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）简洁的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API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设计（告别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GDAL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复杂接口）；</a:t>
            </a:r>
            <a:endParaRPr lang="en-US" altLang="zh-CN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（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2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）高性能内存管理（处理大型数据集）；</a:t>
            </a:r>
            <a:endParaRPr lang="en-US" altLang="zh-CN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（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3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）无缝集成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NumPy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、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Pandas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等科学计算库。</a:t>
            </a:r>
            <a:endParaRPr lang="en-US" altLang="zh-CN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2500" b="1" dirty="0">
                <a:solidFill>
                  <a:schemeClr val="bg2"/>
                </a:solidFill>
                <a:latin typeface="+mn-ea"/>
                <a:ea typeface="+mn-ea"/>
              </a:rPr>
              <a:t>适用场景</a:t>
            </a:r>
            <a:r>
              <a:rPr lang="en-US" altLang="zh-CN" sz="2500" dirty="0">
                <a:solidFill>
                  <a:schemeClr val="bg2"/>
                </a:solidFill>
                <a:latin typeface="+mn-ea"/>
                <a:ea typeface="+mn-ea"/>
              </a:rPr>
              <a:t>: 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遥感、气象、地图服务、地形分析</a:t>
            </a:r>
            <a:endParaRPr lang="en-US" altLang="zh-CN" sz="2500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29865DA-CE8D-9532-ED2B-61FCABF5FBE3}"/>
              </a:ext>
            </a:extLst>
          </p:cNvPr>
          <p:cNvSpPr txBox="1"/>
          <p:nvPr/>
        </p:nvSpPr>
        <p:spPr>
          <a:xfrm>
            <a:off x="2097109" y="6163004"/>
            <a:ext cx="80557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官方文档</a:t>
            </a:r>
            <a:r>
              <a:rPr lang="zh-CN" altLang="en-US" b="1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r>
              <a:rPr lang="en-US" altLang="zh-CN" dirty="0">
                <a:solidFill>
                  <a:srgbClr val="333333"/>
                </a:solidFill>
                <a:latin typeface="Roboto" panose="02000000000000000000" pitchFamily="2" charset="0"/>
                <a:hlinkClick r:id="rId3"/>
              </a:rPr>
              <a:t>https://rasterio.readthedocs.io</a:t>
            </a:r>
            <a:endParaRPr lang="en-US" altLang="zh-CN" dirty="0">
              <a:latin typeface="Roboto" panose="02000000000000000000" pitchFamily="2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9113D16-0CC4-EF6E-D04B-DE6CF749987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4499"/>
          <a:stretch>
            <a:fillRect/>
          </a:stretch>
        </p:blipFill>
        <p:spPr>
          <a:xfrm>
            <a:off x="7040881" y="2210820"/>
            <a:ext cx="4978400" cy="3939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094640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55ECA-028C-E862-0CBB-675E72EBE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CE48888-3E6A-DF23-618D-7B5198010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673" y="8526"/>
            <a:ext cx="10450699" cy="792162"/>
          </a:xfrm>
        </p:spPr>
        <p:txBody>
          <a:bodyPr/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一、遥感影像读写与可视化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00878E-A1A0-3D92-06AF-084795FE8B74}"/>
              </a:ext>
            </a:extLst>
          </p:cNvPr>
          <p:cNvSpPr txBox="1"/>
          <p:nvPr/>
        </p:nvSpPr>
        <p:spPr>
          <a:xfrm>
            <a:off x="441140" y="942851"/>
            <a:ext cx="11232819" cy="1616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遥感栅格数据读写</a:t>
            </a:r>
          </a:p>
          <a:p>
            <a:pPr algn="just">
              <a:lnSpc>
                <a:spcPct val="150000"/>
              </a:lnSpc>
            </a:pP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打开数据：</a:t>
            </a:r>
            <a:r>
              <a:rPr lang="en-US" altLang="zh-CN" sz="2800" b="1" dirty="0" err="1">
                <a:solidFill>
                  <a:srgbClr val="333333"/>
                </a:solidFill>
                <a:latin typeface="+mn-ea"/>
                <a:ea typeface="+mn-ea"/>
              </a:rPr>
              <a:t>rasterio.open</a:t>
            </a:r>
            <a:r>
              <a:rPr lang="en-US" altLang="zh-CN" sz="2800" b="1" dirty="0">
                <a:solidFill>
                  <a:srgbClr val="333333"/>
                </a:solidFill>
                <a:latin typeface="+mn-ea"/>
                <a:ea typeface="+mn-ea"/>
              </a:rPr>
              <a:t>()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2D149F-7B6C-8E87-9A6F-F69129AF0CF9}"/>
              </a:ext>
            </a:extLst>
          </p:cNvPr>
          <p:cNvSpPr txBox="1"/>
          <p:nvPr/>
        </p:nvSpPr>
        <p:spPr>
          <a:xfrm>
            <a:off x="9531210" y="6325905"/>
            <a:ext cx="2559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800" dirty="0">
                <a:solidFill>
                  <a:schemeClr val="accent2"/>
                </a:solidFill>
                <a:latin typeface="+mn-ea"/>
                <a:ea typeface="+mn-ea"/>
              </a:rPr>
              <a:t>… 附代码演示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DD4857B-4468-50F6-65DD-0C2635940D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140" y="2701675"/>
            <a:ext cx="11446060" cy="993777"/>
          </a:xfrm>
          <a:prstGeom prst="rect">
            <a:avLst/>
          </a:prstGeom>
          <a:ln>
            <a:solidFill>
              <a:schemeClr val="bg2"/>
            </a:solidFill>
          </a:ln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EC09AD47-AD2E-FEA0-0401-8D0205D93C61}"/>
              </a:ext>
            </a:extLst>
          </p:cNvPr>
          <p:cNvSpPr txBox="1"/>
          <p:nvPr/>
        </p:nvSpPr>
        <p:spPr>
          <a:xfrm>
            <a:off x="889000" y="4459326"/>
            <a:ext cx="1808881" cy="2058384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dirty="0">
                <a:solidFill>
                  <a:srgbClr val="333333"/>
                </a:solidFill>
                <a:latin typeface="+mn-ea"/>
                <a:ea typeface="+mn-ea"/>
              </a:rPr>
              <a:t>.width, </a:t>
            </a:r>
          </a:p>
          <a:p>
            <a:pPr algn="just">
              <a:lnSpc>
                <a:spcPct val="150000"/>
              </a:lnSpc>
            </a:pPr>
            <a:r>
              <a:rPr lang="en-US" altLang="zh-CN" sz="2400" dirty="0">
                <a:solidFill>
                  <a:srgbClr val="333333"/>
                </a:solidFill>
                <a:latin typeface="+mn-ea"/>
                <a:ea typeface="+mn-ea"/>
              </a:rPr>
              <a:t>.height, </a:t>
            </a:r>
          </a:p>
          <a:p>
            <a:pPr algn="just">
              <a:lnSpc>
                <a:spcPct val="150000"/>
              </a:lnSpc>
            </a:pPr>
            <a:r>
              <a:rPr lang="en-US" altLang="zh-CN" sz="2400" dirty="0">
                <a:solidFill>
                  <a:srgbClr val="333333"/>
                </a:solidFill>
                <a:latin typeface="+mn-ea"/>
                <a:ea typeface="+mn-ea"/>
              </a:rPr>
              <a:t>.count, 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96D0276B-C084-3CCC-84F8-0E6ED74813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5670" y="3912243"/>
            <a:ext cx="3600253" cy="2672707"/>
          </a:xfrm>
          <a:prstGeom prst="rect">
            <a:avLst/>
          </a:prstGeom>
          <a:ln>
            <a:solidFill>
              <a:schemeClr val="bg2"/>
            </a:solidFill>
          </a:ln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64C445CE-C63F-D014-D234-717310712C19}"/>
              </a:ext>
            </a:extLst>
          </p:cNvPr>
          <p:cNvSpPr txBox="1"/>
          <p:nvPr/>
        </p:nvSpPr>
        <p:spPr>
          <a:xfrm>
            <a:off x="2835275" y="4459326"/>
            <a:ext cx="1984375" cy="2058384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dirty="0">
                <a:solidFill>
                  <a:srgbClr val="333333"/>
                </a:solidFill>
                <a:latin typeface="+mn-ea"/>
              </a:rPr>
              <a:t>.</a:t>
            </a:r>
            <a:r>
              <a:rPr lang="en-US" altLang="zh-CN" dirty="0" err="1">
                <a:solidFill>
                  <a:srgbClr val="333333"/>
                </a:solidFill>
                <a:latin typeface="+mn-ea"/>
              </a:rPr>
              <a:t>crs</a:t>
            </a:r>
            <a:r>
              <a:rPr lang="en-US" altLang="zh-CN" dirty="0">
                <a:solidFill>
                  <a:srgbClr val="333333"/>
                </a:solidFill>
                <a:latin typeface="+mn-ea"/>
              </a:rPr>
              <a:t>, </a:t>
            </a:r>
          </a:p>
          <a:p>
            <a:pPr algn="just">
              <a:lnSpc>
                <a:spcPct val="150000"/>
              </a:lnSpc>
            </a:pPr>
            <a:r>
              <a:rPr lang="en-US" altLang="zh-CN" dirty="0">
                <a:solidFill>
                  <a:srgbClr val="333333"/>
                </a:solidFill>
                <a:latin typeface="+mn-ea"/>
              </a:rPr>
              <a:t>.transform, </a:t>
            </a:r>
          </a:p>
          <a:p>
            <a:pPr algn="just">
              <a:lnSpc>
                <a:spcPct val="150000"/>
              </a:lnSpc>
            </a:pPr>
            <a:r>
              <a:rPr lang="en-US" altLang="zh-CN" sz="2400" dirty="0">
                <a:solidFill>
                  <a:srgbClr val="333333"/>
                </a:solidFill>
                <a:latin typeface="+mn-ea"/>
                <a:ea typeface="+mn-ea"/>
              </a:rPr>
              <a:t>.meta…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52108F1-A17E-D84F-147D-6F3CB7B61CC8}"/>
              </a:ext>
            </a:extLst>
          </p:cNvPr>
          <p:cNvSpPr txBox="1"/>
          <p:nvPr/>
        </p:nvSpPr>
        <p:spPr>
          <a:xfrm>
            <a:off x="2053368" y="3912243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信息查看</a:t>
            </a:r>
          </a:p>
        </p:txBody>
      </p:sp>
    </p:spTree>
    <p:extLst>
      <p:ext uri="{BB962C8B-B14F-4D97-AF65-F5344CB8AC3E}">
        <p14:creationId xmlns:p14="http://schemas.microsoft.com/office/powerpoint/2010/main" val="45717187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17F01-CB41-B810-D42F-DA0B32D39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6BD2DDF-DE8E-3B0F-9EFB-2E0920AD8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673" y="8526"/>
            <a:ext cx="10450699" cy="792162"/>
          </a:xfrm>
        </p:spPr>
        <p:txBody>
          <a:bodyPr/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一、遥感影像读写与可视化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7D9936-5E06-8633-48BC-0CBD85C73D8F}"/>
              </a:ext>
            </a:extLst>
          </p:cNvPr>
          <p:cNvSpPr txBox="1"/>
          <p:nvPr/>
        </p:nvSpPr>
        <p:spPr>
          <a:xfrm>
            <a:off x="495299" y="942851"/>
            <a:ext cx="5537201" cy="743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遥感影像读写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DDDC53-4B06-8A88-6A5A-542771F76C27}"/>
              </a:ext>
            </a:extLst>
          </p:cNvPr>
          <p:cNvSpPr txBox="1"/>
          <p:nvPr/>
        </p:nvSpPr>
        <p:spPr>
          <a:xfrm>
            <a:off x="9531210" y="6325905"/>
            <a:ext cx="2559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800" dirty="0">
                <a:solidFill>
                  <a:schemeClr val="accent2"/>
                </a:solidFill>
                <a:latin typeface="+mn-ea"/>
                <a:ea typeface="+mn-ea"/>
              </a:rPr>
              <a:t>… 附代码演示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317C9DE-D90D-6001-1B64-CD31EB303656}"/>
              </a:ext>
            </a:extLst>
          </p:cNvPr>
          <p:cNvSpPr txBox="1"/>
          <p:nvPr/>
        </p:nvSpPr>
        <p:spPr>
          <a:xfrm>
            <a:off x="5747557" y="2025646"/>
            <a:ext cx="5226049" cy="461665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accent2"/>
                </a:solidFill>
                <a:latin typeface="+mn-ea"/>
                <a:ea typeface="+mn-ea"/>
              </a:rPr>
              <a:t>数据写出</a:t>
            </a:r>
            <a:r>
              <a:rPr lang="zh-CN" altLang="en-US" sz="2400" dirty="0">
                <a:solidFill>
                  <a:schemeClr val="accent2"/>
                </a:solidFill>
                <a:latin typeface="+mn-ea"/>
                <a:ea typeface="+mn-ea"/>
              </a:rPr>
              <a:t>：</a:t>
            </a:r>
            <a:r>
              <a:rPr lang="en-US" altLang="zh-CN" sz="2400" dirty="0">
                <a:solidFill>
                  <a:schemeClr val="accent2"/>
                </a:solidFill>
                <a:latin typeface="+mn-ea"/>
                <a:ea typeface="+mn-ea"/>
              </a:rPr>
              <a:t>.write()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207EA4F-535E-2A5E-D65E-D773B18DA9BF}"/>
              </a:ext>
            </a:extLst>
          </p:cNvPr>
          <p:cNvSpPr txBox="1"/>
          <p:nvPr/>
        </p:nvSpPr>
        <p:spPr>
          <a:xfrm>
            <a:off x="593734" y="2024320"/>
            <a:ext cx="3800465" cy="461665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提取波段数组：</a:t>
            </a:r>
            <a:r>
              <a:rPr lang="en-US" altLang="zh-CN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.read()</a:t>
            </a:r>
            <a:endParaRPr lang="zh-CN" altLang="en-US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C2B54FFD-9F60-4BED-A3A1-2322BD7F40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2372" y="2766779"/>
            <a:ext cx="7314521" cy="3121378"/>
          </a:xfrm>
          <a:prstGeom prst="rect">
            <a:avLst/>
          </a:prstGeom>
          <a:ln>
            <a:solidFill>
              <a:schemeClr val="bg2"/>
            </a:solidFill>
          </a:ln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93659CB6-1D52-39CE-7655-63DEA0DA0C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136" y="2791718"/>
            <a:ext cx="3497660" cy="1265485"/>
          </a:xfrm>
          <a:prstGeom prst="rect">
            <a:avLst/>
          </a:prstGeom>
          <a:ln>
            <a:solidFill>
              <a:schemeClr val="bg2"/>
            </a:solidFill>
          </a:ln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EB6A45AE-FDB7-DBEC-7FE9-CF33BBFBDA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137" y="4711649"/>
            <a:ext cx="2950564" cy="532643"/>
          </a:xfrm>
          <a:prstGeom prst="rect">
            <a:avLst/>
          </a:prstGeom>
          <a:ln>
            <a:solidFill>
              <a:schemeClr val="bg2"/>
            </a:solidFill>
          </a:ln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975943D6-79F8-9AD6-DF68-48AA174414AA}"/>
              </a:ext>
            </a:extLst>
          </p:cNvPr>
          <p:cNvSpPr txBox="1"/>
          <p:nvPr/>
        </p:nvSpPr>
        <p:spPr>
          <a:xfrm>
            <a:off x="757836" y="4191000"/>
            <a:ext cx="19573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输出：</a:t>
            </a:r>
          </a:p>
        </p:txBody>
      </p:sp>
    </p:spTree>
    <p:extLst>
      <p:ext uri="{BB962C8B-B14F-4D97-AF65-F5344CB8AC3E}">
        <p14:creationId xmlns:p14="http://schemas.microsoft.com/office/powerpoint/2010/main" val="1660465484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32079" y="8526"/>
            <a:ext cx="10405293" cy="792162"/>
          </a:xfrm>
        </p:spPr>
        <p:txBody>
          <a:bodyPr/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一、遥感影像读写与可视化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41FEA2-C046-FD82-2800-2CB513792080}"/>
              </a:ext>
            </a:extLst>
          </p:cNvPr>
          <p:cNvSpPr txBox="1"/>
          <p:nvPr/>
        </p:nvSpPr>
        <p:spPr>
          <a:xfrm>
            <a:off x="270204" y="955551"/>
            <a:ext cx="11551683" cy="662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遥感影像可视化</a:t>
            </a:r>
            <a:endParaRPr lang="en-US" sz="28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223DBD-6819-71BF-CDCA-2A5B1C0B1013}"/>
              </a:ext>
            </a:extLst>
          </p:cNvPr>
          <p:cNvSpPr txBox="1"/>
          <p:nvPr/>
        </p:nvSpPr>
        <p:spPr>
          <a:xfrm>
            <a:off x="9632585" y="6341872"/>
            <a:ext cx="2559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800" dirty="0">
                <a:solidFill>
                  <a:schemeClr val="accent2"/>
                </a:solidFill>
                <a:latin typeface="+mn-ea"/>
                <a:ea typeface="+mn-ea"/>
              </a:rPr>
              <a:t>… 附代码演示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506DD86-5997-C429-42A7-F7079D336C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13" y="2310510"/>
            <a:ext cx="7760537" cy="1237990"/>
          </a:xfrm>
          <a:prstGeom prst="rect">
            <a:avLst/>
          </a:prstGeom>
          <a:ln>
            <a:solidFill>
              <a:schemeClr val="bg2"/>
            </a:solidFill>
          </a:ln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34980F6A-D570-4DC4-1A9B-D2E925ECF839}"/>
              </a:ext>
            </a:extLst>
          </p:cNvPr>
          <p:cNvSpPr txBox="1"/>
          <p:nvPr/>
        </p:nvSpPr>
        <p:spPr>
          <a:xfrm>
            <a:off x="352754" y="3737757"/>
            <a:ext cx="3488996" cy="581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b="1" dirty="0">
                <a:solidFill>
                  <a:srgbClr val="333333"/>
                </a:solidFill>
                <a:latin typeface="+mn-ea"/>
                <a:ea typeface="+mn-ea"/>
              </a:rPr>
              <a:t>直方图统计</a:t>
            </a:r>
            <a:r>
              <a:rPr lang="zh-CN" altLang="en-US" dirty="0">
                <a:solidFill>
                  <a:srgbClr val="333333"/>
                </a:solidFill>
                <a:latin typeface="+mn-ea"/>
                <a:ea typeface="+mn-ea"/>
              </a:rPr>
              <a:t>：</a:t>
            </a:r>
            <a:r>
              <a:rPr lang="en-US" altLang="zh-CN" dirty="0" err="1">
                <a:solidFill>
                  <a:srgbClr val="333333"/>
                </a:solidFill>
                <a:latin typeface="+mn-ea"/>
                <a:ea typeface="+mn-ea"/>
              </a:rPr>
              <a:t>ax.hist</a:t>
            </a:r>
            <a:r>
              <a:rPr lang="en-US" altLang="zh-CN" dirty="0">
                <a:solidFill>
                  <a:srgbClr val="333333"/>
                </a:solidFill>
                <a:latin typeface="+mn-ea"/>
                <a:ea typeface="+mn-ea"/>
              </a:rPr>
              <a:t>()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8616E34-DA5E-7093-4F72-5C7EAF8E6777}"/>
              </a:ext>
            </a:extLst>
          </p:cNvPr>
          <p:cNvSpPr txBox="1"/>
          <p:nvPr/>
        </p:nvSpPr>
        <p:spPr>
          <a:xfrm>
            <a:off x="370113" y="1608802"/>
            <a:ext cx="3751037" cy="581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b="1" dirty="0" err="1">
                <a:solidFill>
                  <a:srgbClr val="333333"/>
                </a:solidFill>
                <a:latin typeface="+mn-ea"/>
                <a:ea typeface="+mn-ea"/>
              </a:rPr>
              <a:t>图像显示</a:t>
            </a:r>
            <a:r>
              <a:rPr lang="en-US" altLang="zh-CN" dirty="0">
                <a:solidFill>
                  <a:srgbClr val="333333"/>
                </a:solidFill>
                <a:latin typeface="+mn-ea"/>
                <a:ea typeface="+mn-ea"/>
              </a:rPr>
              <a:t>: </a:t>
            </a:r>
            <a:r>
              <a:rPr lang="en-US" altLang="zh-CN" dirty="0" err="1">
                <a:solidFill>
                  <a:srgbClr val="333333"/>
                </a:solidFill>
                <a:latin typeface="+mn-ea"/>
                <a:ea typeface="+mn-ea"/>
              </a:rPr>
              <a:t>ax.imshow</a:t>
            </a:r>
            <a:r>
              <a:rPr lang="en-US" altLang="zh-CN" dirty="0">
                <a:solidFill>
                  <a:srgbClr val="333333"/>
                </a:solidFill>
                <a:latin typeface="+mn-ea"/>
                <a:ea typeface="+mn-ea"/>
              </a:rPr>
              <a:t>()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5D82E884-F205-5D86-A99F-890513968D0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21" t="1296"/>
          <a:stretch>
            <a:fillRect/>
          </a:stretch>
        </p:blipFill>
        <p:spPr>
          <a:xfrm>
            <a:off x="8350252" y="908639"/>
            <a:ext cx="3194048" cy="347673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BAAABBEC-C761-A59F-98D7-5A4207ACA7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113" y="4574631"/>
            <a:ext cx="8971583" cy="602570"/>
          </a:xfrm>
          <a:prstGeom prst="rect">
            <a:avLst/>
          </a:prstGeom>
          <a:ln>
            <a:solidFill>
              <a:schemeClr val="bg2"/>
            </a:solidFill>
          </a:ln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C06577E5-15D0-30B5-B081-035A176747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113" y="5344944"/>
            <a:ext cx="8971573" cy="687184"/>
          </a:xfrm>
          <a:prstGeom prst="rect">
            <a:avLst/>
          </a:prstGeom>
          <a:ln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1823851126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F5BA7-31E6-B1D1-5E56-975DCF717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FC1BBCDF-87C4-3DE7-E395-00441E173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079" y="8526"/>
            <a:ext cx="10405293" cy="792162"/>
          </a:xfrm>
        </p:spPr>
        <p:txBody>
          <a:bodyPr/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一、遥感影像读写与可视化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1DC876-D391-F1B2-8339-51EFFD586FE8}"/>
              </a:ext>
            </a:extLst>
          </p:cNvPr>
          <p:cNvSpPr txBox="1"/>
          <p:nvPr/>
        </p:nvSpPr>
        <p:spPr>
          <a:xfrm>
            <a:off x="359105" y="1006351"/>
            <a:ext cx="4610341" cy="5539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/>
                <a:ea typeface="微软雅黑"/>
              </a:rPr>
              <a:t>遥感影像可视化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微软雅黑"/>
              <a:ea typeface="微软雅黑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2"/>
                </a:solidFill>
                <a:latin typeface="+mn-ea"/>
                <a:ea typeface="+mn-ea"/>
              </a:rPr>
              <a:t>栅格图像拉伸显示</a:t>
            </a:r>
            <a:r>
              <a:rPr lang="zh-CN" altLang="en-US" sz="2800" dirty="0">
                <a:solidFill>
                  <a:schemeClr val="accent2"/>
                </a:solidFill>
                <a:latin typeface="+mn-ea"/>
                <a:ea typeface="+mn-ea"/>
              </a:rPr>
              <a:t>：</a:t>
            </a:r>
            <a:endParaRPr lang="en-US" altLang="zh-CN" sz="2800" dirty="0">
              <a:solidFill>
                <a:schemeClr val="accent2"/>
              </a:solidFill>
              <a:latin typeface="+mn-ea"/>
              <a:ea typeface="+mn-ea"/>
            </a:endParaRPr>
          </a:p>
          <a:p>
            <a:pPr algn="just"/>
            <a:r>
              <a:rPr lang="en-US" altLang="zh-CN" sz="2800" dirty="0" err="1">
                <a:solidFill>
                  <a:srgbClr val="333333"/>
                </a:solidFill>
                <a:latin typeface="+mn-ea"/>
                <a:ea typeface="+mn-ea"/>
              </a:rPr>
              <a:t>ax.imshow</a:t>
            </a:r>
            <a:r>
              <a:rPr lang="en-US" altLang="zh-CN" sz="2800" dirty="0">
                <a:solidFill>
                  <a:srgbClr val="333333"/>
                </a:solidFill>
                <a:latin typeface="+mn-ea"/>
                <a:ea typeface="+mn-ea"/>
              </a:rPr>
              <a:t>(</a:t>
            </a:r>
            <a:r>
              <a:rPr lang="en-US" altLang="zh-CN" sz="2800" dirty="0" err="1">
                <a:solidFill>
                  <a:srgbClr val="333333"/>
                </a:solidFill>
                <a:latin typeface="+mn-ea"/>
                <a:ea typeface="+mn-ea"/>
              </a:rPr>
              <a:t>vmin</a:t>
            </a:r>
            <a:r>
              <a:rPr lang="en-US" altLang="zh-CN" sz="2800" dirty="0">
                <a:solidFill>
                  <a:srgbClr val="333333"/>
                </a:solidFill>
                <a:latin typeface="+mn-ea"/>
                <a:ea typeface="+mn-ea"/>
              </a:rPr>
              <a:t>=, </a:t>
            </a:r>
            <a:r>
              <a:rPr lang="en-US" altLang="zh-CN" sz="2800" dirty="0" err="1">
                <a:solidFill>
                  <a:srgbClr val="333333"/>
                </a:solidFill>
                <a:latin typeface="+mn-ea"/>
                <a:ea typeface="+mn-ea"/>
              </a:rPr>
              <a:t>vmax</a:t>
            </a:r>
            <a:r>
              <a:rPr lang="en-US" altLang="zh-CN" sz="2800" dirty="0">
                <a:solidFill>
                  <a:srgbClr val="333333"/>
                </a:solidFill>
                <a:latin typeface="+mn-ea"/>
                <a:ea typeface="+mn-ea"/>
              </a:rPr>
              <a:t>=)</a:t>
            </a:r>
          </a:p>
          <a:p>
            <a:pPr algn="just"/>
            <a:r>
              <a:rPr lang="zh-CN" altLang="en-US" sz="2000" dirty="0">
                <a:solidFill>
                  <a:srgbClr val="333333"/>
                </a:solidFill>
                <a:latin typeface="+mn-ea"/>
                <a:ea typeface="+mn-ea"/>
              </a:rPr>
              <a:t>注意</a:t>
            </a:r>
            <a:r>
              <a:rPr lang="en-US" altLang="zh-CN" sz="2000" dirty="0" err="1">
                <a:solidFill>
                  <a:srgbClr val="333333"/>
                </a:solidFill>
                <a:latin typeface="+mn-ea"/>
                <a:ea typeface="+mn-ea"/>
              </a:rPr>
              <a:t>vmin</a:t>
            </a:r>
            <a:r>
              <a:rPr lang="en-US" altLang="zh-CN" sz="2000" dirty="0">
                <a:solidFill>
                  <a:srgbClr val="333333"/>
                </a:solidFill>
                <a:latin typeface="+mn-ea"/>
                <a:ea typeface="+mn-ea"/>
              </a:rPr>
              <a:t>,</a:t>
            </a:r>
            <a:r>
              <a:rPr lang="zh-CN" altLang="en-US" sz="2000" dirty="0">
                <a:solidFill>
                  <a:srgbClr val="333333"/>
                </a:solidFill>
                <a:latin typeface="+mn-ea"/>
                <a:ea typeface="+mn-ea"/>
              </a:rPr>
              <a:t> </a:t>
            </a:r>
            <a:r>
              <a:rPr lang="en-US" altLang="zh-CN" sz="2000" dirty="0" err="1">
                <a:solidFill>
                  <a:srgbClr val="333333"/>
                </a:solidFill>
                <a:latin typeface="+mn-ea"/>
                <a:ea typeface="+mn-ea"/>
              </a:rPr>
              <a:t>vmax</a:t>
            </a:r>
            <a:r>
              <a:rPr lang="zh-CN" altLang="en-US" sz="2000" dirty="0">
                <a:solidFill>
                  <a:srgbClr val="333333"/>
                </a:solidFill>
                <a:latin typeface="+mn-ea"/>
                <a:ea typeface="+mn-ea"/>
              </a:rPr>
              <a:t>设置对彩色显示失效。</a:t>
            </a:r>
            <a:endParaRPr lang="en-US" altLang="zh-CN" sz="2000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2"/>
                </a:solidFill>
                <a:latin typeface="+mn-ea"/>
                <a:ea typeface="+mn-ea"/>
              </a:rPr>
              <a:t>图像</a:t>
            </a:r>
            <a:r>
              <a:rPr lang="en-US" altLang="zh-CN" sz="2800" b="1" dirty="0">
                <a:solidFill>
                  <a:schemeClr val="accent2"/>
                </a:solidFill>
                <a:latin typeface="+mn-ea"/>
                <a:ea typeface="+mn-ea"/>
              </a:rPr>
              <a:t>RGB</a:t>
            </a:r>
            <a:r>
              <a:rPr lang="zh-CN" altLang="en-US" sz="2800" b="1" dirty="0">
                <a:solidFill>
                  <a:schemeClr val="accent2"/>
                </a:solidFill>
                <a:latin typeface="+mn-ea"/>
                <a:ea typeface="+mn-ea"/>
              </a:rPr>
              <a:t>彩色显示：</a:t>
            </a:r>
            <a:endParaRPr lang="en-US" altLang="zh-CN" sz="2800" b="1" dirty="0">
              <a:solidFill>
                <a:schemeClr val="accent2"/>
              </a:solidFill>
              <a:latin typeface="+mn-ea"/>
              <a:ea typeface="+mn-ea"/>
            </a:endParaRPr>
          </a:p>
          <a:p>
            <a:pPr algn="just"/>
            <a:r>
              <a:rPr lang="en-US" altLang="zh-CN" sz="2800" dirty="0" err="1">
                <a:solidFill>
                  <a:srgbClr val="333333"/>
                </a:solidFill>
                <a:latin typeface="+mn-ea"/>
                <a:ea typeface="+mn-ea"/>
              </a:rPr>
              <a:t>ax.imshow</a:t>
            </a:r>
            <a:r>
              <a:rPr lang="en-US" altLang="zh-CN" sz="2800" dirty="0">
                <a:solidFill>
                  <a:srgbClr val="333333"/>
                </a:solidFill>
                <a:latin typeface="+mn-ea"/>
                <a:ea typeface="+mn-ea"/>
              </a:rPr>
              <a:t>(array_3bands) </a:t>
            </a:r>
          </a:p>
          <a:p>
            <a:pPr algn="just"/>
            <a:r>
              <a:rPr lang="zh-CN" altLang="en-US" sz="2000" dirty="0">
                <a:solidFill>
                  <a:srgbClr val="333333"/>
                </a:solidFill>
                <a:latin typeface="+mn-ea"/>
                <a:ea typeface="+mn-ea"/>
              </a:rPr>
              <a:t>注意：</a:t>
            </a:r>
            <a:r>
              <a:rPr lang="en-US" altLang="zh-CN" sz="2000" dirty="0">
                <a:solidFill>
                  <a:srgbClr val="333333"/>
                </a:solidFill>
                <a:latin typeface="+mn-ea"/>
                <a:ea typeface="+mn-ea"/>
              </a:rPr>
              <a:t>array_3bands</a:t>
            </a:r>
            <a:r>
              <a:rPr lang="zh-CN" altLang="en-US" sz="2000" dirty="0">
                <a:solidFill>
                  <a:srgbClr val="333333"/>
                </a:solidFill>
                <a:latin typeface="+mn-ea"/>
                <a:ea typeface="+mn-ea"/>
              </a:rPr>
              <a:t>维度应为</a:t>
            </a:r>
            <a:r>
              <a:rPr lang="en-US" altLang="zh-CN" sz="2000" dirty="0">
                <a:solidFill>
                  <a:srgbClr val="333333"/>
                </a:solidFill>
                <a:latin typeface="+mn-ea"/>
                <a:ea typeface="+mn-ea"/>
              </a:rPr>
              <a:t>[</a:t>
            </a:r>
            <a:r>
              <a:rPr lang="zh-CN" altLang="en-US" sz="2000" dirty="0">
                <a:solidFill>
                  <a:srgbClr val="333333"/>
                </a:solidFill>
                <a:latin typeface="+mn-ea"/>
                <a:ea typeface="+mn-ea"/>
              </a:rPr>
              <a:t>行 列 波段</a:t>
            </a:r>
            <a:r>
              <a:rPr lang="en-US" altLang="zh-CN" sz="2000" dirty="0">
                <a:solidFill>
                  <a:srgbClr val="333333"/>
                </a:solidFill>
                <a:latin typeface="+mn-ea"/>
                <a:ea typeface="+mn-ea"/>
              </a:rPr>
              <a:t>]</a:t>
            </a:r>
          </a:p>
          <a:p>
            <a:pPr algn="just"/>
            <a:r>
              <a:rPr lang="en-US" altLang="zh-CN" dirty="0">
                <a:solidFill>
                  <a:srgbClr val="333333"/>
                </a:solidFill>
                <a:latin typeface="+mn-ea"/>
                <a:ea typeface="+mn-ea"/>
              </a:rPr>
              <a:t>…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BE5832A-03B9-0E48-3067-BB051F3FD0C6}"/>
              </a:ext>
            </a:extLst>
          </p:cNvPr>
          <p:cNvSpPr txBox="1"/>
          <p:nvPr/>
        </p:nvSpPr>
        <p:spPr>
          <a:xfrm>
            <a:off x="9632585" y="6341872"/>
            <a:ext cx="2559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800" dirty="0">
                <a:solidFill>
                  <a:schemeClr val="accent2"/>
                </a:solidFill>
                <a:latin typeface="+mn-ea"/>
                <a:ea typeface="+mn-ea"/>
              </a:rPr>
              <a:t>… 附代码演示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87E8DE9-CA8F-5822-DB74-69FBE99EB9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2700" y="2117129"/>
            <a:ext cx="3356095" cy="364018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B4993A09-668F-15C8-57BF-C5A7126BB8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049" y="2117130"/>
            <a:ext cx="3356095" cy="3654628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62E0CC20-C64A-69EC-819B-020B4AF54ACD}"/>
              </a:ext>
            </a:extLst>
          </p:cNvPr>
          <p:cNvSpPr txBox="1"/>
          <p:nvPr/>
        </p:nvSpPr>
        <p:spPr>
          <a:xfrm>
            <a:off x="7331583" y="1547015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彩色显示结果</a:t>
            </a:r>
          </a:p>
        </p:txBody>
      </p:sp>
    </p:spTree>
    <p:extLst>
      <p:ext uri="{BB962C8B-B14F-4D97-AF65-F5344CB8AC3E}">
        <p14:creationId xmlns:p14="http://schemas.microsoft.com/office/powerpoint/2010/main" val="2076583016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499B4-C40C-667D-F899-2B8E027FC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5D487BF1-A7FD-F31C-969D-E86A35EB5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二、遥感影像光谱指数法地物提取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8593AF-7843-70EC-9BCE-64F2DEDCDFA3}"/>
              </a:ext>
            </a:extLst>
          </p:cNvPr>
          <p:cNvSpPr txBox="1"/>
          <p:nvPr/>
        </p:nvSpPr>
        <p:spPr>
          <a:xfrm>
            <a:off x="297542" y="927385"/>
            <a:ext cx="8745845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200" b="1" dirty="0">
                <a:solidFill>
                  <a:schemeClr val="accent2"/>
                </a:solidFill>
                <a:latin typeface="+mn-ea"/>
                <a:ea typeface="+mn-ea"/>
              </a:rPr>
              <a:t>课堂练习</a:t>
            </a: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：</a:t>
            </a: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遥感影像读写与可视化</a:t>
            </a:r>
            <a:endParaRPr lang="en-US" altLang="zh-CN" sz="28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1285C4-8F9B-88F2-8605-8319927D150F}"/>
              </a:ext>
            </a:extLst>
          </p:cNvPr>
          <p:cNvSpPr txBox="1"/>
          <p:nvPr/>
        </p:nvSpPr>
        <p:spPr>
          <a:xfrm>
            <a:off x="351971" y="1763717"/>
            <a:ext cx="11488057" cy="31016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zh-CN" altLang="en-US" sz="3200" b="1" dirty="0">
                <a:solidFill>
                  <a:schemeClr val="bg2"/>
                </a:solidFill>
                <a:latin typeface="+mn-ea"/>
                <a:ea typeface="+mn-ea"/>
              </a:rPr>
              <a:t>实验内容：</a:t>
            </a:r>
            <a:endParaRPr lang="en-US" altLang="zh-CN" sz="3200" b="1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just">
              <a:lnSpc>
                <a:spcPct val="200000"/>
              </a:lnSpc>
            </a:pP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（</a:t>
            </a:r>
            <a:r>
              <a:rPr lang="en-US" altLang="zh-CN" sz="2800" dirty="0">
                <a:solidFill>
                  <a:schemeClr val="bg2"/>
                </a:solidFill>
                <a:latin typeface="+mn-ea"/>
                <a:ea typeface="+mn-ea"/>
              </a:rPr>
              <a:t>1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）遥感影像数据读入及红光波段写出</a:t>
            </a:r>
            <a:endParaRPr lang="en-US" altLang="zh-CN" sz="2800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just">
              <a:lnSpc>
                <a:spcPct val="200000"/>
              </a:lnSpc>
            </a:pP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（</a:t>
            </a:r>
            <a:r>
              <a:rPr lang="en-US" altLang="zh-CN" sz="2800" dirty="0">
                <a:solidFill>
                  <a:schemeClr val="bg2"/>
                </a:solidFill>
                <a:latin typeface="+mn-ea"/>
                <a:ea typeface="+mn-ea"/>
              </a:rPr>
              <a:t>2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）遥感影像真彩色</a:t>
            </a:r>
            <a:r>
              <a:rPr lang="en-US" altLang="zh-CN" sz="2800" dirty="0">
                <a:solidFill>
                  <a:schemeClr val="bg2"/>
                </a:solidFill>
                <a:latin typeface="+mn-ea"/>
                <a:ea typeface="+mn-ea"/>
              </a:rPr>
              <a:t>/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假彩色显示</a:t>
            </a:r>
            <a:endParaRPr lang="en-US" altLang="zh-CN" sz="2800" dirty="0">
              <a:solidFill>
                <a:schemeClr val="bg2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64987622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C0633-6222-0086-FEC0-6C49E8E5C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5F7F4489-7DBC-5108-9BEE-9E54F5C64CD9}"/>
              </a:ext>
            </a:extLst>
          </p:cNvPr>
          <p:cNvSpPr/>
          <p:nvPr/>
        </p:nvSpPr>
        <p:spPr>
          <a:xfrm>
            <a:off x="0" y="3471863"/>
            <a:ext cx="12192000" cy="15430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0" rtlCol="0" anchor="ctr">
            <a:noAutofit/>
          </a:bodyPr>
          <a:lstStyle/>
          <a:p>
            <a:pPr algn="l"/>
            <a:endParaRPr lang="zh-CN" altLang="en-US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5E6CB4B-1FDD-8D8C-98F6-52A4200FDB1E}"/>
              </a:ext>
            </a:extLst>
          </p:cNvPr>
          <p:cNvSpPr/>
          <p:nvPr/>
        </p:nvSpPr>
        <p:spPr>
          <a:xfrm>
            <a:off x="254223" y="3868892"/>
            <a:ext cx="102119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4400" b="1" dirty="0">
                <a:latin typeface="微软雅黑" pitchFamily="34" charset="-122"/>
                <a:ea typeface="微软雅黑" pitchFamily="34" charset="-122"/>
              </a:rPr>
              <a:t>二</a:t>
            </a:r>
            <a:r>
              <a:rPr lang="zh-CN" altLang="en-US" sz="4400" b="1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zh-CN" altLang="en-US" sz="4400" b="1" dirty="0">
                <a:latin typeface="微软雅黑" pitchFamily="34" charset="-122"/>
                <a:ea typeface="微软雅黑" pitchFamily="34" charset="-122"/>
              </a:rPr>
              <a:t>遥感影像基本处理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80AF902-3874-A04B-8FCE-AD2B5E2B4443}"/>
              </a:ext>
            </a:extLst>
          </p:cNvPr>
          <p:cNvSpPr/>
          <p:nvPr/>
        </p:nvSpPr>
        <p:spPr>
          <a:xfrm>
            <a:off x="0" y="5014912"/>
            <a:ext cx="12192000" cy="72000"/>
          </a:xfrm>
          <a:prstGeom prst="rect">
            <a:avLst/>
          </a:prstGeom>
          <a:solidFill>
            <a:schemeClr val="tx1">
              <a:lumMod val="75000"/>
            </a:schemeClr>
          </a:solidFill>
          <a:effectLst/>
        </p:spPr>
        <p:txBody>
          <a:bodyPr wrap="square" lIns="0" rtlCol="0" anchor="ctr">
            <a:noAutofit/>
          </a:bodyPr>
          <a:lstStyle/>
          <a:p>
            <a:pPr algn="l"/>
            <a:endParaRPr lang="zh-CN" altLang="en-US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9167444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41C42-68FE-A37C-AAFA-72A677D15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B6556D4F-2B1F-A71E-E7E5-C431F26E3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二、遥感影像基本处理</a:t>
            </a:r>
            <a:endParaRPr lang="zh-CN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AB9CA5-871C-6027-22ED-279953D95C89}"/>
              </a:ext>
            </a:extLst>
          </p:cNvPr>
          <p:cNvSpPr txBox="1"/>
          <p:nvPr/>
        </p:nvSpPr>
        <p:spPr>
          <a:xfrm>
            <a:off x="326572" y="752408"/>
            <a:ext cx="10016506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2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遥感影像裁剪</a:t>
            </a:r>
            <a:r>
              <a:rPr lang="en-US" altLang="zh-CN" sz="32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-rasterio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1E0CFA-B2E7-64D7-9217-DC5C80B1ADC2}"/>
              </a:ext>
            </a:extLst>
          </p:cNvPr>
          <p:cNvSpPr txBox="1"/>
          <p:nvPr/>
        </p:nvSpPr>
        <p:spPr>
          <a:xfrm>
            <a:off x="269437" y="1525422"/>
            <a:ext cx="5558256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800" b="1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主要步骤（基于窗口）：</a:t>
            </a:r>
            <a:endParaRPr lang="en-US" altLang="zh-CN" sz="2800" b="1" dirty="0">
              <a:solidFill>
                <a:schemeClr val="bg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457200" indent="-457200" algn="just">
              <a:buAutoNum type="arabicPeriod"/>
            </a:pPr>
            <a:r>
              <a:rPr lang="zh-CN" altLang="en-US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设置裁剪窗口；</a:t>
            </a:r>
            <a:endParaRPr lang="en-US" altLang="zh-CN" dirty="0">
              <a:solidFill>
                <a:schemeClr val="bg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457200" indent="-457200" algn="just">
              <a:buAutoNum type="arabicPeriod"/>
            </a:pPr>
            <a:r>
              <a:rPr lang="zh-CN" altLang="en-US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调整裁剪窗口（对齐栅格）；</a:t>
            </a:r>
            <a:endParaRPr lang="en-US" altLang="zh-CN" dirty="0">
              <a:solidFill>
                <a:schemeClr val="bg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just"/>
            <a:r>
              <a:rPr lang="en-US" altLang="zh-CN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3.  </a:t>
            </a:r>
            <a:r>
              <a:rPr lang="zh-CN" altLang="en-US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栅格裁剪及计算裁剪后栅格转换矩阵；</a:t>
            </a:r>
            <a:endParaRPr lang="en-US" altLang="zh-CN" dirty="0">
              <a:solidFill>
                <a:schemeClr val="bg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just"/>
            <a:r>
              <a:rPr lang="en-US" altLang="zh-CN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4.  </a:t>
            </a:r>
            <a:r>
              <a:rPr lang="zh-CN" altLang="en-US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写出裁剪数据。</a:t>
            </a:r>
            <a:endParaRPr lang="en-US" altLang="zh-CN" dirty="0">
              <a:solidFill>
                <a:schemeClr val="bg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TextBox 10">
            <a:extLst>
              <a:ext uri="{FF2B5EF4-FFF2-40B4-BE49-F238E27FC236}">
                <a16:creationId xmlns:a16="http://schemas.microsoft.com/office/drawing/2014/main" id="{4AD45099-8BDF-36DE-B494-814686E08362}"/>
              </a:ext>
            </a:extLst>
          </p:cNvPr>
          <p:cNvSpPr txBox="1"/>
          <p:nvPr/>
        </p:nvSpPr>
        <p:spPr>
          <a:xfrm>
            <a:off x="395231" y="4291485"/>
            <a:ext cx="5308883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800" b="1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主要函数：</a:t>
            </a:r>
            <a:endParaRPr lang="en-US" altLang="zh-CN" sz="2800" b="1" dirty="0">
              <a:solidFill>
                <a:schemeClr val="bg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just"/>
            <a:r>
              <a:rPr lang="en-US" altLang="zh-CN" dirty="0" err="1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rasterio.open</a:t>
            </a:r>
            <a:r>
              <a:rPr lang="en-US" altLang="zh-CN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(); </a:t>
            </a:r>
          </a:p>
          <a:p>
            <a:pPr algn="just"/>
            <a:r>
              <a:rPr lang="en-US" altLang="zh-CN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.window();</a:t>
            </a:r>
          </a:p>
          <a:p>
            <a:pPr algn="just"/>
            <a:r>
              <a:rPr lang="en-US" altLang="zh-CN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.</a:t>
            </a:r>
            <a:r>
              <a:rPr lang="en-US" altLang="zh-CN" dirty="0" err="1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round_offsets</a:t>
            </a:r>
            <a:r>
              <a:rPr lang="en-US" altLang="zh-CN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().</a:t>
            </a:r>
            <a:r>
              <a:rPr lang="en-US" altLang="zh-CN" dirty="0" err="1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round_shape</a:t>
            </a:r>
            <a:r>
              <a:rPr lang="en-US" altLang="zh-CN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()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4034F8C-E5D2-2B06-D2E2-B464AE4233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6882" y="1132114"/>
            <a:ext cx="6064796" cy="5246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377592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A01CF4-9AF1-9956-52D4-8292BC173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B1BE1D9A-24BF-51E3-B4A1-15C39740A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5653313" cy="792162"/>
          </a:xfrm>
        </p:spPr>
        <p:txBody>
          <a:bodyPr/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二、遥感影像基本处理</a:t>
            </a:r>
            <a:endParaRPr lang="zh-CN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A1D415-9B84-78D3-826D-5ACCF4FC76C0}"/>
              </a:ext>
            </a:extLst>
          </p:cNvPr>
          <p:cNvSpPr txBox="1"/>
          <p:nvPr/>
        </p:nvSpPr>
        <p:spPr>
          <a:xfrm>
            <a:off x="333829" y="781436"/>
            <a:ext cx="10016506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2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遥感影像裁剪</a:t>
            </a:r>
            <a:r>
              <a:rPr lang="en-US" altLang="zh-CN" sz="32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-rasterio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AF08D6-C660-EDA0-7B87-D04D79D1FC83}"/>
              </a:ext>
            </a:extLst>
          </p:cNvPr>
          <p:cNvSpPr txBox="1"/>
          <p:nvPr/>
        </p:nvSpPr>
        <p:spPr>
          <a:xfrm>
            <a:off x="435429" y="1522981"/>
            <a:ext cx="5464629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800" b="1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主要步骤（基于矢量数据）：</a:t>
            </a:r>
            <a:endParaRPr lang="en-US" altLang="zh-CN" sz="2800" b="1" dirty="0">
              <a:solidFill>
                <a:schemeClr val="bg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457200" indent="-457200" algn="just">
              <a:buAutoNum type="arabicPeriod"/>
            </a:pPr>
            <a:r>
              <a:rPr lang="zh-CN" altLang="en-US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掩膜矢量数据范围外栅格数组；</a:t>
            </a:r>
            <a:endParaRPr lang="en-US" altLang="zh-CN" dirty="0">
              <a:solidFill>
                <a:schemeClr val="bg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457200" indent="-457200" algn="just">
              <a:buAutoNum type="arabicPeriod"/>
            </a:pPr>
            <a:r>
              <a:rPr lang="zh-CN" altLang="en-US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计算裁剪后栅格元数据；</a:t>
            </a:r>
            <a:endParaRPr lang="en-US" altLang="zh-CN" dirty="0">
              <a:solidFill>
                <a:schemeClr val="bg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just"/>
            <a:r>
              <a:rPr lang="en-US" altLang="zh-CN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3.  </a:t>
            </a:r>
            <a:r>
              <a:rPr lang="zh-CN" altLang="en-US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写出裁剪数据。</a:t>
            </a:r>
            <a:endParaRPr lang="en-US" altLang="zh-CN" dirty="0">
              <a:solidFill>
                <a:schemeClr val="bg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TextBox 10">
            <a:extLst>
              <a:ext uri="{FF2B5EF4-FFF2-40B4-BE49-F238E27FC236}">
                <a16:creationId xmlns:a16="http://schemas.microsoft.com/office/drawing/2014/main" id="{04380592-10A6-DFA3-D7D3-D1C019D68CCB}"/>
              </a:ext>
            </a:extLst>
          </p:cNvPr>
          <p:cNvSpPr txBox="1"/>
          <p:nvPr/>
        </p:nvSpPr>
        <p:spPr>
          <a:xfrm>
            <a:off x="6291943" y="1537313"/>
            <a:ext cx="4441371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800" b="1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主要函数：</a:t>
            </a:r>
            <a:endParaRPr lang="en-US" altLang="zh-CN" sz="2800" b="1" dirty="0">
              <a:solidFill>
                <a:schemeClr val="bg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just"/>
            <a:r>
              <a:rPr lang="en-US" altLang="zh-CN" dirty="0" err="1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rasterio.open</a:t>
            </a:r>
            <a:r>
              <a:rPr lang="en-US" altLang="zh-CN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(); </a:t>
            </a:r>
          </a:p>
          <a:p>
            <a:pPr algn="just"/>
            <a:r>
              <a:rPr lang="en-US" altLang="zh-CN" dirty="0" err="1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rasterio.mask.mask</a:t>
            </a:r>
            <a:r>
              <a:rPr lang="en-US" altLang="zh-CN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(); </a:t>
            </a:r>
          </a:p>
          <a:p>
            <a:pPr algn="just"/>
            <a:r>
              <a:rPr lang="en-US" altLang="zh-CN" dirty="0" err="1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meta.update</a:t>
            </a:r>
            <a:r>
              <a:rPr lang="en-US" altLang="zh-CN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(); </a:t>
            </a: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FC41F6F7-8426-B5DA-B13E-5C69A2ED530A}"/>
              </a:ext>
            </a:extLst>
          </p:cNvPr>
          <p:cNvGrpSpPr/>
          <p:nvPr/>
        </p:nvGrpSpPr>
        <p:grpSpPr>
          <a:xfrm>
            <a:off x="2499329" y="3718007"/>
            <a:ext cx="6353393" cy="3046520"/>
            <a:chOff x="1809901" y="3718007"/>
            <a:chExt cx="6353393" cy="3046520"/>
          </a:xfrm>
        </p:grpSpPr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C0FA4450-0152-0D75-7472-593C7BF7455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09901" y="3718007"/>
              <a:ext cx="2803903" cy="3046520"/>
            </a:xfrm>
            <a:prstGeom prst="rect">
              <a:avLst/>
            </a:prstGeom>
          </p:spPr>
        </p:pic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5B95809F-794C-C81C-421D-8802FBC91ED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92881" y="3718007"/>
              <a:ext cx="2770413" cy="3045654"/>
            </a:xfrm>
            <a:prstGeom prst="rect">
              <a:avLst/>
            </a:prstGeom>
          </p:spPr>
        </p:pic>
        <p:cxnSp>
          <p:nvCxnSpPr>
            <p:cNvPr id="14" name="直接箭头连接符 13">
              <a:extLst>
                <a:ext uri="{FF2B5EF4-FFF2-40B4-BE49-F238E27FC236}">
                  <a16:creationId xmlns:a16="http://schemas.microsoft.com/office/drawing/2014/main" id="{61831770-8661-4D8E-2DBC-DCBB2C503635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3983714" y="3780583"/>
              <a:ext cx="2489656" cy="772910"/>
            </a:xfrm>
            <a:prstGeom prst="straightConnector1">
              <a:avLst/>
            </a:prstGeom>
            <a:ln w="28575">
              <a:solidFill>
                <a:srgbClr val="FFC000"/>
              </a:solidFill>
              <a:headEnd type="none" w="med" len="med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5654CAC4-FB25-F29C-8599-83ACE6985065}"/>
                </a:ext>
              </a:extLst>
            </p:cNvPr>
            <p:cNvCxnSpPr>
              <a:cxnSpLocks/>
              <a:endCxn id="12" idx="2"/>
            </p:cNvCxnSpPr>
            <p:nvPr/>
          </p:nvCxnSpPr>
          <p:spPr bwMode="auto">
            <a:xfrm>
              <a:off x="4063999" y="5442858"/>
              <a:ext cx="2714089" cy="1320803"/>
            </a:xfrm>
            <a:prstGeom prst="straightConnector1">
              <a:avLst/>
            </a:prstGeom>
            <a:ln w="28575">
              <a:solidFill>
                <a:srgbClr val="FFC000"/>
              </a:solidFill>
              <a:headEnd type="none" w="med" len="med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02331958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33FA6-2EF8-694C-2A04-3BAAADD6C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2F4C5DFB-E349-1F0B-E76E-39B4A75E3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二、遥感影像基本处理</a:t>
            </a:r>
            <a:endParaRPr lang="zh-CN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9CC0DE6-67C5-C83C-25C0-262C0A8DF884}"/>
              </a:ext>
            </a:extLst>
          </p:cNvPr>
          <p:cNvSpPr txBox="1"/>
          <p:nvPr/>
        </p:nvSpPr>
        <p:spPr>
          <a:xfrm>
            <a:off x="58057" y="846749"/>
            <a:ext cx="10292278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32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2. </a:t>
            </a:r>
            <a:r>
              <a:rPr lang="zh-CN" altLang="en-US" sz="32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遥感影像拼接</a:t>
            </a:r>
            <a:r>
              <a:rPr lang="en-US" altLang="zh-CN" sz="32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-rasterio</a:t>
            </a:r>
          </a:p>
        </p:txBody>
      </p:sp>
      <p:sp>
        <p:nvSpPr>
          <p:cNvPr id="6" name="TextBox 10">
            <a:extLst>
              <a:ext uri="{FF2B5EF4-FFF2-40B4-BE49-F238E27FC236}">
                <a16:creationId xmlns:a16="http://schemas.microsoft.com/office/drawing/2014/main" id="{8F3333C9-5EFF-3D6B-CE25-A33C2F8FF61B}"/>
              </a:ext>
            </a:extLst>
          </p:cNvPr>
          <p:cNvSpPr txBox="1"/>
          <p:nvPr/>
        </p:nvSpPr>
        <p:spPr>
          <a:xfrm>
            <a:off x="457201" y="1693984"/>
            <a:ext cx="5878285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800" b="1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主要步骤：</a:t>
            </a:r>
            <a:endParaRPr lang="en-US" altLang="zh-CN" sz="2800" b="1" dirty="0">
              <a:solidFill>
                <a:schemeClr val="bg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457200" indent="-457200" algn="just">
              <a:buAutoNum type="arabicPeriod"/>
            </a:pPr>
            <a:r>
              <a:rPr lang="zh-CN" altLang="en-US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读取所有待拼接栅格数据；</a:t>
            </a:r>
            <a:endParaRPr lang="en-US" altLang="zh-CN" dirty="0">
              <a:solidFill>
                <a:schemeClr val="bg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457200" indent="-457200" algn="just">
              <a:buAutoNum type="arabicPeriod"/>
            </a:pPr>
            <a:r>
              <a:rPr lang="zh-CN" altLang="en-US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拼接栅格数据；</a:t>
            </a:r>
            <a:endParaRPr lang="en-US" altLang="zh-CN" dirty="0">
              <a:solidFill>
                <a:schemeClr val="bg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457200" indent="-457200" algn="just">
              <a:buAutoNum type="arabicPeriod"/>
            </a:pPr>
            <a:r>
              <a:rPr lang="zh-CN" altLang="en-US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更新拼接后栅格数据元数据；</a:t>
            </a:r>
            <a:endParaRPr lang="en-US" altLang="zh-CN" dirty="0">
              <a:solidFill>
                <a:schemeClr val="bg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457200" indent="-457200" algn="just">
              <a:buAutoNum type="arabicPeriod"/>
            </a:pPr>
            <a:r>
              <a:rPr lang="zh-CN" altLang="en-US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将拼接后栅格数据写出。</a:t>
            </a:r>
            <a:endParaRPr lang="en-US" altLang="zh-CN" dirty="0">
              <a:solidFill>
                <a:schemeClr val="bg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TextBox 10">
            <a:extLst>
              <a:ext uri="{FF2B5EF4-FFF2-40B4-BE49-F238E27FC236}">
                <a16:creationId xmlns:a16="http://schemas.microsoft.com/office/drawing/2014/main" id="{AFC5D927-6FD1-9E57-3D23-58C2F38858FA}"/>
              </a:ext>
            </a:extLst>
          </p:cNvPr>
          <p:cNvSpPr txBox="1"/>
          <p:nvPr/>
        </p:nvSpPr>
        <p:spPr>
          <a:xfrm>
            <a:off x="394156" y="4433195"/>
            <a:ext cx="4810040" cy="23237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800" b="1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主要函数：</a:t>
            </a:r>
            <a:endParaRPr lang="en-US" altLang="zh-CN" sz="2800" b="1" dirty="0">
              <a:solidFill>
                <a:schemeClr val="bg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just"/>
            <a:r>
              <a:rPr lang="en-US" altLang="zh-CN" sz="2600" dirty="0" err="1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rasterio.open</a:t>
            </a:r>
            <a:r>
              <a:rPr lang="en-US" altLang="zh-CN" sz="2600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(); </a:t>
            </a:r>
          </a:p>
          <a:p>
            <a:pPr algn="just"/>
            <a:r>
              <a:rPr lang="en-US" altLang="zh-CN" sz="2600" dirty="0" err="1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rasterio.merge.merge</a:t>
            </a:r>
            <a:r>
              <a:rPr lang="en-US" altLang="zh-CN" sz="2600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();</a:t>
            </a:r>
          </a:p>
          <a:p>
            <a:pPr algn="just"/>
            <a:r>
              <a:rPr lang="en-US" altLang="zh-CN" sz="2600" dirty="0" err="1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meta.update</a:t>
            </a:r>
            <a:r>
              <a:rPr lang="en-US" altLang="zh-CN" sz="2600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(); 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59A3BD1-6FCA-71A0-A6DD-2640BF4C49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2027" y="1261357"/>
            <a:ext cx="2186930" cy="1762081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78BD55B4-813A-F329-386E-F9E1801759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2760" y="3529101"/>
            <a:ext cx="3204261" cy="311394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1E40DEF8-E28D-A148-2128-235AB711C1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6538" y="951674"/>
            <a:ext cx="2017800" cy="2071764"/>
          </a:xfrm>
          <a:prstGeom prst="rect">
            <a:avLst/>
          </a:prstGeom>
        </p:spPr>
      </p:pic>
      <p:cxnSp>
        <p:nvCxnSpPr>
          <p:cNvPr id="21" name="连接符: 肘形 20">
            <a:extLst>
              <a:ext uri="{FF2B5EF4-FFF2-40B4-BE49-F238E27FC236}">
                <a16:creationId xmlns:a16="http://schemas.microsoft.com/office/drawing/2014/main" id="{2CB09945-216C-261A-7658-D24775D4E012}"/>
              </a:ext>
            </a:extLst>
          </p:cNvPr>
          <p:cNvCxnSpPr>
            <a:cxnSpLocks/>
            <a:stCxn id="8" idx="2"/>
            <a:endCxn id="12" idx="0"/>
          </p:cNvCxnSpPr>
          <p:nvPr/>
        </p:nvCxnSpPr>
        <p:spPr bwMode="auto">
          <a:xfrm rot="16200000" flipH="1">
            <a:off x="7152360" y="2506569"/>
            <a:ext cx="505663" cy="1539399"/>
          </a:xfrm>
          <a:prstGeom prst="bentConnector3">
            <a:avLst>
              <a:gd name="adj1" fmla="val 50000"/>
            </a:avLst>
          </a:prstGeom>
          <a:ln w="28575"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连接符: 肘形 23">
            <a:extLst>
              <a:ext uri="{FF2B5EF4-FFF2-40B4-BE49-F238E27FC236}">
                <a16:creationId xmlns:a16="http://schemas.microsoft.com/office/drawing/2014/main" id="{593E4DDB-0B04-7CE3-D2C6-2DB431859294}"/>
              </a:ext>
            </a:extLst>
          </p:cNvPr>
          <p:cNvCxnSpPr>
            <a:cxnSpLocks/>
            <a:stCxn id="14" idx="2"/>
            <a:endCxn id="12" idx="0"/>
          </p:cNvCxnSpPr>
          <p:nvPr/>
        </p:nvCxnSpPr>
        <p:spPr bwMode="auto">
          <a:xfrm rot="5400000">
            <a:off x="8562334" y="2635996"/>
            <a:ext cx="505663" cy="1280547"/>
          </a:xfrm>
          <a:prstGeom prst="bentConnector3">
            <a:avLst>
              <a:gd name="adj1" fmla="val 50000"/>
            </a:avLst>
          </a:prstGeom>
          <a:ln w="28575"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DA81BC59-C708-62B9-3C7D-2452F75596E6}"/>
              </a:ext>
            </a:extLst>
          </p:cNvPr>
          <p:cNvSpPr txBox="1"/>
          <p:nvPr/>
        </p:nvSpPr>
        <p:spPr>
          <a:xfrm>
            <a:off x="9245803" y="3063589"/>
            <a:ext cx="16624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2"/>
                </a:solidFill>
                <a:latin typeface="+mj-ea"/>
                <a:ea typeface="+mj-ea"/>
              </a:rPr>
              <a:t>拼接</a:t>
            </a:r>
          </a:p>
        </p:txBody>
      </p:sp>
    </p:spTree>
    <p:extLst>
      <p:ext uri="{BB962C8B-B14F-4D97-AF65-F5344CB8AC3E}">
        <p14:creationId xmlns:p14="http://schemas.microsoft.com/office/powerpoint/2010/main" val="3434961337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E7A6E-00F3-3165-3B5A-201145D28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53279B22-198B-1C73-C1DD-4962FC0E3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二、遥感影像基本处理</a:t>
            </a:r>
            <a:endParaRPr lang="zh-CN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697051-9434-CB1C-4C5C-18ABA22D4B44}"/>
              </a:ext>
            </a:extLst>
          </p:cNvPr>
          <p:cNvSpPr txBox="1"/>
          <p:nvPr/>
        </p:nvSpPr>
        <p:spPr>
          <a:xfrm>
            <a:off x="388974" y="817721"/>
            <a:ext cx="8203483" cy="662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8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3. </a:t>
            </a:r>
            <a:r>
              <a:rPr lang="zh-CN" altLang="en-US" sz="28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遥感影像重采样</a:t>
            </a:r>
            <a:r>
              <a:rPr lang="en-US" altLang="zh-CN" sz="28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lang="en-US" altLang="zh-CN" sz="2800" b="1" dirty="0" err="1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Rasterio</a:t>
            </a:r>
            <a:r>
              <a:rPr lang="zh-CN" altLang="en-US" sz="28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zh-CN" altLang="en-US" sz="28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扩展学习</a:t>
            </a:r>
            <a:r>
              <a:rPr lang="zh-CN" altLang="en-US" sz="28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endParaRPr lang="en-US" altLang="zh-CN" sz="2800" b="1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EEFB95-5EA5-2F8C-689A-B97D6C1E638B}"/>
              </a:ext>
            </a:extLst>
          </p:cNvPr>
          <p:cNvSpPr txBox="1"/>
          <p:nvPr/>
        </p:nvSpPr>
        <p:spPr>
          <a:xfrm>
            <a:off x="388974" y="1574688"/>
            <a:ext cx="6840565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b="1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主要步骤：</a:t>
            </a:r>
            <a:endParaRPr lang="en-US" altLang="zh-CN" b="1" dirty="0">
              <a:solidFill>
                <a:schemeClr val="bg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457200" indent="-457200" algn="just">
              <a:buAutoNum type="arabicPeriod"/>
            </a:pPr>
            <a:r>
              <a:rPr lang="zh-CN" altLang="en-US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获取原影像空间分辨率；</a:t>
            </a:r>
            <a:endParaRPr lang="en-US" altLang="zh-CN" dirty="0">
              <a:solidFill>
                <a:schemeClr val="bg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457200" indent="-457200" algn="just">
              <a:buAutoNum type="arabicPeriod"/>
            </a:pPr>
            <a:r>
              <a:rPr lang="zh-CN" altLang="en-US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计算缩放比例；</a:t>
            </a:r>
            <a:endParaRPr lang="en-US" altLang="zh-CN" dirty="0">
              <a:solidFill>
                <a:schemeClr val="bg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457200" indent="-457200" algn="just">
              <a:buAutoNum type="arabicPeriod"/>
            </a:pPr>
            <a:r>
              <a:rPr lang="zh-CN" altLang="en-US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计算调整重采样后影像尺寸</a:t>
            </a:r>
            <a:r>
              <a:rPr lang="en-US" altLang="zh-CN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zh-CN" altLang="en-US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高</a:t>
            </a:r>
            <a:r>
              <a:rPr lang="en-US" altLang="zh-CN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宽，须为整数</a:t>
            </a:r>
            <a:r>
              <a:rPr lang="en-US" altLang="zh-CN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  <a:r>
              <a:rPr lang="zh-CN" altLang="en-US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</a:t>
            </a:r>
            <a:endParaRPr lang="en-US" altLang="zh-CN" dirty="0">
              <a:solidFill>
                <a:schemeClr val="bg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457200" indent="-457200" algn="just">
              <a:buAutoNum type="arabicPeriod" startAt="4"/>
            </a:pPr>
            <a:r>
              <a:rPr lang="zh-CN" altLang="en-US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定义仿射变换矩阵；</a:t>
            </a:r>
            <a:endParaRPr lang="en-US" altLang="zh-CN" dirty="0">
              <a:solidFill>
                <a:schemeClr val="bg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457200" indent="-457200" algn="just">
              <a:buAutoNum type="arabicPeriod" startAt="4"/>
            </a:pPr>
            <a:r>
              <a:rPr lang="zh-CN" altLang="en-US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选取重采样方法，对数据进行重采样并写出。</a:t>
            </a:r>
          </a:p>
        </p:txBody>
      </p:sp>
      <p:sp>
        <p:nvSpPr>
          <p:cNvPr id="4" name="TextBox 10">
            <a:extLst>
              <a:ext uri="{FF2B5EF4-FFF2-40B4-BE49-F238E27FC236}">
                <a16:creationId xmlns:a16="http://schemas.microsoft.com/office/drawing/2014/main" id="{474974B6-508F-655F-14F6-EDBEE9D7BA6D}"/>
              </a:ext>
            </a:extLst>
          </p:cNvPr>
          <p:cNvSpPr txBox="1"/>
          <p:nvPr/>
        </p:nvSpPr>
        <p:spPr>
          <a:xfrm>
            <a:off x="7318565" y="1574688"/>
            <a:ext cx="486811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800" b="1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主要函数：</a:t>
            </a:r>
            <a:endParaRPr lang="en-US" altLang="zh-CN" sz="2800" b="1" dirty="0">
              <a:solidFill>
                <a:schemeClr val="bg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just"/>
            <a:r>
              <a:rPr lang="en-US" altLang="zh-CN" sz="2800" dirty="0" err="1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rasterio.open</a:t>
            </a:r>
            <a:r>
              <a:rPr lang="en-US" altLang="zh-CN" sz="2800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(); </a:t>
            </a:r>
          </a:p>
          <a:p>
            <a:pPr algn="just"/>
            <a:r>
              <a:rPr lang="en-US" altLang="zh-CN" sz="2800" dirty="0" err="1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rasterio.transform.Affine</a:t>
            </a:r>
            <a:r>
              <a:rPr lang="en-US" altLang="zh-CN" sz="2800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();</a:t>
            </a:r>
          </a:p>
          <a:p>
            <a:pPr algn="just"/>
            <a:r>
              <a:rPr lang="en-US" altLang="zh-CN" sz="2800" dirty="0" err="1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rasterio.warp.reproject</a:t>
            </a:r>
            <a:r>
              <a:rPr lang="en-US" altLang="zh-CN" sz="2800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(); </a:t>
            </a:r>
          </a:p>
          <a:p>
            <a:pPr algn="just"/>
            <a:r>
              <a:rPr lang="en-US" altLang="zh-CN" sz="2800" dirty="0" err="1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rasterio.warp.Resampling</a:t>
            </a:r>
            <a:r>
              <a:rPr lang="en-US" altLang="zh-CN" sz="2800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() 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E841AB6D-7804-7AF3-A3E1-2B6747467F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3012" y="4960513"/>
            <a:ext cx="9488908" cy="1478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533818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595C3-838E-3D13-822A-7589C4080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3D18A6DA-6D68-9198-7B18-AC3317BF1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二、遥感影像基本处理</a:t>
            </a:r>
            <a:endParaRPr lang="zh-CN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A7673C-2E44-B2B7-F285-ECAF51F2EE71}"/>
              </a:ext>
            </a:extLst>
          </p:cNvPr>
          <p:cNvSpPr txBox="1"/>
          <p:nvPr/>
        </p:nvSpPr>
        <p:spPr>
          <a:xfrm>
            <a:off x="388974" y="781436"/>
            <a:ext cx="6389197" cy="662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8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3. </a:t>
            </a:r>
            <a:r>
              <a:rPr lang="zh-CN" altLang="en-US" sz="28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遥感影像重采样</a:t>
            </a:r>
            <a:r>
              <a:rPr lang="en-US" altLang="zh-CN" sz="28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-Rasterio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7F350289-67D8-64AD-C2C5-1891C43F5EBB}"/>
              </a:ext>
            </a:extLst>
          </p:cNvPr>
          <p:cNvGrpSpPr/>
          <p:nvPr/>
        </p:nvGrpSpPr>
        <p:grpSpPr>
          <a:xfrm>
            <a:off x="526861" y="1497243"/>
            <a:ext cx="11420885" cy="5254172"/>
            <a:chOff x="526861" y="1497243"/>
            <a:chExt cx="11420885" cy="5254172"/>
          </a:xfrm>
        </p:grpSpPr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14170551-C1A8-AED5-AEDF-9A29FED111F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6861" y="1497243"/>
              <a:ext cx="8456342" cy="5254172"/>
            </a:xfrm>
            <a:prstGeom prst="rect">
              <a:avLst/>
            </a:prstGeom>
            <a:ln w="19050">
              <a:solidFill>
                <a:schemeClr val="bg2"/>
              </a:solidFill>
            </a:ln>
          </p:spPr>
        </p:pic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48D73A29-287E-69C8-AB30-962B78259333}"/>
                </a:ext>
              </a:extLst>
            </p:cNvPr>
            <p:cNvSpPr/>
            <p:nvPr/>
          </p:nvSpPr>
          <p:spPr>
            <a:xfrm>
              <a:off x="1794117" y="5566229"/>
              <a:ext cx="6442739" cy="413657"/>
            </a:xfrm>
            <a:prstGeom prst="rect">
              <a:avLst/>
            </a:prstGeom>
            <a:noFill/>
            <a:ln w="28575">
              <a:solidFill>
                <a:schemeClr val="accent2"/>
              </a:solidFill>
            </a:ln>
          </p:spPr>
          <p:txBody>
            <a:bodyPr wrap="square" lIns="0" rtlCol="0" anchor="ctr">
              <a:noAutofit/>
            </a:bodyPr>
            <a:lstStyle/>
            <a:p>
              <a:pPr algn="l"/>
              <a:endParaRPr lang="zh-CN" altLang="en-US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823B9320-CF5E-BC6B-EE8A-24FFF134A40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23694" y="1912165"/>
              <a:ext cx="6324052" cy="2381545"/>
            </a:xfrm>
            <a:prstGeom prst="rect">
              <a:avLst/>
            </a:prstGeom>
            <a:ln w="19050">
              <a:solidFill>
                <a:schemeClr val="accent2"/>
              </a:solidFill>
            </a:ln>
          </p:spPr>
        </p:pic>
        <p:cxnSp>
          <p:nvCxnSpPr>
            <p:cNvPr id="12" name="直接箭头连接符 11">
              <a:extLst>
                <a:ext uri="{FF2B5EF4-FFF2-40B4-BE49-F238E27FC236}">
                  <a16:creationId xmlns:a16="http://schemas.microsoft.com/office/drawing/2014/main" id="{5A2C06D8-BCED-4650-97B1-343704ABE135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5399314" y="3962400"/>
              <a:ext cx="580572" cy="1603829"/>
            </a:xfrm>
            <a:prstGeom prst="straightConnector1">
              <a:avLst/>
            </a:prstGeom>
            <a:ln w="19050">
              <a:headEnd type="none" w="med" len="med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21076741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E71E5-D0C3-6FFE-A443-19829E000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6465EB0E-0E19-001A-9CE1-7C58DD173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57" y="8526"/>
            <a:ext cx="10428515" cy="792162"/>
          </a:xfrm>
        </p:spPr>
        <p:txBody>
          <a:bodyPr/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二、遥感影像基本处理</a:t>
            </a:r>
            <a:endParaRPr lang="zh-CN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5E7FA5F-180F-F26E-26ED-280D8CB3CF4E}"/>
              </a:ext>
            </a:extLst>
          </p:cNvPr>
          <p:cNvSpPr txBox="1"/>
          <p:nvPr/>
        </p:nvSpPr>
        <p:spPr>
          <a:xfrm>
            <a:off x="435429" y="846749"/>
            <a:ext cx="9914906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32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4. </a:t>
            </a:r>
            <a:r>
              <a:rPr lang="zh-CN" altLang="en-US" sz="32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遥感影像重投影</a:t>
            </a:r>
            <a:r>
              <a:rPr lang="en-US" altLang="zh-CN" sz="32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lang="en-US" altLang="zh-CN" sz="3200" b="1" dirty="0" err="1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Rasterio</a:t>
            </a:r>
            <a:r>
              <a:rPr lang="zh-CN" altLang="en-US" sz="32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zh-CN" altLang="en-US" sz="32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扩展学习</a:t>
            </a:r>
            <a:r>
              <a:rPr lang="zh-CN" altLang="en-US" sz="32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endParaRPr lang="en-US" altLang="zh-CN" sz="3200" b="1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956187-75DD-8126-1D82-FFBA78CF2DC9}"/>
              </a:ext>
            </a:extLst>
          </p:cNvPr>
          <p:cNvSpPr txBox="1"/>
          <p:nvPr/>
        </p:nvSpPr>
        <p:spPr>
          <a:xfrm>
            <a:off x="435429" y="1585069"/>
            <a:ext cx="11212286" cy="30685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b="1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主要步骤：</a:t>
            </a:r>
            <a:endParaRPr lang="en-US" altLang="zh-CN" sz="2800" b="1" dirty="0">
              <a:solidFill>
                <a:schemeClr val="bg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zh-CN" altLang="en-US" sz="2600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获取原影像空间坐标系；</a:t>
            </a:r>
            <a:endParaRPr lang="en-US" altLang="zh-CN" sz="2600" dirty="0">
              <a:solidFill>
                <a:schemeClr val="bg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zh-CN" altLang="en-US" sz="2600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计算重投影后影像参数（转换矩阵、影像宽高）；</a:t>
            </a:r>
            <a:endParaRPr lang="en-US" altLang="zh-CN" sz="2600" dirty="0">
              <a:solidFill>
                <a:schemeClr val="bg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457200" indent="-457200" algn="just">
              <a:lnSpc>
                <a:spcPct val="150000"/>
              </a:lnSpc>
              <a:buFontTx/>
              <a:buAutoNum type="arabicPeriod"/>
            </a:pPr>
            <a:r>
              <a:rPr lang="zh-CN" altLang="en-US" sz="2600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对数据进行重投影并写出。</a:t>
            </a:r>
            <a:endParaRPr lang="en-US" altLang="zh-CN" sz="2600" dirty="0">
              <a:solidFill>
                <a:schemeClr val="bg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761A0F1-29A2-09D1-3723-6A0DB3989D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186" y="4962183"/>
            <a:ext cx="11658514" cy="1135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071215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-50799" y="8526"/>
            <a:ext cx="10588172" cy="792162"/>
          </a:xfrm>
        </p:spPr>
        <p:txBody>
          <a:bodyPr/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二、遥感影像基本处理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1AADB6-C88A-D817-4683-FC087E4E240F}"/>
              </a:ext>
            </a:extLst>
          </p:cNvPr>
          <p:cNvSpPr txBox="1"/>
          <p:nvPr/>
        </p:nvSpPr>
        <p:spPr>
          <a:xfrm>
            <a:off x="580572" y="905922"/>
            <a:ext cx="4709886" cy="662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光谱指数法地物提取</a:t>
            </a:r>
            <a:endParaRPr lang="en-US" altLang="zh-CN" sz="28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131345A-09F3-A652-0502-B89646040DFB}"/>
              </a:ext>
            </a:extLst>
          </p:cNvPr>
          <p:cNvSpPr/>
          <p:nvPr/>
        </p:nvSpPr>
        <p:spPr>
          <a:xfrm>
            <a:off x="1705429" y="1898838"/>
            <a:ext cx="4642219" cy="978128"/>
          </a:xfrm>
          <a:prstGeom prst="rect">
            <a:avLst/>
          </a:prstGeom>
          <a:noFill/>
          <a:ln w="28575">
            <a:solidFill>
              <a:schemeClr val="bg2"/>
            </a:solidFill>
          </a:ln>
        </p:spPr>
        <p:txBody>
          <a:bodyPr wrap="square" lIns="0" rtlCol="0" anchor="ctr">
            <a:noAutofit/>
          </a:bodyPr>
          <a:lstStyle/>
          <a:p>
            <a:r>
              <a:rPr lang="zh-CN" altLang="en-US" sz="2800" b="1" dirty="0">
                <a:solidFill>
                  <a:schemeClr val="accent2"/>
                </a:solidFill>
                <a:latin typeface="+mn-ea"/>
                <a:ea typeface="+mn-ea"/>
              </a:rPr>
              <a:t>数据读入、光谱指数计算</a:t>
            </a:r>
            <a:endParaRPr lang="en-CN" sz="2800" b="1" dirty="0">
              <a:solidFill>
                <a:schemeClr val="accent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E5B8DE-1032-05DC-645D-011A7B22BE2A}"/>
              </a:ext>
            </a:extLst>
          </p:cNvPr>
          <p:cNvSpPr/>
          <p:nvPr/>
        </p:nvSpPr>
        <p:spPr>
          <a:xfrm>
            <a:off x="1705429" y="3534295"/>
            <a:ext cx="4642219" cy="978128"/>
          </a:xfrm>
          <a:prstGeom prst="rect">
            <a:avLst/>
          </a:prstGeom>
          <a:noFill/>
          <a:ln w="28575">
            <a:solidFill>
              <a:schemeClr val="bg2"/>
            </a:solidFill>
          </a:ln>
        </p:spPr>
        <p:txBody>
          <a:bodyPr wrap="square" lIns="0" rtlCol="0" anchor="ctr">
            <a:noAutofit/>
          </a:bodyPr>
          <a:lstStyle/>
          <a:p>
            <a:r>
              <a:rPr lang="zh-CN" altLang="en-US" sz="2800" b="1" dirty="0">
                <a:solidFill>
                  <a:schemeClr val="accent2"/>
                </a:solidFill>
                <a:latin typeface="+mn-ea"/>
                <a:ea typeface="+mn-ea"/>
              </a:rPr>
              <a:t>光谱指数值直方图统计及确定最优分割阈值</a:t>
            </a:r>
            <a:endParaRPr lang="en-CN" sz="2800" b="1" dirty="0">
              <a:solidFill>
                <a:schemeClr val="accent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A2EBB3-19BB-C8FF-BCB6-4A6544DE7F07}"/>
              </a:ext>
            </a:extLst>
          </p:cNvPr>
          <p:cNvSpPr/>
          <p:nvPr/>
        </p:nvSpPr>
        <p:spPr>
          <a:xfrm>
            <a:off x="1705429" y="5131768"/>
            <a:ext cx="4642219" cy="978128"/>
          </a:xfrm>
          <a:prstGeom prst="rect">
            <a:avLst/>
          </a:prstGeom>
          <a:noFill/>
          <a:ln w="28575">
            <a:solidFill>
              <a:schemeClr val="bg2"/>
            </a:solidFill>
          </a:ln>
        </p:spPr>
        <p:txBody>
          <a:bodyPr wrap="square" lIns="0" rtlCol="0" anchor="ctr">
            <a:noAutofit/>
          </a:bodyPr>
          <a:lstStyle/>
          <a:p>
            <a:r>
              <a:rPr lang="zh-CN" altLang="en-US" sz="2800" b="1" dirty="0">
                <a:solidFill>
                  <a:schemeClr val="accent2"/>
                </a:solidFill>
                <a:latin typeface="+mn-ea"/>
                <a:ea typeface="+mn-ea"/>
              </a:rPr>
              <a:t>光谱指数值影像阈值分割。</a:t>
            </a:r>
            <a:endParaRPr lang="en-CN" sz="2800" b="1" dirty="0">
              <a:solidFill>
                <a:schemeClr val="accent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465D97C-F692-1A60-8DD8-CE5A36FBA127}"/>
              </a:ext>
            </a:extLst>
          </p:cNvPr>
          <p:cNvSpPr/>
          <p:nvPr/>
        </p:nvSpPr>
        <p:spPr>
          <a:xfrm>
            <a:off x="7066702" y="3615020"/>
            <a:ext cx="2565567" cy="816679"/>
          </a:xfrm>
          <a:prstGeom prst="rect">
            <a:avLst/>
          </a:prstGeom>
          <a:solidFill>
            <a:schemeClr val="tx1"/>
          </a:solidFill>
          <a:ln w="19050">
            <a:solidFill>
              <a:schemeClr val="bg2"/>
            </a:solidFill>
          </a:ln>
        </p:spPr>
        <p:txBody>
          <a:bodyPr wrap="square" lIns="0" rtlCol="0" anchor="ctr">
            <a:noAutofit/>
          </a:bodyPr>
          <a:lstStyle/>
          <a:p>
            <a:r>
              <a:rPr lang="en-US" altLang="zh-CN" sz="2800" b="1" dirty="0">
                <a:solidFill>
                  <a:schemeClr val="bg2"/>
                </a:solidFill>
                <a:latin typeface="微软雅黑" pitchFamily="34" charset="-122"/>
                <a:ea typeface="微软雅黑" pitchFamily="34" charset="-122"/>
              </a:rPr>
              <a:t>matplotlib</a:t>
            </a:r>
            <a:endParaRPr lang="zh-CN" altLang="en-US" sz="2800" b="1" dirty="0">
              <a:solidFill>
                <a:schemeClr val="bg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E40DDB4-105F-0C0E-799E-9044533211A6}"/>
              </a:ext>
            </a:extLst>
          </p:cNvPr>
          <p:cNvSpPr/>
          <p:nvPr/>
        </p:nvSpPr>
        <p:spPr>
          <a:xfrm>
            <a:off x="7066702" y="5212493"/>
            <a:ext cx="2565567" cy="816679"/>
          </a:xfrm>
          <a:prstGeom prst="rect">
            <a:avLst/>
          </a:prstGeom>
          <a:solidFill>
            <a:schemeClr val="tx1"/>
          </a:solidFill>
          <a:ln w="19050">
            <a:solidFill>
              <a:schemeClr val="bg2"/>
            </a:solidFill>
          </a:ln>
        </p:spPr>
        <p:txBody>
          <a:bodyPr wrap="square" lIns="0" rtlCol="0" anchor="ctr">
            <a:noAutofit/>
          </a:bodyPr>
          <a:lstStyle/>
          <a:p>
            <a:r>
              <a:rPr lang="en-US" altLang="zh-CN" sz="2800" b="1" dirty="0">
                <a:solidFill>
                  <a:schemeClr val="bg2"/>
                </a:solidFill>
                <a:latin typeface="微软雅黑" pitchFamily="34" charset="-122"/>
                <a:ea typeface="微软雅黑" pitchFamily="34" charset="-122"/>
              </a:rPr>
              <a:t>numpy</a:t>
            </a:r>
            <a:endParaRPr lang="zh-CN" altLang="en-US" sz="2800" b="1" dirty="0">
              <a:solidFill>
                <a:schemeClr val="bg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44DA832-4147-A0E9-4884-4785AF1AB7C7}"/>
              </a:ext>
            </a:extLst>
          </p:cNvPr>
          <p:cNvSpPr/>
          <p:nvPr/>
        </p:nvSpPr>
        <p:spPr>
          <a:xfrm>
            <a:off x="7066702" y="1979563"/>
            <a:ext cx="2565567" cy="816679"/>
          </a:xfrm>
          <a:prstGeom prst="rect">
            <a:avLst/>
          </a:prstGeom>
          <a:solidFill>
            <a:schemeClr val="tx1"/>
          </a:solidFill>
          <a:ln w="19050">
            <a:solidFill>
              <a:schemeClr val="bg2"/>
            </a:solidFill>
          </a:ln>
        </p:spPr>
        <p:txBody>
          <a:bodyPr wrap="square" lIns="0" rtlCol="0" anchor="ctr">
            <a:noAutofit/>
          </a:bodyPr>
          <a:lstStyle/>
          <a:p>
            <a:r>
              <a:rPr lang="en-US" altLang="zh-CN" sz="2800" b="1" dirty="0">
                <a:solidFill>
                  <a:schemeClr val="bg2"/>
                </a:solidFill>
                <a:latin typeface="微软雅黑" pitchFamily="34" charset="-122"/>
                <a:ea typeface="微软雅黑" pitchFamily="34" charset="-122"/>
              </a:rPr>
              <a:t>rasterio</a:t>
            </a:r>
            <a:endParaRPr lang="zh-CN" altLang="en-US" sz="2800" b="1" dirty="0">
              <a:solidFill>
                <a:schemeClr val="bg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F0E2B68F-C8CB-2721-9CAE-55149D46D6A2}"/>
              </a:ext>
            </a:extLst>
          </p:cNvPr>
          <p:cNvCxnSpPr>
            <a:stCxn id="4" idx="3"/>
            <a:endCxn id="15" idx="1"/>
          </p:cNvCxnSpPr>
          <p:nvPr/>
        </p:nvCxnSpPr>
        <p:spPr bwMode="auto">
          <a:xfrm>
            <a:off x="6347648" y="2387902"/>
            <a:ext cx="719054" cy="1"/>
          </a:xfrm>
          <a:prstGeom prst="straightConnector1">
            <a:avLst/>
          </a:prstGeom>
          <a:ln w="38100"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602BFB79-AE16-3D4B-0E53-473D91C9D542}"/>
              </a:ext>
            </a:extLst>
          </p:cNvPr>
          <p:cNvCxnSpPr>
            <a:cxnSpLocks/>
            <a:stCxn id="5" idx="3"/>
            <a:endCxn id="11" idx="1"/>
          </p:cNvCxnSpPr>
          <p:nvPr/>
        </p:nvCxnSpPr>
        <p:spPr bwMode="auto">
          <a:xfrm>
            <a:off x="6347648" y="4023359"/>
            <a:ext cx="719054" cy="1"/>
          </a:xfrm>
          <a:prstGeom prst="straightConnector1">
            <a:avLst/>
          </a:prstGeom>
          <a:ln w="38100"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DBF2D14B-0A34-F94E-1AA0-CF2984694A01}"/>
              </a:ext>
            </a:extLst>
          </p:cNvPr>
          <p:cNvCxnSpPr>
            <a:cxnSpLocks/>
            <a:stCxn id="9" idx="3"/>
            <a:endCxn id="14" idx="1"/>
          </p:cNvCxnSpPr>
          <p:nvPr/>
        </p:nvCxnSpPr>
        <p:spPr bwMode="auto">
          <a:xfrm>
            <a:off x="6347648" y="5620832"/>
            <a:ext cx="719054" cy="1"/>
          </a:xfrm>
          <a:prstGeom prst="straightConnector1">
            <a:avLst/>
          </a:prstGeom>
          <a:ln w="38100"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箭头: 下 23">
            <a:extLst>
              <a:ext uri="{FF2B5EF4-FFF2-40B4-BE49-F238E27FC236}">
                <a16:creationId xmlns:a16="http://schemas.microsoft.com/office/drawing/2014/main" id="{71CA5C4E-144B-8C61-F73E-1E0E96BC6803}"/>
              </a:ext>
            </a:extLst>
          </p:cNvPr>
          <p:cNvSpPr/>
          <p:nvPr/>
        </p:nvSpPr>
        <p:spPr>
          <a:xfrm>
            <a:off x="3782081" y="2935652"/>
            <a:ext cx="518879" cy="501973"/>
          </a:xfrm>
          <a:prstGeom prst="downArrow">
            <a:avLst/>
          </a:prstGeom>
          <a:solidFill>
            <a:schemeClr val="tx2">
              <a:lumMod val="75000"/>
            </a:schemeClr>
          </a:solidFill>
          <a:ln w="12700">
            <a:solidFill>
              <a:schemeClr val="bg2"/>
            </a:solidFill>
          </a:ln>
        </p:spPr>
        <p:txBody>
          <a:bodyPr wrap="square" lIns="0" rtlCol="0" anchor="ctr">
            <a:noAutofit/>
          </a:bodyPr>
          <a:lstStyle/>
          <a:p>
            <a:pPr algn="l"/>
            <a:endParaRPr lang="zh-CN" altLang="en-US" sz="2800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" name="箭头: 下 24">
            <a:extLst>
              <a:ext uri="{FF2B5EF4-FFF2-40B4-BE49-F238E27FC236}">
                <a16:creationId xmlns:a16="http://schemas.microsoft.com/office/drawing/2014/main" id="{8EC35CC4-D37C-6310-8861-7FAF8E326335}"/>
              </a:ext>
            </a:extLst>
          </p:cNvPr>
          <p:cNvSpPr/>
          <p:nvPr/>
        </p:nvSpPr>
        <p:spPr>
          <a:xfrm>
            <a:off x="3782081" y="4563222"/>
            <a:ext cx="518879" cy="501973"/>
          </a:xfrm>
          <a:prstGeom prst="downArrow">
            <a:avLst/>
          </a:prstGeom>
          <a:solidFill>
            <a:schemeClr val="tx2">
              <a:lumMod val="75000"/>
            </a:schemeClr>
          </a:solidFill>
          <a:ln w="12700">
            <a:solidFill>
              <a:schemeClr val="bg2"/>
            </a:solidFill>
          </a:ln>
        </p:spPr>
        <p:txBody>
          <a:bodyPr wrap="square" lIns="0" rtlCol="0" anchor="ctr">
            <a:noAutofit/>
          </a:bodyPr>
          <a:lstStyle/>
          <a:p>
            <a:pPr algn="l"/>
            <a:endParaRPr lang="zh-CN" altLang="en-US" sz="2800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66585532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二、遥感影像基本处理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1AADB6-C88A-D817-4683-FC087E4E240F}"/>
              </a:ext>
            </a:extLst>
          </p:cNvPr>
          <p:cNvSpPr txBox="1"/>
          <p:nvPr/>
        </p:nvSpPr>
        <p:spPr>
          <a:xfrm>
            <a:off x="297542" y="927385"/>
            <a:ext cx="8745845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200" b="1" dirty="0">
                <a:solidFill>
                  <a:schemeClr val="accent2"/>
                </a:solidFill>
                <a:latin typeface="+mn-ea"/>
                <a:ea typeface="+mn-ea"/>
              </a:rPr>
              <a:t>课堂练习</a:t>
            </a: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：</a:t>
            </a:r>
            <a:r>
              <a:rPr lang="en-US" altLang="zh-CN" sz="2800" b="1" dirty="0">
                <a:solidFill>
                  <a:srgbClr val="333333"/>
                </a:solidFill>
                <a:latin typeface="+mn-ea"/>
                <a:ea typeface="+mn-ea"/>
              </a:rPr>
              <a:t>MNDWI</a:t>
            </a: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指数提取地表水体</a:t>
            </a:r>
            <a:endParaRPr lang="en-US" altLang="zh-CN" sz="28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DC73F52-8630-3936-0F04-2680DDF7D3C8}"/>
                  </a:ext>
                </a:extLst>
              </p:cNvPr>
              <p:cNvSpPr txBox="1"/>
              <p:nvPr/>
            </p:nvSpPr>
            <p:spPr>
              <a:xfrm>
                <a:off x="351971" y="1763717"/>
                <a:ext cx="11488057" cy="28862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200000"/>
                  </a:lnSpc>
                </a:pPr>
                <a:r>
                  <a:rPr lang="zh-CN" altLang="en-US" sz="3200" b="1" dirty="0">
                    <a:solidFill>
                      <a:schemeClr val="bg2"/>
                    </a:solidFill>
                    <a:latin typeface="+mn-ea"/>
                    <a:ea typeface="+mn-ea"/>
                  </a:rPr>
                  <a:t>水体指数：</a:t>
                </a:r>
                <a:endParaRPr lang="en-US" altLang="zh-CN" sz="3200" b="1" dirty="0">
                  <a:solidFill>
                    <a:schemeClr val="bg2"/>
                  </a:solidFill>
                  <a:latin typeface="+mn-ea"/>
                  <a:ea typeface="+mn-ea"/>
                </a:endParaRPr>
              </a:p>
              <a:p>
                <a:pPr algn="just"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>
                      <m:r>
                        <a:rPr lang="en-US" altLang="zh-CN" sz="2800" b="1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+mn-ea"/>
                        </a:rPr>
                        <m:t>𝑴𝑵𝑫𝑾𝑰</m:t>
                      </m:r>
                      <m:r>
                        <a:rPr lang="en-US" altLang="zh-CN" sz="2800" b="1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+mn-ea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en-US" altLang="zh-CN" sz="2800" b="1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altLang="zh-CN" sz="2800" b="1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800" b="1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𝑩𝒂𝒏𝒅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𝑮𝒓𝒆𝒆𝒏</m:t>
                                  </m:r>
                                </m:sub>
                              </m:sSub>
                              <m:r>
                                <a:rPr lang="en-US" altLang="zh-CN" sz="2800" b="1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2800" b="1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𝑩𝒂𝒏𝒅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𝑺𝑾𝑰𝑹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en-US" altLang="zh-CN" sz="2800" b="1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800" b="1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𝑩𝒂𝒏𝒅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𝑮𝒓𝒆𝒆𝒏</m:t>
                                  </m:r>
                                </m:sub>
                              </m:sSub>
                              <m:r>
                                <a:rPr lang="en-US" altLang="zh-CN" sz="2800" b="1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800" b="1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𝑩𝒂𝒏𝒅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𝑺𝑾𝑰𝑹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altLang="zh-CN" sz="2800" b="1" dirty="0">
                  <a:solidFill>
                    <a:schemeClr val="bg2"/>
                  </a:solidFill>
                  <a:latin typeface="+mn-ea"/>
                  <a:ea typeface="+mn-ea"/>
                </a:endParaRPr>
              </a:p>
              <a:p>
                <a:pPr algn="just">
                  <a:lnSpc>
                    <a:spcPct val="200000"/>
                  </a:lnSpc>
                </a:pPr>
                <a:r>
                  <a:rPr lang="zh-CN" altLang="en-US" sz="2800" dirty="0">
                    <a:solidFill>
                      <a:schemeClr val="bg2"/>
                    </a:solidFill>
                    <a:latin typeface="+mn-ea"/>
                    <a:ea typeface="+mn-ea"/>
                  </a:rPr>
                  <a:t>其中</a:t>
                </a:r>
                <a:r>
                  <a:rPr lang="en-US" altLang="zh-CN" sz="2800" dirty="0">
                    <a:solidFill>
                      <a:schemeClr val="bg2"/>
                    </a:solidFill>
                    <a:latin typeface="+mn-ea"/>
                    <a:ea typeface="+mn-ea"/>
                  </a:rPr>
                  <a:t>Green</a:t>
                </a:r>
                <a:r>
                  <a:rPr lang="zh-CN" altLang="en-US" sz="2800" dirty="0">
                    <a:solidFill>
                      <a:schemeClr val="bg2"/>
                    </a:solidFill>
                    <a:latin typeface="+mn-ea"/>
                    <a:ea typeface="+mn-ea"/>
                  </a:rPr>
                  <a:t>代表绿光波段，</a:t>
                </a:r>
                <a:r>
                  <a:rPr lang="en-US" altLang="zh-CN" sz="2800" dirty="0">
                    <a:solidFill>
                      <a:schemeClr val="bg2"/>
                    </a:solidFill>
                    <a:latin typeface="+mn-ea"/>
                    <a:ea typeface="+mn-ea"/>
                  </a:rPr>
                  <a:t>SWIR</a:t>
                </a:r>
                <a:r>
                  <a:rPr lang="zh-CN" altLang="en-US" sz="2800" dirty="0">
                    <a:solidFill>
                      <a:schemeClr val="bg2"/>
                    </a:solidFill>
                    <a:latin typeface="+mn-ea"/>
                    <a:ea typeface="+mn-ea"/>
                  </a:rPr>
                  <a:t>代表短波中红外波段。</a:t>
                </a:r>
                <a:endParaRPr lang="en-US" altLang="zh-CN" sz="2800" dirty="0">
                  <a:solidFill>
                    <a:schemeClr val="bg2"/>
                  </a:solidFill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DC73F52-8630-3936-0F04-2680DDF7D3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971" y="1763717"/>
                <a:ext cx="11488057" cy="2886239"/>
              </a:xfrm>
              <a:prstGeom prst="rect">
                <a:avLst/>
              </a:prstGeom>
              <a:blipFill>
                <a:blip r:embed="rId3"/>
                <a:stretch>
                  <a:fillRect l="-1380" b="-48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4115715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41B35-0A20-CFFD-8BF6-2CFD9E754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8BC4AD50-8987-1045-4C6F-F9859E5B3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二、遥感影像基本处理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45375FA-4D81-F44C-1F4A-758247E733CB}"/>
              </a:ext>
            </a:extLst>
          </p:cNvPr>
          <p:cNvSpPr txBox="1"/>
          <p:nvPr/>
        </p:nvSpPr>
        <p:spPr>
          <a:xfrm>
            <a:off x="297542" y="927385"/>
            <a:ext cx="11459029" cy="8254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600" b="1" dirty="0">
                <a:solidFill>
                  <a:schemeClr val="accent2"/>
                </a:solidFill>
                <a:latin typeface="+mn-ea"/>
                <a:ea typeface="+mn-ea"/>
              </a:rPr>
              <a:t>第一次作业</a:t>
            </a: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：</a:t>
            </a:r>
            <a:r>
              <a:rPr lang="zh-CN" altLang="en-US" sz="3600" b="1" dirty="0">
                <a:solidFill>
                  <a:srgbClr val="333333"/>
                </a:solidFill>
                <a:latin typeface="+mn-ea"/>
                <a:ea typeface="+mn-ea"/>
              </a:rPr>
              <a:t>遥感影像湖泊水体提取程序设计</a:t>
            </a:r>
            <a:endParaRPr lang="en-US" altLang="zh-CN" sz="32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DD156A-24F2-929A-E8F3-B550C2D5B015}"/>
              </a:ext>
            </a:extLst>
          </p:cNvPr>
          <p:cNvSpPr txBox="1"/>
          <p:nvPr/>
        </p:nvSpPr>
        <p:spPr>
          <a:xfrm>
            <a:off x="616856" y="1763717"/>
            <a:ext cx="11139715" cy="4848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200" b="1" dirty="0">
                <a:solidFill>
                  <a:schemeClr val="bg2"/>
                </a:solidFill>
                <a:latin typeface="+mn-ea"/>
                <a:ea typeface="+mn-ea"/>
              </a:rPr>
              <a:t>作业内容：</a:t>
            </a:r>
            <a:endParaRPr lang="en-US" altLang="zh-CN" sz="2800" b="1" i="1" dirty="0">
              <a:solidFill>
                <a:schemeClr val="bg2"/>
              </a:solidFill>
              <a:latin typeface="Cambria Math" panose="02040503050406030204" pitchFamily="18" charset="0"/>
              <a:ea typeface="+mn-ea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（</a:t>
            </a:r>
            <a:r>
              <a:rPr lang="en-US" altLang="zh-CN" sz="2800" dirty="0">
                <a:solidFill>
                  <a:schemeClr val="bg2"/>
                </a:solidFill>
                <a:latin typeface="+mn-ea"/>
                <a:ea typeface="+mn-ea"/>
              </a:rPr>
              <a:t>1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）选取一个云贵高原湖泊，获取其遥感影像数据。</a:t>
            </a:r>
            <a:endParaRPr lang="en-US" altLang="zh-CN" sz="2800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（</a:t>
            </a:r>
            <a:r>
              <a:rPr lang="en-US" altLang="zh-CN" sz="2800" dirty="0">
                <a:solidFill>
                  <a:schemeClr val="bg2"/>
                </a:solidFill>
                <a:latin typeface="+mn-ea"/>
                <a:ea typeface="+mn-ea"/>
              </a:rPr>
              <a:t>2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）采用光谱指数</a:t>
            </a:r>
            <a:r>
              <a:rPr lang="en-US" altLang="zh-CN" sz="2800" dirty="0">
                <a:solidFill>
                  <a:schemeClr val="bg2"/>
                </a:solidFill>
                <a:latin typeface="+mn-ea"/>
                <a:ea typeface="+mn-ea"/>
              </a:rPr>
              <a:t>/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机器学习</a:t>
            </a:r>
            <a:r>
              <a:rPr lang="en-US" altLang="zh-CN" sz="2800" dirty="0">
                <a:solidFill>
                  <a:schemeClr val="bg2"/>
                </a:solidFill>
                <a:latin typeface="+mn-ea"/>
                <a:ea typeface="+mn-ea"/>
              </a:rPr>
              <a:t>/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深度学习方法，提取湖泊水体信息，并对精度进行分析。</a:t>
            </a:r>
            <a:endParaRPr lang="en-US" altLang="zh-CN" sz="2800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800" b="1" dirty="0">
                <a:solidFill>
                  <a:schemeClr val="bg2"/>
                </a:solidFill>
                <a:latin typeface="+mn-ea"/>
                <a:ea typeface="+mn-ea"/>
              </a:rPr>
              <a:t>作业要求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  <a:sym typeface="Wingdings" panose="05000000000000000000" pitchFamily="2" charset="2"/>
              </a:rPr>
              <a:t>：（</a:t>
            </a:r>
            <a:r>
              <a:rPr lang="en-US" altLang="zh-CN" sz="2800" dirty="0">
                <a:solidFill>
                  <a:schemeClr val="bg2"/>
                </a:solidFill>
                <a:latin typeface="+mn-ea"/>
                <a:ea typeface="+mn-ea"/>
                <a:sym typeface="Wingdings" panose="05000000000000000000" pitchFamily="2" charset="2"/>
              </a:rPr>
              <a:t>1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  <a:sym typeface="Wingdings" panose="05000000000000000000" pitchFamily="2" charset="2"/>
              </a:rPr>
              <a:t>）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包含具体实验代码和结果。（</a:t>
            </a:r>
            <a:r>
              <a:rPr lang="en-US" altLang="zh-CN" sz="2800" dirty="0">
                <a:solidFill>
                  <a:schemeClr val="bg2"/>
                </a:solidFill>
                <a:latin typeface="+mn-ea"/>
                <a:ea typeface="+mn-ea"/>
              </a:rPr>
              <a:t>2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）</a:t>
            </a:r>
            <a:r>
              <a:rPr lang="en-US" altLang="zh-CN" sz="2800" dirty="0">
                <a:solidFill>
                  <a:schemeClr val="bg2"/>
                </a:solidFill>
                <a:latin typeface="+mn-ea"/>
                <a:ea typeface="+mn-ea"/>
              </a:rPr>
              <a:t>word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格式。</a:t>
            </a:r>
            <a:endParaRPr lang="en-US" altLang="zh-CN" sz="2800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800" b="1" dirty="0">
                <a:solidFill>
                  <a:schemeClr val="bg2"/>
                </a:solidFill>
                <a:latin typeface="+mn-ea"/>
                <a:ea typeface="+mn-ea"/>
              </a:rPr>
              <a:t>截止日期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r>
              <a:rPr lang="en-US" altLang="zh-CN" sz="2800" dirty="0">
                <a:solidFill>
                  <a:schemeClr val="bg2"/>
                </a:solidFill>
                <a:latin typeface="+mn-ea"/>
                <a:ea typeface="+mn-ea"/>
              </a:rPr>
              <a:t>2026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年</a:t>
            </a:r>
            <a:r>
              <a:rPr lang="en-US" altLang="zh-CN" sz="2800" dirty="0">
                <a:solidFill>
                  <a:schemeClr val="bg2"/>
                </a:solidFill>
                <a:latin typeface="+mn-ea"/>
                <a:ea typeface="+mn-ea"/>
              </a:rPr>
              <a:t>11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月</a:t>
            </a:r>
            <a:r>
              <a:rPr lang="en-US" altLang="zh-CN" sz="2800" dirty="0">
                <a:solidFill>
                  <a:schemeClr val="bg2"/>
                </a:solidFill>
                <a:latin typeface="+mn-ea"/>
                <a:ea typeface="+mn-ea"/>
              </a:rPr>
              <a:t>25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日</a:t>
            </a:r>
            <a:endParaRPr lang="en-US" altLang="zh-CN" sz="2800" dirty="0">
              <a:solidFill>
                <a:schemeClr val="bg2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10623699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189c55888ab0cbd7322514a7fc9bd945c0e60"/>
</p:tagLst>
</file>

<file path=ppt/theme/theme1.xml><?xml version="1.0" encoding="utf-8"?>
<a:theme xmlns:a="http://schemas.openxmlformats.org/drawingml/2006/main" name="2_Global">
  <a:themeElements>
    <a:clrScheme name="自定义 33">
      <a:dk1>
        <a:sysClr val="windowText" lastClr="000000"/>
      </a:dk1>
      <a:lt1>
        <a:sysClr val="window" lastClr="FFFFFF"/>
      </a:lt1>
      <a:dk2>
        <a:srgbClr val="0000CC"/>
      </a:dk2>
      <a:lt2>
        <a:srgbClr val="EEECE1"/>
      </a:lt2>
      <a:accent1>
        <a:srgbClr val="0000CC"/>
      </a:accent1>
      <a:accent2>
        <a:srgbClr val="C00000"/>
      </a:accent2>
      <a:accent3>
        <a:srgbClr val="FF0000"/>
      </a:accent3>
      <a:accent4>
        <a:srgbClr val="FFFF00"/>
      </a:accent4>
      <a:accent5>
        <a:srgbClr val="0000CC"/>
      </a:accent5>
      <a:accent6>
        <a:srgbClr val="CAEAFA"/>
      </a:accent6>
      <a:hlink>
        <a:srgbClr val="0000FF"/>
      </a:hlink>
      <a:folHlink>
        <a:srgbClr val="800080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>
            <a:lumMod val="85000"/>
            <a:lumOff val="15000"/>
          </a:schemeClr>
        </a:solidFill>
      </a:spPr>
      <a:bodyPr wrap="square" lIns="0" rtlCol="0" anchor="ctr">
        <a:noAutofit/>
      </a:bodyPr>
      <a:lstStyle>
        <a:defPPr algn="l">
          <a:defRPr b="1" dirty="0" smtClean="0">
            <a:solidFill>
              <a:srgbClr val="FF0000"/>
            </a:solidFill>
            <a:latin typeface="微软雅黑" pitchFamily="34" charset="-122"/>
            <a:ea typeface="微软雅黑" pitchFamily="34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0" bIns="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Global 1">
        <a:dk1>
          <a:srgbClr val="000000"/>
        </a:dk1>
        <a:lt1>
          <a:srgbClr val="FFFFCC"/>
        </a:lt1>
        <a:dk2>
          <a:srgbClr val="4D4D4D"/>
        </a:dk2>
        <a:lt2>
          <a:srgbClr val="FFCC00"/>
        </a:lt2>
        <a:accent1>
          <a:srgbClr val="FF9900"/>
        </a:accent1>
        <a:accent2>
          <a:srgbClr val="CC9900"/>
        </a:accent2>
        <a:accent3>
          <a:srgbClr val="B2B2B2"/>
        </a:accent3>
        <a:accent4>
          <a:srgbClr val="DADAAE"/>
        </a:accent4>
        <a:accent5>
          <a:srgbClr val="FFCAAA"/>
        </a:accent5>
        <a:accent6>
          <a:srgbClr val="B98A00"/>
        </a:accent6>
        <a:hlink>
          <a:srgbClr val="898743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2">
        <a:dk1>
          <a:srgbClr val="000000"/>
        </a:dk1>
        <a:lt1>
          <a:srgbClr val="FFFFFF"/>
        </a:lt1>
        <a:dk2>
          <a:srgbClr val="CC6600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E5D093"/>
        </a:hlink>
        <a:folHlink>
          <a:srgbClr val="CCB3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8F8F8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FBFBFB"/>
        </a:accent5>
        <a:accent6>
          <a:srgbClr val="878787"/>
        </a:accent6>
        <a:hlink>
          <a:srgbClr val="DDDDDD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4">
        <a:dk1>
          <a:srgbClr val="000000"/>
        </a:dk1>
        <a:lt1>
          <a:srgbClr val="FFFFFF"/>
        </a:lt1>
        <a:dk2>
          <a:srgbClr val="000066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FDF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5">
        <a:dk1>
          <a:srgbClr val="000000"/>
        </a:dk1>
        <a:lt1>
          <a:srgbClr val="E9E6D9"/>
        </a:lt1>
        <a:dk2>
          <a:srgbClr val="666633"/>
        </a:dk2>
        <a:lt2>
          <a:srgbClr val="CEC7AA"/>
        </a:lt2>
        <a:accent1>
          <a:srgbClr val="FFFFCC"/>
        </a:accent1>
        <a:accent2>
          <a:srgbClr val="B5E0E3"/>
        </a:accent2>
        <a:accent3>
          <a:srgbClr val="F2F0E9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6AB82"/>
        </a:hlink>
        <a:folHlink>
          <a:srgbClr val="A0925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6">
        <a:dk1>
          <a:srgbClr val="1B3753"/>
        </a:dk1>
        <a:lt1>
          <a:srgbClr val="EAEAEA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C8C8C8"/>
        </a:accent4>
        <a:accent5>
          <a:srgbClr val="D9C6B0"/>
        </a:accent5>
        <a:accent6>
          <a:srgbClr val="3FAE9E"/>
        </a:accent6>
        <a:hlink>
          <a:srgbClr val="93ACC3"/>
        </a:hlink>
        <a:folHlink>
          <a:srgbClr val="7897B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7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FFCC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E7B98A"/>
        </a:accent6>
        <a:hlink>
          <a:srgbClr val="FF9999"/>
        </a:hlink>
        <a:folHlink>
          <a:srgbClr val="E063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8">
        <a:dk1>
          <a:srgbClr val="000000"/>
        </a:dk1>
        <a:lt1>
          <a:srgbClr val="EAEAEA"/>
        </a:lt1>
        <a:dk2>
          <a:srgbClr val="17118B"/>
        </a:dk2>
        <a:lt2>
          <a:srgbClr val="FFFFCC"/>
        </a:lt2>
        <a:accent1>
          <a:srgbClr val="B2B2B2"/>
        </a:accent1>
        <a:accent2>
          <a:srgbClr val="54ABB2"/>
        </a:accent2>
        <a:accent3>
          <a:srgbClr val="ABAAC4"/>
        </a:accent3>
        <a:accent4>
          <a:srgbClr val="C8C8C8"/>
        </a:accent4>
        <a:accent5>
          <a:srgbClr val="D5D5D5"/>
        </a:accent5>
        <a:accent6>
          <a:srgbClr val="4B9BA1"/>
        </a:accent6>
        <a:hlink>
          <a:srgbClr val="4F49A3"/>
        </a:hlink>
        <a:folHlink>
          <a:srgbClr val="2E257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9">
        <a:dk1>
          <a:srgbClr val="0000FF"/>
        </a:dk1>
        <a:lt1>
          <a:srgbClr val="336699"/>
        </a:lt1>
        <a:dk2>
          <a:srgbClr val="FFFFCC"/>
        </a:dk2>
        <a:lt2>
          <a:srgbClr val="1B3753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0000DA"/>
        </a:accent4>
        <a:accent5>
          <a:srgbClr val="D9C6B0"/>
        </a:accent5>
        <a:accent6>
          <a:srgbClr val="3FAE9E"/>
        </a:accent6>
        <a:hlink>
          <a:srgbClr val="E6D490"/>
        </a:hlink>
        <a:folHlink>
          <a:srgbClr val="7897B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10">
        <a:dk1>
          <a:srgbClr val="0000FF"/>
        </a:dk1>
        <a:lt1>
          <a:srgbClr val="336699"/>
        </a:lt1>
        <a:dk2>
          <a:srgbClr val="FFFFCC"/>
        </a:dk2>
        <a:lt2>
          <a:srgbClr val="1B3753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0000DA"/>
        </a:accent4>
        <a:accent5>
          <a:srgbClr val="D9C6B0"/>
        </a:accent5>
        <a:accent6>
          <a:srgbClr val="3FAE9E"/>
        </a:accent6>
        <a:hlink>
          <a:srgbClr val="E6D490"/>
        </a:hlink>
        <a:folHlink>
          <a:srgbClr val="E1B9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11">
        <a:dk1>
          <a:srgbClr val="1B3753"/>
        </a:dk1>
        <a:lt1>
          <a:srgbClr val="FFFFFF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DADADA"/>
        </a:accent4>
        <a:accent5>
          <a:srgbClr val="D9C6B0"/>
        </a:accent5>
        <a:accent6>
          <a:srgbClr val="3FAE9E"/>
        </a:accent6>
        <a:hlink>
          <a:srgbClr val="E6D490"/>
        </a:hlink>
        <a:folHlink>
          <a:srgbClr val="E1B97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12">
        <a:dk1>
          <a:srgbClr val="1B3753"/>
        </a:dk1>
        <a:lt1>
          <a:srgbClr val="EAEAEA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C8C8C8"/>
        </a:accent4>
        <a:accent5>
          <a:srgbClr val="D9C6B0"/>
        </a:accent5>
        <a:accent6>
          <a:srgbClr val="3FAE9E"/>
        </a:accent6>
        <a:hlink>
          <a:srgbClr val="D0EB6B"/>
        </a:hlink>
        <a:folHlink>
          <a:srgbClr val="7897B4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opyright (c) 2007-2010 NordriDesign™ _light">
  <a:themeElements>
    <a:clrScheme name="1_Copyright (c) 2007-2010 NordriDesign™ _light 1">
      <a:dk1>
        <a:srgbClr val="000000"/>
      </a:dk1>
      <a:lt1>
        <a:srgbClr val="FFFFFF"/>
      </a:lt1>
      <a:dk2>
        <a:srgbClr val="FFFFFF"/>
      </a:dk2>
      <a:lt2>
        <a:srgbClr val="B2B2B2"/>
      </a:lt2>
      <a:accent1>
        <a:srgbClr val="43A1FF"/>
      </a:accent1>
      <a:accent2>
        <a:srgbClr val="00246C"/>
      </a:accent2>
      <a:accent3>
        <a:srgbClr val="FFFFFF"/>
      </a:accent3>
      <a:accent4>
        <a:srgbClr val="000000"/>
      </a:accent4>
      <a:accent5>
        <a:srgbClr val="B0CDFF"/>
      </a:accent5>
      <a:accent6>
        <a:srgbClr val="002061"/>
      </a:accent6>
      <a:hlink>
        <a:srgbClr val="FEA23C"/>
      </a:hlink>
      <a:folHlink>
        <a:srgbClr val="FFFF5B"/>
      </a:folHlink>
    </a:clrScheme>
    <a:fontScheme name="1_Copyright (c) 2007-2010 NordriDesign™ _light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panose="020B0604020202020204" pitchFamily="34" charset="0"/>
            <a:ea typeface="黑体" panose="0201060906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panose="020B0604020202020204" pitchFamily="34" charset="0"/>
            <a:ea typeface="黑体" panose="02010609060101010101" pitchFamily="2" charset="-122"/>
          </a:defRPr>
        </a:defPPr>
      </a:lstStyle>
    </a:lnDef>
  </a:objectDefaults>
  <a:extraClrSchemeLst>
    <a:extraClrScheme>
      <a:clrScheme name="1_Copyright (c) 2007-2010 NordriDesign™ _light 1">
        <a:dk1>
          <a:srgbClr val="000000"/>
        </a:dk1>
        <a:lt1>
          <a:srgbClr val="FFFFFF"/>
        </a:lt1>
        <a:dk2>
          <a:srgbClr val="FFFFFF"/>
        </a:dk2>
        <a:lt2>
          <a:srgbClr val="B2B2B2"/>
        </a:lt2>
        <a:accent1>
          <a:srgbClr val="43A1FF"/>
        </a:accent1>
        <a:accent2>
          <a:srgbClr val="00246C"/>
        </a:accent2>
        <a:accent3>
          <a:srgbClr val="FFFFFF"/>
        </a:accent3>
        <a:accent4>
          <a:srgbClr val="000000"/>
        </a:accent4>
        <a:accent5>
          <a:srgbClr val="B0CDFF"/>
        </a:accent5>
        <a:accent6>
          <a:srgbClr val="002061"/>
        </a:accent6>
        <a:hlink>
          <a:srgbClr val="FEA23C"/>
        </a:hlink>
        <a:folHlink>
          <a:srgbClr val="FFFF5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106967</TotalTime>
  <Words>1368</Words>
  <Application>Microsoft Office PowerPoint</Application>
  <PresentationFormat>宽屏</PresentationFormat>
  <Paragraphs>142</Paragraphs>
  <Slides>19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30" baseType="lpstr">
      <vt:lpstr>黑体</vt:lpstr>
      <vt:lpstr>微软雅黑</vt:lpstr>
      <vt:lpstr>微软雅黑</vt:lpstr>
      <vt:lpstr>Arial</vt:lpstr>
      <vt:lpstr>Calibri</vt:lpstr>
      <vt:lpstr>Cambria Math</vt:lpstr>
      <vt:lpstr>Roboto</vt:lpstr>
      <vt:lpstr>Times New Roman</vt:lpstr>
      <vt:lpstr>Wingdings</vt:lpstr>
      <vt:lpstr>2_Global</vt:lpstr>
      <vt:lpstr>1_Copyright (c) 2007-2010 NordriDesign™ _light</vt:lpstr>
      <vt:lpstr>PowerPoint 演示文稿</vt:lpstr>
      <vt:lpstr>PowerPoint 演示文稿</vt:lpstr>
      <vt:lpstr>PowerPoint 演示文稿</vt:lpstr>
      <vt:lpstr>一、遥感影像读写与可视化</vt:lpstr>
      <vt:lpstr>一、遥感影像读写与可视化</vt:lpstr>
      <vt:lpstr>一、遥感影像读写与可视化</vt:lpstr>
      <vt:lpstr>一、遥感影像读写与可视化</vt:lpstr>
      <vt:lpstr>一、遥感影像读写与可视化</vt:lpstr>
      <vt:lpstr>二、遥感影像光谱指数法地物提取</vt:lpstr>
      <vt:lpstr>PowerPoint 演示文稿</vt:lpstr>
      <vt:lpstr>二、遥感影像基本处理</vt:lpstr>
      <vt:lpstr>二、遥感影像基本处理</vt:lpstr>
      <vt:lpstr>二、遥感影像基本处理</vt:lpstr>
      <vt:lpstr>二、遥感影像基本处理</vt:lpstr>
      <vt:lpstr>二、遥感影像基本处理</vt:lpstr>
      <vt:lpstr>二、遥感影像基本处理</vt:lpstr>
      <vt:lpstr>二、遥感影像基本处理</vt:lpstr>
      <vt:lpstr>二、遥感影像基本处理</vt:lpstr>
      <vt:lpstr>二、遥感影像基本处理</vt:lpstr>
    </vt:vector>
  </TitlesOfParts>
  <Company>tongji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lsb</dc:creator>
  <cp:lastModifiedBy>1327 ynu</cp:lastModifiedBy>
  <cp:revision>13088</cp:revision>
  <dcterms:created xsi:type="dcterms:W3CDTF">2004-07-09T11:40:27Z</dcterms:created>
  <dcterms:modified xsi:type="dcterms:W3CDTF">2026-10-21T05:34:03Z</dcterms:modified>
</cp:coreProperties>
</file>