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5">
  <p:sldMasterIdLst>
    <p:sldMasterId id="2147484773" r:id="rId1"/>
    <p:sldMasterId id="2147484986" r:id="rId2"/>
  </p:sldMasterIdLst>
  <p:notesMasterIdLst>
    <p:notesMasterId r:id="rId39"/>
  </p:notesMasterIdLst>
  <p:handoutMasterIdLst>
    <p:handoutMasterId r:id="rId40"/>
  </p:handoutMasterIdLst>
  <p:sldIdLst>
    <p:sldId id="2763" r:id="rId3"/>
    <p:sldId id="2736" r:id="rId4"/>
    <p:sldId id="2731" r:id="rId5"/>
    <p:sldId id="2778" r:id="rId6"/>
    <p:sldId id="2707" r:id="rId7"/>
    <p:sldId id="2796" r:id="rId8"/>
    <p:sldId id="2708" r:id="rId9"/>
    <p:sldId id="2387" r:id="rId10"/>
    <p:sldId id="2447" r:id="rId11"/>
    <p:sldId id="2781" r:id="rId12"/>
    <p:sldId id="2783" r:id="rId13"/>
    <p:sldId id="2795" r:id="rId14"/>
    <p:sldId id="2788" r:id="rId15"/>
    <p:sldId id="2794" r:id="rId16"/>
    <p:sldId id="2709" r:id="rId17"/>
    <p:sldId id="2605" r:id="rId18"/>
    <p:sldId id="2724" r:id="rId19"/>
    <p:sldId id="2790" r:id="rId20"/>
    <p:sldId id="2762" r:id="rId21"/>
    <p:sldId id="2720" r:id="rId22"/>
    <p:sldId id="2721" r:id="rId23"/>
    <p:sldId id="2716" r:id="rId24"/>
    <p:sldId id="2757" r:id="rId25"/>
    <p:sldId id="2756" r:id="rId26"/>
    <p:sldId id="2740" r:id="rId27"/>
    <p:sldId id="2745" r:id="rId28"/>
    <p:sldId id="2758" r:id="rId29"/>
    <p:sldId id="2744" r:id="rId30"/>
    <p:sldId id="2746" r:id="rId31"/>
    <p:sldId id="2792" r:id="rId32"/>
    <p:sldId id="2747" r:id="rId33"/>
    <p:sldId id="2748" r:id="rId34"/>
    <p:sldId id="2750" r:id="rId35"/>
    <p:sldId id="2741" r:id="rId36"/>
    <p:sldId id="2793" r:id="rId37"/>
    <p:sldId id="2742" r:id="rId38"/>
  </p:sldIdLst>
  <p:sldSz cx="12192000" cy="6858000"/>
  <p:notesSz cx="6888163" cy="10021888"/>
  <p:custDataLst>
    <p:tags r:id="rId41"/>
  </p:custDataLst>
  <p:defaultTextStyle>
    <a:defPPr>
      <a:defRPr lang="zh-CN"/>
    </a:defPPr>
    <a:lvl1pPr algn="ctr" rtl="0" fontAlgn="base">
      <a:spcBef>
        <a:spcPct val="50000"/>
      </a:spcBef>
      <a:spcAft>
        <a:spcPct val="0"/>
      </a:spcAft>
      <a:defRPr sz="2400" kern="1200">
        <a:solidFill>
          <a:schemeClr val="tx1"/>
        </a:solidFill>
        <a:latin typeface="Times New Roman" charset="0"/>
        <a:ea typeface="宋体" charset="0"/>
        <a:cs typeface="宋体" charset="0"/>
      </a:defRPr>
    </a:lvl1pPr>
    <a:lvl2pPr marL="457200" algn="ctr" rtl="0" fontAlgn="base">
      <a:spcBef>
        <a:spcPct val="50000"/>
      </a:spcBef>
      <a:spcAft>
        <a:spcPct val="0"/>
      </a:spcAft>
      <a:defRPr sz="2400" kern="1200">
        <a:solidFill>
          <a:schemeClr val="tx1"/>
        </a:solidFill>
        <a:latin typeface="Times New Roman" charset="0"/>
        <a:ea typeface="宋体" charset="0"/>
        <a:cs typeface="宋体" charset="0"/>
      </a:defRPr>
    </a:lvl2pPr>
    <a:lvl3pPr marL="914400" algn="ctr" rtl="0" fontAlgn="base">
      <a:spcBef>
        <a:spcPct val="50000"/>
      </a:spcBef>
      <a:spcAft>
        <a:spcPct val="0"/>
      </a:spcAft>
      <a:defRPr sz="2400" kern="1200">
        <a:solidFill>
          <a:schemeClr val="tx1"/>
        </a:solidFill>
        <a:latin typeface="Times New Roman" charset="0"/>
        <a:ea typeface="宋体" charset="0"/>
        <a:cs typeface="宋体" charset="0"/>
      </a:defRPr>
    </a:lvl3pPr>
    <a:lvl4pPr marL="1371600" algn="ctr" rtl="0" fontAlgn="base">
      <a:spcBef>
        <a:spcPct val="50000"/>
      </a:spcBef>
      <a:spcAft>
        <a:spcPct val="0"/>
      </a:spcAft>
      <a:defRPr sz="2400" kern="1200">
        <a:solidFill>
          <a:schemeClr val="tx1"/>
        </a:solidFill>
        <a:latin typeface="Times New Roman" charset="0"/>
        <a:ea typeface="宋体" charset="0"/>
        <a:cs typeface="宋体" charset="0"/>
      </a:defRPr>
    </a:lvl4pPr>
    <a:lvl5pPr marL="1828800" algn="ctr" rtl="0" fontAlgn="base">
      <a:spcBef>
        <a:spcPct val="50000"/>
      </a:spcBef>
      <a:spcAft>
        <a:spcPct val="0"/>
      </a:spcAft>
      <a:defRPr sz="2400" kern="1200">
        <a:solidFill>
          <a:schemeClr val="tx1"/>
        </a:solidFill>
        <a:latin typeface="Times New Roman" charset="0"/>
        <a:ea typeface="宋体" charset="0"/>
        <a:cs typeface="宋体" charset="0"/>
      </a:defRPr>
    </a:lvl5pPr>
    <a:lvl6pPr marL="2286000" algn="l" defTabSz="457200" rtl="0" eaLnBrk="1" latinLnBrk="0" hangingPunct="1">
      <a:defRPr sz="2400" kern="1200">
        <a:solidFill>
          <a:schemeClr val="tx1"/>
        </a:solidFill>
        <a:latin typeface="Times New Roman" charset="0"/>
        <a:ea typeface="宋体" charset="0"/>
        <a:cs typeface="宋体" charset="0"/>
      </a:defRPr>
    </a:lvl6pPr>
    <a:lvl7pPr marL="2743200" algn="l" defTabSz="457200" rtl="0" eaLnBrk="1" latinLnBrk="0" hangingPunct="1">
      <a:defRPr sz="2400" kern="1200">
        <a:solidFill>
          <a:schemeClr val="tx1"/>
        </a:solidFill>
        <a:latin typeface="Times New Roman" charset="0"/>
        <a:ea typeface="宋体" charset="0"/>
        <a:cs typeface="宋体" charset="0"/>
      </a:defRPr>
    </a:lvl7pPr>
    <a:lvl8pPr marL="3200400" algn="l" defTabSz="457200" rtl="0" eaLnBrk="1" latinLnBrk="0" hangingPunct="1">
      <a:defRPr sz="2400" kern="1200">
        <a:solidFill>
          <a:schemeClr val="tx1"/>
        </a:solidFill>
        <a:latin typeface="Times New Roman" charset="0"/>
        <a:ea typeface="宋体" charset="0"/>
        <a:cs typeface="宋体" charset="0"/>
      </a:defRPr>
    </a:lvl8pPr>
    <a:lvl9pPr marL="3657600" algn="l" defTabSz="457200" rtl="0" eaLnBrk="1" latinLnBrk="0" hangingPunct="1">
      <a:defRPr sz="2400" kern="1200">
        <a:solidFill>
          <a:schemeClr val="tx1"/>
        </a:solidFill>
        <a:latin typeface="Times New Roman" charset="0"/>
        <a:ea typeface="宋体" charset="0"/>
        <a:cs typeface="宋体" charset="0"/>
      </a:defRPr>
    </a:lvl9pPr>
  </p:defaultTextStyle>
  <p:extLst>
    <p:ext uri="{EFAFB233-063F-42B5-8137-9DF3F51BA10A}">
      <p15:sldGuideLst xmlns:p15="http://schemas.microsoft.com/office/powerpoint/2012/main">
        <p15:guide id="1" orient="horz" pos="663" userDrawn="1">
          <p15:clr>
            <a:srgbClr val="A4A3A4"/>
          </p15:clr>
        </p15:guide>
        <p15:guide id="2" orient="horz" pos="1412" userDrawn="1">
          <p15:clr>
            <a:srgbClr val="A4A3A4"/>
          </p15:clr>
        </p15:guide>
        <p15:guide id="3" pos="241" userDrawn="1">
          <p15:clr>
            <a:srgbClr val="A4A3A4"/>
          </p15:clr>
        </p15:guide>
        <p15:guide id="4" pos="7408" userDrawn="1">
          <p15:clr>
            <a:srgbClr val="A4A3A4"/>
          </p15:clr>
        </p15:guide>
        <p15:guide id="5" pos="3871" userDrawn="1">
          <p15:clr>
            <a:srgbClr val="A4A3A4"/>
          </p15:clr>
        </p15:guide>
        <p15:guide id="6" orient="horz" pos="700" userDrawn="1">
          <p15:clr>
            <a:srgbClr val="A4A3A4"/>
          </p15:clr>
        </p15:guide>
        <p15:guide id="7" orient="horz" pos="4119" userDrawn="1">
          <p15:clr>
            <a:srgbClr val="A4A3A4"/>
          </p15:clr>
        </p15:guide>
        <p15:guide id="8" pos="415" userDrawn="1">
          <p15:clr>
            <a:srgbClr val="A4A3A4"/>
          </p15:clr>
        </p15:guide>
        <p15:guide id="9" pos="7335" userDrawn="1">
          <p15:clr>
            <a:srgbClr val="A4A3A4"/>
          </p15:clr>
        </p15:guide>
        <p15:guide id="10" orient="horz" pos="462" userDrawn="1">
          <p15:clr>
            <a:srgbClr val="A4A3A4"/>
          </p15:clr>
        </p15:guide>
        <p15:guide id="11" pos="103" userDrawn="1">
          <p15:clr>
            <a:srgbClr val="A4A3A4"/>
          </p15:clr>
        </p15:guide>
        <p15:guide id="12" pos="96" userDrawn="1">
          <p15:clr>
            <a:srgbClr val="A4A3A4"/>
          </p15:clr>
        </p15:guide>
        <p15:guide id="13" orient="horz" pos="2" userDrawn="1">
          <p15:clr>
            <a:srgbClr val="A4A3A4"/>
          </p15:clr>
        </p15:guide>
        <p15:guide id="14" pos="1076" userDrawn="1">
          <p15:clr>
            <a:srgbClr val="A4A3A4"/>
          </p15:clr>
        </p15:guide>
        <p15:guide id="15" pos="1951" userDrawn="1">
          <p15:clr>
            <a:srgbClr val="A4A3A4"/>
          </p15:clr>
        </p15:guide>
        <p15:guide id="16" pos="2772" userDrawn="1">
          <p15:clr>
            <a:srgbClr val="A4A3A4"/>
          </p15:clr>
        </p15:guide>
        <p15:guide id="17" pos="3619" userDrawn="1">
          <p15:clr>
            <a:srgbClr val="A4A3A4"/>
          </p15:clr>
        </p15:guide>
        <p15:guide id="18" pos="4493" userDrawn="1">
          <p15:clr>
            <a:srgbClr val="A4A3A4"/>
          </p15:clr>
        </p15:guide>
        <p15:guide id="19" pos="5313" userDrawn="1">
          <p15:clr>
            <a:srgbClr val="A4A3A4"/>
          </p15:clr>
        </p15:guide>
        <p15:guide id="20" pos="6175" userDrawn="1">
          <p15:clr>
            <a:srgbClr val="A4A3A4"/>
          </p15:clr>
        </p15:guide>
        <p15:guide id="21" orient="horz" pos="581" userDrawn="1">
          <p15:clr>
            <a:srgbClr val="A4A3A4"/>
          </p15:clr>
        </p15:guide>
        <p15:guide id="22" orient="horz" pos="3230" userDrawn="1">
          <p15:clr>
            <a:srgbClr val="A4A3A4"/>
          </p15:clr>
        </p15:guide>
        <p15:guide id="23" orient="horz" pos="1230" userDrawn="1">
          <p15:clr>
            <a:srgbClr val="A4A3A4"/>
          </p15:clr>
        </p15:guide>
        <p15:guide id="24" orient="horz" userDrawn="1">
          <p15:clr>
            <a:srgbClr val="A4A3A4"/>
          </p15:clr>
        </p15:guide>
        <p15:guide id="25" orient="horz" pos="1450" userDrawn="1">
          <p15:clr>
            <a:srgbClr val="A4A3A4"/>
          </p15:clr>
        </p15:guide>
        <p15:guide id="26" pos="375" userDrawn="1">
          <p15:clr>
            <a:srgbClr val="A4A3A4"/>
          </p15:clr>
        </p15:guide>
        <p15:guide id="27" orient="horz" pos="3095" userDrawn="1">
          <p15:clr>
            <a:srgbClr val="A4A3A4"/>
          </p15:clr>
        </p15:guide>
        <p15:guide id="28" orient="horz" pos="2372" userDrawn="1">
          <p15:clr>
            <a:srgbClr val="A4A3A4"/>
          </p15:clr>
        </p15:guide>
        <p15:guide id="29" orient="horz" pos="4159" userDrawn="1">
          <p15:clr>
            <a:srgbClr val="A4A3A4"/>
          </p15:clr>
        </p15:guide>
        <p15:guide id="30" pos="417" userDrawn="1">
          <p15:clr>
            <a:srgbClr val="A4A3A4"/>
          </p15:clr>
        </p15:guide>
        <p15:guide id="31" pos="2207" userDrawn="1">
          <p15:clr>
            <a:srgbClr val="A4A3A4"/>
          </p15:clr>
        </p15:guide>
        <p15:guide id="32" pos="7636" userDrawn="1">
          <p15:clr>
            <a:srgbClr val="A4A3A4"/>
          </p15:clr>
        </p15:guide>
        <p15:guide id="33" orient="horz" pos="632" userDrawn="1">
          <p15:clr>
            <a:srgbClr val="A4A3A4"/>
          </p15:clr>
        </p15:guide>
        <p15:guide id="34" orient="horz" pos="1461" userDrawn="1">
          <p15:clr>
            <a:srgbClr val="A4A3A4"/>
          </p15:clr>
        </p15:guide>
        <p15:guide id="35" orient="horz" pos="2262" userDrawn="1">
          <p15:clr>
            <a:srgbClr val="A4A3A4"/>
          </p15:clr>
        </p15:guide>
        <p15:guide id="36" orient="horz" pos="3072" userDrawn="1">
          <p15:clr>
            <a:srgbClr val="A4A3A4"/>
          </p15:clr>
        </p15:guide>
        <p15:guide id="37" pos="1020" userDrawn="1">
          <p15:clr>
            <a:srgbClr val="A4A3A4"/>
          </p15:clr>
        </p15:guide>
        <p15:guide id="38" pos="7440" userDrawn="1">
          <p15:clr>
            <a:srgbClr val="A4A3A4"/>
          </p15:clr>
        </p15:guide>
        <p15:guide id="39" pos="6719" userDrawn="1">
          <p15:clr>
            <a:srgbClr val="A4A3A4"/>
          </p15:clr>
        </p15:guide>
        <p15:guide id="40" orient="horz" pos="621" userDrawn="1">
          <p15:clr>
            <a:srgbClr val="A4A3A4"/>
          </p15:clr>
        </p15:guide>
        <p15:guide id="41" orient="horz" pos="38" userDrawn="1">
          <p15:clr>
            <a:srgbClr val="A4A3A4"/>
          </p15:clr>
        </p15:guide>
        <p15:guide id="42" orient="horz" pos="4319" userDrawn="1">
          <p15:clr>
            <a:srgbClr val="A4A3A4"/>
          </p15:clr>
        </p15:guide>
        <p15:guide id="43" orient="horz" pos="39" userDrawn="1">
          <p15:clr>
            <a:srgbClr val="A4A3A4"/>
          </p15:clr>
        </p15:guide>
        <p15:guide id="44" pos="4489" userDrawn="1">
          <p15:clr>
            <a:srgbClr val="A4A3A4"/>
          </p15:clr>
        </p15:guide>
        <p15:guide id="45" pos="6207" userDrawn="1">
          <p15:clr>
            <a:srgbClr val="A4A3A4"/>
          </p15:clr>
        </p15:guide>
        <p15:guide id="46" orient="horz" pos="1" userDrawn="1">
          <p15:clr>
            <a:srgbClr val="A4A3A4"/>
          </p15:clr>
        </p15:guide>
        <p15:guide id="47" orient="horz" pos="4067" userDrawn="1">
          <p15:clr>
            <a:srgbClr val="A4A3A4"/>
          </p15:clr>
        </p15:guide>
        <p15:guide id="48" orient="horz" pos="601" userDrawn="1">
          <p15:clr>
            <a:srgbClr val="A4A3A4"/>
          </p15:clr>
        </p15:guide>
        <p15:guide id="49" pos="199" userDrawn="1">
          <p15:clr>
            <a:srgbClr val="A4A3A4"/>
          </p15:clr>
        </p15:guide>
        <p15:guide id="50" pos="7452" userDrawn="1">
          <p15:clr>
            <a:srgbClr val="A4A3A4"/>
          </p15:clr>
        </p15:guide>
        <p15:guide id="51" pos="4303" userDrawn="1">
          <p15:clr>
            <a:srgbClr val="A4A3A4"/>
          </p15:clr>
        </p15:guide>
      </p15:sldGuideLst>
    </p:ext>
    <p:ext uri="{2D200454-40CA-4A62-9FC3-DE9A4176ACB9}">
      <p15:notesGuideLst xmlns:p15="http://schemas.microsoft.com/office/powerpoint/2012/main">
        <p15:guide id="1" orient="horz" pos="3157"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ffice316" initials="o"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99"/>
    <a:srgbClr val="AEE8CC"/>
    <a:srgbClr val="FFBFBF"/>
    <a:srgbClr val="7A81FF"/>
    <a:srgbClr val="00B050"/>
    <a:srgbClr val="FFC000"/>
    <a:srgbClr val="C3E8CC"/>
    <a:srgbClr val="FF00DF"/>
    <a:srgbClr val="FF00FF"/>
    <a:srgbClr val="269F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AE34E0-515C-1648-BD00-62AB8B084F41}" v="7" dt="2026-08-31T10:29:31.7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48"/>
    <p:restoredTop sz="88548" autoAdjust="0"/>
  </p:normalViewPr>
  <p:slideViewPr>
    <p:cSldViewPr snapToGrid="0">
      <p:cViewPr varScale="1">
        <p:scale>
          <a:sx n="78" d="100"/>
          <a:sy n="78" d="100"/>
        </p:scale>
        <p:origin x="345" y="45"/>
      </p:cViewPr>
      <p:guideLst>
        <p:guide orient="horz" pos="663"/>
        <p:guide orient="horz" pos="1412"/>
        <p:guide pos="241"/>
        <p:guide pos="7408"/>
        <p:guide pos="3871"/>
        <p:guide orient="horz" pos="700"/>
        <p:guide orient="horz" pos="4119"/>
        <p:guide pos="415"/>
        <p:guide pos="7335"/>
        <p:guide orient="horz" pos="462"/>
        <p:guide pos="103"/>
        <p:guide pos="96"/>
        <p:guide orient="horz" pos="2"/>
        <p:guide pos="1076"/>
        <p:guide pos="1951"/>
        <p:guide pos="2772"/>
        <p:guide pos="3619"/>
        <p:guide pos="4493"/>
        <p:guide pos="5313"/>
        <p:guide pos="6175"/>
        <p:guide orient="horz" pos="581"/>
        <p:guide orient="horz" pos="3230"/>
        <p:guide orient="horz" pos="1230"/>
        <p:guide orient="horz"/>
        <p:guide orient="horz" pos="1450"/>
        <p:guide pos="375"/>
        <p:guide orient="horz" pos="3095"/>
        <p:guide orient="horz" pos="2372"/>
        <p:guide orient="horz" pos="4159"/>
        <p:guide pos="417"/>
        <p:guide pos="2207"/>
        <p:guide pos="7636"/>
        <p:guide orient="horz" pos="632"/>
        <p:guide orient="horz" pos="1461"/>
        <p:guide orient="horz" pos="2262"/>
        <p:guide orient="horz" pos="3072"/>
        <p:guide pos="1020"/>
        <p:guide pos="7440"/>
        <p:guide pos="6719"/>
        <p:guide orient="horz" pos="621"/>
        <p:guide orient="horz" pos="38"/>
        <p:guide orient="horz" pos="4319"/>
        <p:guide orient="horz" pos="39"/>
        <p:guide pos="4489"/>
        <p:guide pos="6207"/>
        <p:guide orient="horz" pos="1"/>
        <p:guide orient="horz" pos="4067"/>
        <p:guide orient="horz" pos="601"/>
        <p:guide pos="199"/>
        <p:guide pos="7452"/>
        <p:guide pos="4303"/>
      </p:guideLst>
    </p:cSldViewPr>
  </p:slideViewPr>
  <p:notesTextViewPr>
    <p:cViewPr>
      <p:scale>
        <a:sx n="155" d="100"/>
        <a:sy n="155" d="100"/>
      </p:scale>
      <p:origin x="0" y="0"/>
    </p:cViewPr>
  </p:notesTextViewPr>
  <p:notesViewPr>
    <p:cSldViewPr snapToGrid="0">
      <p:cViewPr>
        <p:scale>
          <a:sx n="1" d="2"/>
          <a:sy n="1" d="2"/>
        </p:scale>
        <p:origin x="0" y="0"/>
      </p:cViewPr>
      <p:guideLst>
        <p:guide orient="horz" pos="3157"/>
        <p:guide pos="217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Luo" userId="82312ee5779919a4" providerId="LiveId" clId="{4B16E866-FFF1-585A-8670-68209B92BFC1}"/>
    <pc:docChg chg="modSld">
      <pc:chgData name="Xin Luo" userId="82312ee5779919a4" providerId="LiveId" clId="{4B16E866-FFF1-585A-8670-68209B92BFC1}" dt="2026-08-27T04:53:47.420" v="82" actId="1035"/>
      <pc:docMkLst>
        <pc:docMk/>
      </pc:docMkLst>
      <pc:sldChg chg="modSp mod">
        <pc:chgData name="Xin Luo" userId="82312ee5779919a4" providerId="LiveId" clId="{4B16E866-FFF1-585A-8670-68209B92BFC1}" dt="2026-08-27T04:53:47.420" v="82" actId="1035"/>
        <pc:sldMkLst>
          <pc:docMk/>
          <pc:sldMk cId="1602808061" sldId="2707"/>
        </pc:sldMkLst>
        <pc:graphicFrameChg chg="mod modGraphic">
          <ac:chgData name="Xin Luo" userId="82312ee5779919a4" providerId="LiveId" clId="{4B16E866-FFF1-585A-8670-68209B92BFC1}" dt="2026-08-27T04:53:47.420" v="82" actId="1035"/>
          <ac:graphicFrameMkLst>
            <pc:docMk/>
            <pc:sldMk cId="1602808061" sldId="2707"/>
            <ac:graphicFrameMk id="4" creationId="{CD59FCAC-1DA4-74BE-FCAF-D57ABF2F5B57}"/>
          </ac:graphicFrameMkLst>
        </pc:graphicFrameChg>
      </pc:sldChg>
      <pc:sldChg chg="modSp mod">
        <pc:chgData name="Xin Luo" userId="82312ee5779919a4" providerId="LiveId" clId="{4B16E866-FFF1-585A-8670-68209B92BFC1}" dt="2026-08-27T03:32:53.295" v="22" actId="14100"/>
        <pc:sldMkLst>
          <pc:docMk/>
          <pc:sldMk cId="3411125272" sldId="2778"/>
        </pc:sldMkLst>
        <pc:graphicFrameChg chg="mod modGraphic">
          <ac:chgData name="Xin Luo" userId="82312ee5779919a4" providerId="LiveId" clId="{4B16E866-FFF1-585A-8670-68209B92BFC1}" dt="2026-08-27T03:32:35.599" v="17" actId="14100"/>
          <ac:graphicFrameMkLst>
            <pc:docMk/>
            <pc:sldMk cId="3411125272" sldId="2778"/>
            <ac:graphicFrameMk id="2" creationId="{F9B972E6-0DD6-CD43-EA1B-D4138981CE56}"/>
          </ac:graphicFrameMkLst>
        </pc:graphicFrameChg>
        <pc:cxnChg chg="mod">
          <ac:chgData name="Xin Luo" userId="82312ee5779919a4" providerId="LiveId" clId="{4B16E866-FFF1-585A-8670-68209B92BFC1}" dt="2026-08-27T03:32:50.629" v="21" actId="14100"/>
          <ac:cxnSpMkLst>
            <pc:docMk/>
            <pc:sldMk cId="3411125272" sldId="2778"/>
            <ac:cxnSpMk id="9" creationId="{61FE32FD-85BF-3416-7A3E-1F786B0E4F08}"/>
          </ac:cxnSpMkLst>
        </pc:cxnChg>
        <pc:cxnChg chg="mod">
          <ac:chgData name="Xin Luo" userId="82312ee5779919a4" providerId="LiveId" clId="{4B16E866-FFF1-585A-8670-68209B92BFC1}" dt="2026-08-27T03:32:45.981" v="20" actId="14100"/>
          <ac:cxnSpMkLst>
            <pc:docMk/>
            <pc:sldMk cId="3411125272" sldId="2778"/>
            <ac:cxnSpMk id="12" creationId="{E7B27204-E405-C893-F50C-724423627215}"/>
          </ac:cxnSpMkLst>
        </pc:cxnChg>
      </pc:sldChg>
    </pc:docChg>
  </pc:docChgLst>
  <pc:docChgLst>
    <pc:chgData name="Xin Luo" userId="82312ee5779919a4" providerId="LiveId" clId="{D1C76DA8-6A23-54AC-AD0D-AC8E743EAA8D}"/>
    <pc:docChg chg="undo custSel addSld delSld modSld">
      <pc:chgData name="Xin Luo" userId="82312ee5779919a4" providerId="LiveId" clId="{D1C76DA8-6A23-54AC-AD0D-AC8E743EAA8D}" dt="2026-09-02T06:20:38.238" v="1052" actId="2696"/>
      <pc:docMkLst>
        <pc:docMk/>
      </pc:docMkLst>
      <pc:sldChg chg="modSp mod">
        <pc:chgData name="Xin Luo" userId="82312ee5779919a4" providerId="LiveId" clId="{D1C76DA8-6A23-54AC-AD0D-AC8E743EAA8D}" dt="2026-09-02T06:00:13.077" v="1022" actId="403"/>
        <pc:sldMkLst>
          <pc:docMk/>
          <pc:sldMk cId="4067577602" sldId="2605"/>
        </pc:sldMkLst>
        <pc:spChg chg="mod">
          <ac:chgData name="Xin Luo" userId="82312ee5779919a4" providerId="LiveId" clId="{D1C76DA8-6A23-54AC-AD0D-AC8E743EAA8D}" dt="2026-09-02T06:00:13.077" v="1022" actId="403"/>
          <ac:spMkLst>
            <pc:docMk/>
            <pc:sldMk cId="4067577602" sldId="2605"/>
            <ac:spMk id="5" creationId="{78502774-B04C-634F-1396-E5815996BC36}"/>
          </ac:spMkLst>
        </pc:spChg>
      </pc:sldChg>
      <pc:sldChg chg="addSp modSp mod">
        <pc:chgData name="Xin Luo" userId="82312ee5779919a4" providerId="LiveId" clId="{D1C76DA8-6A23-54AC-AD0D-AC8E743EAA8D}" dt="2026-08-31T10:29:51.900" v="689" actId="14100"/>
        <pc:sldMkLst>
          <pc:docMk/>
          <pc:sldMk cId="1602808061" sldId="2707"/>
        </pc:sldMkLst>
        <pc:spChg chg="add mod">
          <ac:chgData name="Xin Luo" userId="82312ee5779919a4" providerId="LiveId" clId="{D1C76DA8-6A23-54AC-AD0D-AC8E743EAA8D}" dt="2026-08-31T10:29:51.900" v="689" actId="14100"/>
          <ac:spMkLst>
            <pc:docMk/>
            <pc:sldMk cId="1602808061" sldId="2707"/>
            <ac:spMk id="2" creationId="{42628F35-993A-5511-DFF0-EC16AD2DD56F}"/>
          </ac:spMkLst>
        </pc:spChg>
        <pc:spChg chg="mod">
          <ac:chgData name="Xin Luo" userId="82312ee5779919a4" providerId="LiveId" clId="{D1C76DA8-6A23-54AC-AD0D-AC8E743EAA8D}" dt="2026-08-31T10:29:16.085" v="660" actId="1035"/>
          <ac:spMkLst>
            <pc:docMk/>
            <pc:sldMk cId="1602808061" sldId="2707"/>
            <ac:spMk id="6" creationId="{C327131E-B49C-7E40-81DE-8E289A5DC36B}"/>
          </ac:spMkLst>
        </pc:spChg>
        <pc:graphicFrameChg chg="mod modGraphic">
          <ac:chgData name="Xin Luo" userId="82312ee5779919a4" providerId="LiveId" clId="{D1C76DA8-6A23-54AC-AD0D-AC8E743EAA8D}" dt="2026-08-31T10:29:25.577" v="665" actId="14100"/>
          <ac:graphicFrameMkLst>
            <pc:docMk/>
            <pc:sldMk cId="1602808061" sldId="2707"/>
            <ac:graphicFrameMk id="4" creationId="{CD59FCAC-1DA4-74BE-FCAF-D57ABF2F5B57}"/>
          </ac:graphicFrameMkLst>
        </pc:graphicFrameChg>
      </pc:sldChg>
      <pc:sldChg chg="modSp mod">
        <pc:chgData name="Xin Luo" userId="82312ee5779919a4" providerId="LiveId" clId="{D1C76DA8-6A23-54AC-AD0D-AC8E743EAA8D}" dt="2026-08-31T10:36:58.693" v="724" actId="255"/>
        <pc:sldMkLst>
          <pc:docMk/>
          <pc:sldMk cId="3007902342" sldId="2724"/>
        </pc:sldMkLst>
        <pc:spChg chg="mod">
          <ac:chgData name="Xin Luo" userId="82312ee5779919a4" providerId="LiveId" clId="{D1C76DA8-6A23-54AC-AD0D-AC8E743EAA8D}" dt="2026-08-31T10:36:58.693" v="724" actId="255"/>
          <ac:spMkLst>
            <pc:docMk/>
            <pc:sldMk cId="3007902342" sldId="2724"/>
            <ac:spMk id="5" creationId="{78502774-B04C-634F-1396-E5815996BC36}"/>
          </ac:spMkLst>
        </pc:spChg>
      </pc:sldChg>
      <pc:sldChg chg="modSp mod">
        <pc:chgData name="Xin Luo" userId="82312ee5779919a4" providerId="LiveId" clId="{D1C76DA8-6A23-54AC-AD0D-AC8E743EAA8D}" dt="2026-08-31T10:23:58.054" v="642" actId="20577"/>
        <pc:sldMkLst>
          <pc:docMk/>
          <pc:sldMk cId="3309691984" sldId="2731"/>
        </pc:sldMkLst>
        <pc:spChg chg="mod">
          <ac:chgData name="Xin Luo" userId="82312ee5779919a4" providerId="LiveId" clId="{D1C76DA8-6A23-54AC-AD0D-AC8E743EAA8D}" dt="2026-08-31T10:23:58.054" v="642" actId="20577"/>
          <ac:spMkLst>
            <pc:docMk/>
            <pc:sldMk cId="3309691984" sldId="2731"/>
            <ac:spMk id="4" creationId="{DFE91C0B-C9F8-3FEC-3419-2DE0C6E6DCB8}"/>
          </ac:spMkLst>
        </pc:spChg>
        <pc:spChg chg="mod">
          <ac:chgData name="Xin Luo" userId="82312ee5779919a4" providerId="LiveId" clId="{D1C76DA8-6A23-54AC-AD0D-AC8E743EAA8D}" dt="2026-08-31T10:14:10.525" v="247" actId="20577"/>
          <ac:spMkLst>
            <pc:docMk/>
            <pc:sldMk cId="3309691984" sldId="2731"/>
            <ac:spMk id="34" creationId="{8FB6A072-1361-9365-BA98-28D65C319674}"/>
          </ac:spMkLst>
        </pc:spChg>
        <pc:spChg chg="mod">
          <ac:chgData name="Xin Luo" userId="82312ee5779919a4" providerId="LiveId" clId="{D1C76DA8-6A23-54AC-AD0D-AC8E743EAA8D}" dt="2026-08-31T10:13:28.724" v="194" actId="20577"/>
          <ac:spMkLst>
            <pc:docMk/>
            <pc:sldMk cId="3309691984" sldId="2731"/>
            <ac:spMk id="36" creationId="{39540756-8A6C-BDC2-5D37-C7059804CC0F}"/>
          </ac:spMkLst>
        </pc:spChg>
        <pc:spChg chg="mod">
          <ac:chgData name="Xin Luo" userId="82312ee5779919a4" providerId="LiveId" clId="{D1C76DA8-6A23-54AC-AD0D-AC8E743EAA8D}" dt="2026-08-31T10:14:52.831" v="324" actId="1035"/>
          <ac:spMkLst>
            <pc:docMk/>
            <pc:sldMk cId="3309691984" sldId="2731"/>
            <ac:spMk id="38" creationId="{A4258FF3-EAC1-3E64-A90D-5618C547999D}"/>
          </ac:spMkLst>
        </pc:spChg>
        <pc:grpChg chg="mod">
          <ac:chgData name="Xin Luo" userId="82312ee5779919a4" providerId="LiveId" clId="{D1C76DA8-6A23-54AC-AD0D-AC8E743EAA8D}" dt="2026-08-31T10:14:58.869" v="328" actId="1035"/>
          <ac:grpSpMkLst>
            <pc:docMk/>
            <pc:sldMk cId="3309691984" sldId="2731"/>
            <ac:grpSpMk id="16" creationId="{8107A09A-010F-8E0D-AD3F-71E27BBFCC6B}"/>
          </ac:grpSpMkLst>
        </pc:grpChg>
      </pc:sldChg>
      <pc:sldChg chg="addSp delSp modSp mod">
        <pc:chgData name="Xin Luo" userId="82312ee5779919a4" providerId="LiveId" clId="{D1C76DA8-6A23-54AC-AD0D-AC8E743EAA8D}" dt="2026-09-02T06:20:03.157" v="1046" actId="20577"/>
        <pc:sldMkLst>
          <pc:docMk/>
          <pc:sldMk cId="940880124" sldId="2742"/>
        </pc:sldMkLst>
        <pc:spChg chg="add mod">
          <ac:chgData name="Xin Luo" userId="82312ee5779919a4" providerId="LiveId" clId="{D1C76DA8-6A23-54AC-AD0D-AC8E743EAA8D}" dt="2026-09-02T06:19:38.758" v="1024"/>
          <ac:spMkLst>
            <pc:docMk/>
            <pc:sldMk cId="940880124" sldId="2742"/>
            <ac:spMk id="2" creationId="{9D278021-597D-3752-14C6-886F19FCF536}"/>
          </ac:spMkLst>
        </pc:spChg>
        <pc:spChg chg="add del mod">
          <ac:chgData name="Xin Luo" userId="82312ee5779919a4" providerId="LiveId" clId="{D1C76DA8-6A23-54AC-AD0D-AC8E743EAA8D}" dt="2026-09-02T06:20:03.157" v="1046" actId="20577"/>
          <ac:spMkLst>
            <pc:docMk/>
            <pc:sldMk cId="940880124" sldId="2742"/>
            <ac:spMk id="4" creationId="{F17BA0C2-A265-EE38-7F87-B0E3E08CDBEB}"/>
          </ac:spMkLst>
        </pc:spChg>
        <pc:spChg chg="mod">
          <ac:chgData name="Xin Luo" userId="82312ee5779919a4" providerId="LiveId" clId="{D1C76DA8-6A23-54AC-AD0D-AC8E743EAA8D}" dt="2026-08-31T10:36:12.904" v="716" actId="20577"/>
          <ac:spMkLst>
            <pc:docMk/>
            <pc:sldMk cId="940880124" sldId="2742"/>
            <ac:spMk id="11" creationId="{53A7E693-8098-76C4-CD5D-47166ABEB164}"/>
          </ac:spMkLst>
        </pc:spChg>
        <pc:spChg chg="mod">
          <ac:chgData name="Xin Luo" userId="82312ee5779919a4" providerId="LiveId" clId="{D1C76DA8-6A23-54AC-AD0D-AC8E743EAA8D}" dt="2026-08-31T10:36:36.156" v="721" actId="2710"/>
          <ac:spMkLst>
            <pc:docMk/>
            <pc:sldMk cId="940880124" sldId="2742"/>
            <ac:spMk id="13" creationId="{303BC878-BC57-D350-27A3-F03AE48213AC}"/>
          </ac:spMkLst>
        </pc:spChg>
      </pc:sldChg>
      <pc:sldChg chg="modSp mod">
        <pc:chgData name="Xin Luo" userId="82312ee5779919a4" providerId="LiveId" clId="{D1C76DA8-6A23-54AC-AD0D-AC8E743EAA8D}" dt="2026-08-31T10:11:39.302" v="58" actId="20577"/>
        <pc:sldMkLst>
          <pc:docMk/>
          <pc:sldMk cId="216137331" sldId="2763"/>
        </pc:sldMkLst>
        <pc:spChg chg="mod">
          <ac:chgData name="Xin Luo" userId="82312ee5779919a4" providerId="LiveId" clId="{D1C76DA8-6A23-54AC-AD0D-AC8E743EAA8D}" dt="2026-08-31T10:11:30.814" v="30" actId="20577"/>
          <ac:spMkLst>
            <pc:docMk/>
            <pc:sldMk cId="216137331" sldId="2763"/>
            <ac:spMk id="3" creationId="{E375549C-74EF-2C8F-6432-2C52B803FB1B}"/>
          </ac:spMkLst>
        </pc:spChg>
        <pc:spChg chg="mod">
          <ac:chgData name="Xin Luo" userId="82312ee5779919a4" providerId="LiveId" clId="{D1C76DA8-6A23-54AC-AD0D-AC8E743EAA8D}" dt="2026-08-31T10:11:39.302" v="58" actId="20577"/>
          <ac:spMkLst>
            <pc:docMk/>
            <pc:sldMk cId="216137331" sldId="2763"/>
            <ac:spMk id="24" creationId="{00000000-0000-0000-0000-000000000000}"/>
          </ac:spMkLst>
        </pc:spChg>
      </pc:sldChg>
      <pc:sldChg chg="addSp delSp modSp mod">
        <pc:chgData name="Xin Luo" userId="82312ee5779919a4" providerId="LiveId" clId="{D1C76DA8-6A23-54AC-AD0D-AC8E743EAA8D}" dt="2026-08-31T10:30:35.767" v="701" actId="20577"/>
        <pc:sldMkLst>
          <pc:docMk/>
          <pc:sldMk cId="3411125272" sldId="2778"/>
        </pc:sldMkLst>
        <pc:spChg chg="mod">
          <ac:chgData name="Xin Luo" userId="82312ee5779919a4" providerId="LiveId" clId="{D1C76DA8-6A23-54AC-AD0D-AC8E743EAA8D}" dt="2026-08-31T10:24:01.110" v="644" actId="20577"/>
          <ac:spMkLst>
            <pc:docMk/>
            <pc:sldMk cId="3411125272" sldId="2778"/>
            <ac:spMk id="4" creationId="{8B45E203-515D-C64E-467D-BE35DAB2DCBB}"/>
          </ac:spMkLst>
        </pc:spChg>
        <pc:spChg chg="mod">
          <ac:chgData name="Xin Luo" userId="82312ee5779919a4" providerId="LiveId" clId="{D1C76DA8-6A23-54AC-AD0D-AC8E743EAA8D}" dt="2026-08-31T10:20:16.481" v="627" actId="1076"/>
          <ac:spMkLst>
            <pc:docMk/>
            <pc:sldMk cId="3411125272" sldId="2778"/>
            <ac:spMk id="5" creationId="{BC5FF876-BAD9-831B-5D16-B8A194404EC3}"/>
          </ac:spMkLst>
        </pc:spChg>
        <pc:graphicFrameChg chg="mod modGraphic">
          <ac:chgData name="Xin Luo" userId="82312ee5779919a4" providerId="LiveId" clId="{D1C76DA8-6A23-54AC-AD0D-AC8E743EAA8D}" dt="2026-08-31T10:30:35.767" v="701" actId="20577"/>
          <ac:graphicFrameMkLst>
            <pc:docMk/>
            <pc:sldMk cId="3411125272" sldId="2778"/>
            <ac:graphicFrameMk id="2" creationId="{F9B972E6-0DD6-CD43-EA1B-D4138981CE56}"/>
          </ac:graphicFrameMkLst>
        </pc:graphicFrameChg>
        <pc:cxnChg chg="mod">
          <ac:chgData name="Xin Luo" userId="82312ee5779919a4" providerId="LiveId" clId="{D1C76DA8-6A23-54AC-AD0D-AC8E743EAA8D}" dt="2026-08-31T10:20:16.481" v="627" actId="1076"/>
          <ac:cxnSpMkLst>
            <pc:docMk/>
            <pc:sldMk cId="3411125272" sldId="2778"/>
            <ac:cxnSpMk id="8" creationId="{C30CF5BA-5B85-2701-802B-080C5479983B}"/>
          </ac:cxnSpMkLst>
        </pc:cxnChg>
        <pc:cxnChg chg="mod">
          <ac:chgData name="Xin Luo" userId="82312ee5779919a4" providerId="LiveId" clId="{D1C76DA8-6A23-54AC-AD0D-AC8E743EAA8D}" dt="2026-08-31T10:20:16.481" v="627" actId="1076"/>
          <ac:cxnSpMkLst>
            <pc:docMk/>
            <pc:sldMk cId="3411125272" sldId="2778"/>
            <ac:cxnSpMk id="9" creationId="{61FE32FD-85BF-3416-7A3E-1F786B0E4F08}"/>
          </ac:cxnSpMkLst>
        </pc:cxnChg>
        <pc:cxnChg chg="mod">
          <ac:chgData name="Xin Luo" userId="82312ee5779919a4" providerId="LiveId" clId="{D1C76DA8-6A23-54AC-AD0D-AC8E743EAA8D}" dt="2026-08-31T10:20:16.481" v="627" actId="1076"/>
          <ac:cxnSpMkLst>
            <pc:docMk/>
            <pc:sldMk cId="3411125272" sldId="2778"/>
            <ac:cxnSpMk id="12" creationId="{E7B27204-E405-C893-F50C-724423627215}"/>
          </ac:cxnSpMkLst>
        </pc:cxnChg>
      </pc:sldChg>
      <pc:sldChg chg="modSp mod">
        <pc:chgData name="Xin Luo" userId="82312ee5779919a4" providerId="LiveId" clId="{D1C76DA8-6A23-54AC-AD0D-AC8E743EAA8D}" dt="2026-09-02T05:57:57.234" v="1014" actId="1036"/>
        <pc:sldMkLst>
          <pc:docMk/>
          <pc:sldMk cId="3058806288" sldId="2781"/>
        </pc:sldMkLst>
        <pc:spChg chg="mod">
          <ac:chgData name="Xin Luo" userId="82312ee5779919a4" providerId="LiveId" clId="{D1C76DA8-6A23-54AC-AD0D-AC8E743EAA8D}" dt="2026-09-02T05:57:21.890" v="995" actId="14100"/>
          <ac:spMkLst>
            <pc:docMk/>
            <pc:sldMk cId="3058806288" sldId="2781"/>
            <ac:spMk id="2" creationId="{71639ACD-DB86-70B8-79B8-0619E0D2588B}"/>
          </ac:spMkLst>
        </pc:spChg>
        <pc:spChg chg="mod">
          <ac:chgData name="Xin Luo" userId="82312ee5779919a4" providerId="LiveId" clId="{D1C76DA8-6A23-54AC-AD0D-AC8E743EAA8D}" dt="2026-09-02T05:57:57.234" v="1014" actId="1036"/>
          <ac:spMkLst>
            <pc:docMk/>
            <pc:sldMk cId="3058806288" sldId="2781"/>
            <ac:spMk id="5" creationId="{7AC6B5E3-0388-9AA6-FF0C-4997994FECC5}"/>
          </ac:spMkLst>
        </pc:spChg>
        <pc:spChg chg="mod">
          <ac:chgData name="Xin Luo" userId="82312ee5779919a4" providerId="LiveId" clId="{D1C76DA8-6A23-54AC-AD0D-AC8E743EAA8D}" dt="2026-09-02T05:57:52.623" v="1006" actId="108"/>
          <ac:spMkLst>
            <pc:docMk/>
            <pc:sldMk cId="3058806288" sldId="2781"/>
            <ac:spMk id="6" creationId="{7CFDB476-000D-1357-72EF-2B78C59AC79D}"/>
          </ac:spMkLst>
        </pc:spChg>
        <pc:picChg chg="mod">
          <ac:chgData name="Xin Luo" userId="82312ee5779919a4" providerId="LiveId" clId="{D1C76DA8-6A23-54AC-AD0D-AC8E743EAA8D}" dt="2026-09-02T05:57:33.151" v="998" actId="1076"/>
          <ac:picMkLst>
            <pc:docMk/>
            <pc:sldMk cId="3058806288" sldId="2781"/>
            <ac:picMk id="9" creationId="{D994883C-DAA1-878F-1EEC-D7703207ECA1}"/>
          </ac:picMkLst>
        </pc:picChg>
      </pc:sldChg>
      <pc:sldChg chg="modSp mod">
        <pc:chgData name="Xin Luo" userId="82312ee5779919a4" providerId="LiveId" clId="{D1C76DA8-6A23-54AC-AD0D-AC8E743EAA8D}" dt="2026-09-02T05:59:00.487" v="1016" actId="403"/>
        <pc:sldMkLst>
          <pc:docMk/>
          <pc:sldMk cId="1887558904" sldId="2783"/>
        </pc:sldMkLst>
        <pc:spChg chg="mod">
          <ac:chgData name="Xin Luo" userId="82312ee5779919a4" providerId="LiveId" clId="{D1C76DA8-6A23-54AC-AD0D-AC8E743EAA8D}" dt="2026-09-02T05:59:00.487" v="1016" actId="403"/>
          <ac:spMkLst>
            <pc:docMk/>
            <pc:sldMk cId="1887558904" sldId="2783"/>
            <ac:spMk id="6" creationId="{F2C29379-9842-F50A-9123-297292711161}"/>
          </ac:spMkLst>
        </pc:spChg>
      </pc:sldChg>
      <pc:sldChg chg="modSp del mod">
        <pc:chgData name="Xin Luo" userId="82312ee5779919a4" providerId="LiveId" clId="{D1C76DA8-6A23-54AC-AD0D-AC8E743EAA8D}" dt="2026-09-02T06:20:38.238" v="1052" actId="2696"/>
        <pc:sldMkLst>
          <pc:docMk/>
          <pc:sldMk cId="4018671404" sldId="2784"/>
        </pc:sldMkLst>
        <pc:spChg chg="mod">
          <ac:chgData name="Xin Luo" userId="82312ee5779919a4" providerId="LiveId" clId="{D1C76DA8-6A23-54AC-AD0D-AC8E743EAA8D}" dt="2026-09-02T05:59:32.063" v="1021" actId="403"/>
          <ac:spMkLst>
            <pc:docMk/>
            <pc:sldMk cId="4018671404" sldId="2784"/>
            <ac:spMk id="6" creationId="{7F4B6D9C-295C-FF17-34D3-16F995CEDEB5}"/>
          </ac:spMkLst>
        </pc:spChg>
      </pc:sldChg>
      <pc:sldChg chg="del">
        <pc:chgData name="Xin Luo" userId="82312ee5779919a4" providerId="LiveId" clId="{D1C76DA8-6A23-54AC-AD0D-AC8E743EAA8D}" dt="2026-09-02T06:20:29.599" v="1050" actId="2696"/>
        <pc:sldMkLst>
          <pc:docMk/>
          <pc:sldMk cId="1170866454" sldId="2786"/>
        </pc:sldMkLst>
      </pc:sldChg>
      <pc:sldChg chg="add del">
        <pc:chgData name="Xin Luo" userId="82312ee5779919a4" providerId="LiveId" clId="{D1C76DA8-6A23-54AC-AD0D-AC8E743EAA8D}" dt="2026-09-02T06:20:25.679" v="1048"/>
        <pc:sldMkLst>
          <pc:docMk/>
          <pc:sldMk cId="1177324726" sldId="2794"/>
        </pc:sldMkLst>
      </pc:sldChg>
      <pc:sldChg chg="add">
        <pc:chgData name="Xin Luo" userId="82312ee5779919a4" providerId="LiveId" clId="{D1C76DA8-6A23-54AC-AD0D-AC8E743EAA8D}" dt="2026-09-02T06:20:27.105" v="1049"/>
        <pc:sldMkLst>
          <pc:docMk/>
          <pc:sldMk cId="3148404715" sldId="2794"/>
        </pc:sldMkLst>
      </pc:sldChg>
      <pc:sldChg chg="add">
        <pc:chgData name="Xin Luo" userId="82312ee5779919a4" providerId="LiveId" clId="{D1C76DA8-6A23-54AC-AD0D-AC8E743EAA8D}" dt="2026-09-02T06:20:36.027" v="1051"/>
        <pc:sldMkLst>
          <pc:docMk/>
          <pc:sldMk cId="3885208294" sldId="279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6578" name="Rectangle 2"/>
          <p:cNvSpPr>
            <a:spLocks noGrp="1" noChangeArrowheads="1"/>
          </p:cNvSpPr>
          <p:nvPr>
            <p:ph type="hdr" sz="quarter"/>
          </p:nvPr>
        </p:nvSpPr>
        <p:spPr bwMode="auto">
          <a:xfrm>
            <a:off x="0" y="1"/>
            <a:ext cx="2983536" cy="500550"/>
          </a:xfrm>
          <a:prstGeom prst="rect">
            <a:avLst/>
          </a:prstGeom>
          <a:noFill/>
          <a:ln w="9525">
            <a:noFill/>
            <a:miter lim="800000"/>
            <a:headEnd/>
            <a:tailEnd/>
          </a:ln>
          <a:effectLst/>
        </p:spPr>
        <p:txBody>
          <a:bodyPr vert="horz" wrap="square" lIns="92249" tIns="46125" rIns="92249" bIns="46125" numCol="1" anchor="t" anchorCtr="0" compatLnSpc="1">
            <a:prstTxWarp prst="textNoShape">
              <a:avLst/>
            </a:prstTxWarp>
          </a:bodyPr>
          <a:lstStyle>
            <a:lvl1pPr algn="l" defTabSz="921421">
              <a:defRPr sz="1100">
                <a:latin typeface="Times New Roman" pitchFamily="18" charset="0"/>
                <a:ea typeface="宋体" pitchFamily="2" charset="-122"/>
                <a:cs typeface="+mn-cs"/>
              </a:defRPr>
            </a:lvl1pPr>
          </a:lstStyle>
          <a:p>
            <a:pPr>
              <a:defRPr/>
            </a:pPr>
            <a:endParaRPr lang="en-US" altLang="zh-CN"/>
          </a:p>
        </p:txBody>
      </p:sp>
      <p:sp>
        <p:nvSpPr>
          <p:cNvPr id="536579" name="Rectangle 3"/>
          <p:cNvSpPr>
            <a:spLocks noGrp="1" noChangeArrowheads="1"/>
          </p:cNvSpPr>
          <p:nvPr>
            <p:ph type="dt" sz="quarter" idx="1"/>
          </p:nvPr>
        </p:nvSpPr>
        <p:spPr bwMode="auto">
          <a:xfrm>
            <a:off x="3904628" y="1"/>
            <a:ext cx="2983535" cy="500550"/>
          </a:xfrm>
          <a:prstGeom prst="rect">
            <a:avLst/>
          </a:prstGeom>
          <a:noFill/>
          <a:ln w="9525">
            <a:noFill/>
            <a:miter lim="800000"/>
            <a:headEnd/>
            <a:tailEnd/>
          </a:ln>
          <a:effectLst/>
        </p:spPr>
        <p:txBody>
          <a:bodyPr vert="horz" wrap="square" lIns="92249" tIns="46125" rIns="92249" bIns="46125" numCol="1" anchor="t" anchorCtr="0" compatLnSpc="1">
            <a:prstTxWarp prst="textNoShape">
              <a:avLst/>
            </a:prstTxWarp>
          </a:bodyPr>
          <a:lstStyle>
            <a:lvl1pPr algn="r" defTabSz="921421">
              <a:defRPr sz="1100">
                <a:latin typeface="Times New Roman" pitchFamily="18" charset="0"/>
                <a:ea typeface="宋体" pitchFamily="2" charset="-122"/>
                <a:cs typeface="+mn-cs"/>
              </a:defRPr>
            </a:lvl1pPr>
          </a:lstStyle>
          <a:p>
            <a:pPr>
              <a:defRPr/>
            </a:pPr>
            <a:endParaRPr lang="en-US" altLang="zh-CN"/>
          </a:p>
        </p:txBody>
      </p:sp>
      <p:sp>
        <p:nvSpPr>
          <p:cNvPr id="536580" name="Rectangle 4"/>
          <p:cNvSpPr>
            <a:spLocks noGrp="1" noChangeArrowheads="1"/>
          </p:cNvSpPr>
          <p:nvPr>
            <p:ph type="ftr" sz="quarter" idx="2"/>
          </p:nvPr>
        </p:nvSpPr>
        <p:spPr bwMode="auto">
          <a:xfrm>
            <a:off x="0" y="9521338"/>
            <a:ext cx="2983536" cy="500550"/>
          </a:xfrm>
          <a:prstGeom prst="rect">
            <a:avLst/>
          </a:prstGeom>
          <a:noFill/>
          <a:ln w="9525">
            <a:noFill/>
            <a:miter lim="800000"/>
            <a:headEnd/>
            <a:tailEnd/>
          </a:ln>
          <a:effectLst/>
        </p:spPr>
        <p:txBody>
          <a:bodyPr vert="horz" wrap="square" lIns="92249" tIns="46125" rIns="92249" bIns="46125" numCol="1" anchor="b" anchorCtr="0" compatLnSpc="1">
            <a:prstTxWarp prst="textNoShape">
              <a:avLst/>
            </a:prstTxWarp>
          </a:bodyPr>
          <a:lstStyle>
            <a:lvl1pPr algn="l" defTabSz="921421">
              <a:defRPr sz="1100">
                <a:latin typeface="Times New Roman" pitchFamily="18" charset="0"/>
                <a:ea typeface="宋体" pitchFamily="2" charset="-122"/>
                <a:cs typeface="+mn-cs"/>
              </a:defRPr>
            </a:lvl1pPr>
          </a:lstStyle>
          <a:p>
            <a:pPr>
              <a:defRPr/>
            </a:pPr>
            <a:endParaRPr lang="en-US" altLang="zh-CN"/>
          </a:p>
        </p:txBody>
      </p:sp>
      <p:sp>
        <p:nvSpPr>
          <p:cNvPr id="536581" name="Rectangle 5"/>
          <p:cNvSpPr>
            <a:spLocks noGrp="1" noChangeArrowheads="1"/>
          </p:cNvSpPr>
          <p:nvPr>
            <p:ph type="sldNum" sz="quarter" idx="3"/>
          </p:nvPr>
        </p:nvSpPr>
        <p:spPr bwMode="auto">
          <a:xfrm>
            <a:off x="3904628" y="9521338"/>
            <a:ext cx="2983535" cy="500550"/>
          </a:xfrm>
          <a:prstGeom prst="rect">
            <a:avLst/>
          </a:prstGeom>
          <a:noFill/>
          <a:ln w="9525">
            <a:noFill/>
            <a:miter lim="800000"/>
            <a:headEnd/>
            <a:tailEnd/>
          </a:ln>
          <a:effectLst/>
        </p:spPr>
        <p:txBody>
          <a:bodyPr vert="horz" wrap="square" lIns="92249" tIns="46125" rIns="92249" bIns="46125" numCol="1" anchor="b" anchorCtr="0" compatLnSpc="1">
            <a:prstTxWarp prst="textNoShape">
              <a:avLst/>
            </a:prstTxWarp>
          </a:bodyPr>
          <a:lstStyle>
            <a:lvl1pPr algn="r" defTabSz="921421">
              <a:defRPr sz="1100"/>
            </a:lvl1pPr>
          </a:lstStyle>
          <a:p>
            <a:pPr>
              <a:defRPr/>
            </a:pPr>
            <a:fld id="{6D45C849-0B45-C74F-ACD3-3797B4D29440}" type="slidenum">
              <a:rPr lang="en-US" altLang="zh-CN"/>
              <a:pPr>
                <a:defRPr/>
              </a:pPr>
              <a:t>‹#›</a:t>
            </a:fld>
            <a:endParaRPr lang="en-US" altLang="zh-CN"/>
          </a:p>
        </p:txBody>
      </p:sp>
    </p:spTree>
    <p:extLst>
      <p:ext uri="{BB962C8B-B14F-4D97-AF65-F5344CB8AC3E}">
        <p14:creationId xmlns:p14="http://schemas.microsoft.com/office/powerpoint/2010/main" val="282899936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1"/>
            <a:ext cx="2983536" cy="500550"/>
          </a:xfrm>
          <a:prstGeom prst="rect">
            <a:avLst/>
          </a:prstGeom>
          <a:noFill/>
          <a:ln w="9525">
            <a:noFill/>
            <a:miter lim="800000"/>
            <a:headEnd/>
            <a:tailEnd/>
          </a:ln>
          <a:effectLst/>
        </p:spPr>
        <p:txBody>
          <a:bodyPr vert="horz" wrap="square" lIns="92249" tIns="46125" rIns="92249" bIns="46125" numCol="1" anchor="t" anchorCtr="0" compatLnSpc="1">
            <a:prstTxWarp prst="textNoShape">
              <a:avLst/>
            </a:prstTxWarp>
          </a:bodyPr>
          <a:lstStyle>
            <a:lvl1pPr algn="l" defTabSz="921421">
              <a:spcBef>
                <a:spcPct val="0"/>
              </a:spcBef>
              <a:defRPr sz="1100">
                <a:latin typeface="Arial" charset="0"/>
                <a:ea typeface="宋体" pitchFamily="2" charset="-122"/>
                <a:cs typeface="+mn-cs"/>
              </a:defRPr>
            </a:lvl1pPr>
          </a:lstStyle>
          <a:p>
            <a:pPr>
              <a:defRPr/>
            </a:pPr>
            <a:endParaRPr lang="en-US" altLang="zh-CN"/>
          </a:p>
        </p:txBody>
      </p:sp>
      <p:sp>
        <p:nvSpPr>
          <p:cNvPr id="84995" name="Rectangle 3"/>
          <p:cNvSpPr>
            <a:spLocks noGrp="1" noChangeArrowheads="1"/>
          </p:cNvSpPr>
          <p:nvPr>
            <p:ph type="dt" idx="1"/>
          </p:nvPr>
        </p:nvSpPr>
        <p:spPr bwMode="auto">
          <a:xfrm>
            <a:off x="3903087" y="1"/>
            <a:ext cx="2983536" cy="500550"/>
          </a:xfrm>
          <a:prstGeom prst="rect">
            <a:avLst/>
          </a:prstGeom>
          <a:noFill/>
          <a:ln w="9525">
            <a:noFill/>
            <a:miter lim="800000"/>
            <a:headEnd/>
            <a:tailEnd/>
          </a:ln>
          <a:effectLst/>
        </p:spPr>
        <p:txBody>
          <a:bodyPr vert="horz" wrap="square" lIns="92249" tIns="46125" rIns="92249" bIns="46125" numCol="1" anchor="t" anchorCtr="0" compatLnSpc="1">
            <a:prstTxWarp prst="textNoShape">
              <a:avLst/>
            </a:prstTxWarp>
          </a:bodyPr>
          <a:lstStyle>
            <a:lvl1pPr algn="r" defTabSz="921421">
              <a:spcBef>
                <a:spcPct val="0"/>
              </a:spcBef>
              <a:defRPr sz="1100">
                <a:latin typeface="Arial" charset="0"/>
                <a:ea typeface="宋体" pitchFamily="2" charset="-122"/>
                <a:cs typeface="+mn-cs"/>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106363" y="752475"/>
            <a:ext cx="6680200" cy="37576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4997" name="Rectangle 5"/>
          <p:cNvSpPr>
            <a:spLocks noGrp="1" noChangeArrowheads="1"/>
          </p:cNvSpPr>
          <p:nvPr>
            <p:ph type="body" sz="quarter" idx="3"/>
          </p:nvPr>
        </p:nvSpPr>
        <p:spPr bwMode="auto">
          <a:xfrm>
            <a:off x="688509" y="4759891"/>
            <a:ext cx="5511147" cy="4509617"/>
          </a:xfrm>
          <a:prstGeom prst="rect">
            <a:avLst/>
          </a:prstGeom>
          <a:noFill/>
          <a:ln w="9525">
            <a:noFill/>
            <a:miter lim="800000"/>
            <a:headEnd/>
            <a:tailEnd/>
          </a:ln>
          <a:effectLst/>
        </p:spPr>
        <p:txBody>
          <a:bodyPr vert="horz" wrap="square" lIns="92249" tIns="46125" rIns="92249" bIns="46125"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4998" name="Rectangle 6"/>
          <p:cNvSpPr>
            <a:spLocks noGrp="1" noChangeArrowheads="1"/>
          </p:cNvSpPr>
          <p:nvPr>
            <p:ph type="ftr" sz="quarter" idx="4"/>
          </p:nvPr>
        </p:nvSpPr>
        <p:spPr bwMode="auto">
          <a:xfrm>
            <a:off x="0" y="9519783"/>
            <a:ext cx="2983536" cy="500550"/>
          </a:xfrm>
          <a:prstGeom prst="rect">
            <a:avLst/>
          </a:prstGeom>
          <a:noFill/>
          <a:ln w="9525">
            <a:noFill/>
            <a:miter lim="800000"/>
            <a:headEnd/>
            <a:tailEnd/>
          </a:ln>
          <a:effectLst/>
        </p:spPr>
        <p:txBody>
          <a:bodyPr vert="horz" wrap="square" lIns="92249" tIns="46125" rIns="92249" bIns="46125" numCol="1" anchor="b" anchorCtr="0" compatLnSpc="1">
            <a:prstTxWarp prst="textNoShape">
              <a:avLst/>
            </a:prstTxWarp>
          </a:bodyPr>
          <a:lstStyle>
            <a:lvl1pPr algn="l" defTabSz="921421">
              <a:spcBef>
                <a:spcPct val="0"/>
              </a:spcBef>
              <a:defRPr sz="1100">
                <a:latin typeface="Arial" charset="0"/>
                <a:ea typeface="宋体" pitchFamily="2" charset="-122"/>
                <a:cs typeface="+mn-cs"/>
              </a:defRPr>
            </a:lvl1pPr>
          </a:lstStyle>
          <a:p>
            <a:pPr>
              <a:defRPr/>
            </a:pPr>
            <a:endParaRPr lang="en-US" altLang="zh-CN"/>
          </a:p>
        </p:txBody>
      </p:sp>
      <p:sp>
        <p:nvSpPr>
          <p:cNvPr id="84999" name="Rectangle 7"/>
          <p:cNvSpPr>
            <a:spLocks noGrp="1" noChangeArrowheads="1"/>
          </p:cNvSpPr>
          <p:nvPr>
            <p:ph type="sldNum" sz="quarter" idx="5"/>
          </p:nvPr>
        </p:nvSpPr>
        <p:spPr bwMode="auto">
          <a:xfrm>
            <a:off x="3903087" y="9519783"/>
            <a:ext cx="2983536" cy="500550"/>
          </a:xfrm>
          <a:prstGeom prst="rect">
            <a:avLst/>
          </a:prstGeom>
          <a:noFill/>
          <a:ln w="9525">
            <a:noFill/>
            <a:miter lim="800000"/>
            <a:headEnd/>
            <a:tailEnd/>
          </a:ln>
          <a:effectLst/>
        </p:spPr>
        <p:txBody>
          <a:bodyPr vert="horz" wrap="square" lIns="92249" tIns="46125" rIns="92249" bIns="46125" numCol="1" anchor="b" anchorCtr="0" compatLnSpc="1">
            <a:prstTxWarp prst="textNoShape">
              <a:avLst/>
            </a:prstTxWarp>
          </a:bodyPr>
          <a:lstStyle>
            <a:lvl1pPr algn="r" defTabSz="921421">
              <a:spcBef>
                <a:spcPct val="0"/>
              </a:spcBef>
              <a:defRPr sz="1100">
                <a:latin typeface="Arial" charset="0"/>
              </a:defRPr>
            </a:lvl1pPr>
          </a:lstStyle>
          <a:p>
            <a:pPr>
              <a:defRPr/>
            </a:pPr>
            <a:fld id="{BAF496D9-25EC-FE4B-A1BF-34C514AB2829}" type="slidenum">
              <a:rPr lang="en-US" altLang="zh-CN"/>
              <a:pPr>
                <a:defRPr/>
              </a:pPr>
              <a:t>‹#›</a:t>
            </a:fld>
            <a:endParaRPr lang="en-US" altLang="zh-CN"/>
          </a:p>
        </p:txBody>
      </p:sp>
    </p:spTree>
    <p:extLst>
      <p:ext uri="{BB962C8B-B14F-4D97-AF65-F5344CB8AC3E}">
        <p14:creationId xmlns:p14="http://schemas.microsoft.com/office/powerpoint/2010/main" val="169059369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ChangeArrowheads="1" noTextEdit="1"/>
          </p:cNvSpPr>
          <p:nvPr>
            <p:ph type="sldImg"/>
          </p:nvPr>
        </p:nvSpPr>
        <p:spPr>
          <a:xfrm>
            <a:off x="106363" y="752475"/>
            <a:ext cx="6680200" cy="3757613"/>
          </a:xfrm>
          <a:ln/>
        </p:spPr>
      </p:sp>
      <p:sp>
        <p:nvSpPr>
          <p:cNvPr id="81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defTabSz="891997">
              <a:defRPr/>
            </a:pPr>
            <a:endParaRPr lang="zh-CN" altLang="zh-CN"/>
          </a:p>
        </p:txBody>
      </p:sp>
    </p:spTree>
    <p:extLst>
      <p:ext uri="{BB962C8B-B14F-4D97-AF65-F5344CB8AC3E}">
        <p14:creationId xmlns:p14="http://schemas.microsoft.com/office/powerpoint/2010/main" val="4128186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47110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20041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4C0B5-F015-5288-F0CA-A862F9F929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D3C658-43CC-843E-853F-7EE0B6614D26}"/>
              </a:ext>
            </a:extLst>
          </p:cNvPr>
          <p:cNvSpPr>
            <a:spLocks noGrp="1" noRot="1" noChangeAspect="1"/>
          </p:cNvSpPr>
          <p:nvPr>
            <p:ph type="sldImg"/>
          </p:nvPr>
        </p:nvSpPr>
        <p:spPr>
          <a:xfrm>
            <a:off x="106363" y="752475"/>
            <a:ext cx="6680200" cy="3757613"/>
          </a:xfrm>
        </p:spPr>
      </p:sp>
      <p:sp>
        <p:nvSpPr>
          <p:cNvPr id="3" name="备注占位符 2">
            <a:extLst>
              <a:ext uri="{FF2B5EF4-FFF2-40B4-BE49-F238E27FC236}">
                <a16:creationId xmlns:a16="http://schemas.microsoft.com/office/drawing/2014/main" id="{F29C7225-CBC2-5DEA-3AAD-CF16D69C6B6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10258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r>
              <a:rPr lang="zh-CN" altLang="en-US" dirty="0"/>
              <a:t>期末考试前进行考前测试，熟悉试题。</a:t>
            </a:r>
          </a:p>
        </p:txBody>
      </p:sp>
    </p:spTree>
    <p:extLst>
      <p:ext uri="{BB962C8B-B14F-4D97-AF65-F5344CB8AC3E}">
        <p14:creationId xmlns:p14="http://schemas.microsoft.com/office/powerpoint/2010/main" val="2247650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078B0-23BC-1FED-8F36-F8A04A26BB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14E2FD-184B-7C01-40AD-587583C601AE}"/>
              </a:ext>
            </a:extLst>
          </p:cNvPr>
          <p:cNvSpPr>
            <a:spLocks noGrp="1" noRot="1" noChangeAspect="1"/>
          </p:cNvSpPr>
          <p:nvPr>
            <p:ph type="sldImg"/>
          </p:nvPr>
        </p:nvSpPr>
        <p:spPr>
          <a:xfrm>
            <a:off x="106363" y="752475"/>
            <a:ext cx="6680200" cy="3757613"/>
          </a:xfrm>
        </p:spPr>
      </p:sp>
      <p:sp>
        <p:nvSpPr>
          <p:cNvPr id="3" name="备注占位符 2">
            <a:extLst>
              <a:ext uri="{FF2B5EF4-FFF2-40B4-BE49-F238E27FC236}">
                <a16:creationId xmlns:a16="http://schemas.microsoft.com/office/drawing/2014/main" id="{590D5518-3BEC-8E17-B40B-AA3D22F62F8F}"/>
              </a:ext>
            </a:extLst>
          </p:cNvPr>
          <p:cNvSpPr>
            <a:spLocks noGrp="1"/>
          </p:cNvSpPr>
          <p:nvPr>
            <p:ph type="body" idx="1"/>
          </p:nvPr>
        </p:nvSpPr>
        <p:spPr/>
        <p:txBody>
          <a:bodyPr/>
          <a:lstStyle/>
          <a:p>
            <a:r>
              <a:rPr lang="zh-CN" altLang="en-US" dirty="0"/>
              <a:t>期末考试前进行考前测试，熟悉试题。</a:t>
            </a:r>
          </a:p>
        </p:txBody>
      </p:sp>
    </p:spTree>
    <p:extLst>
      <p:ext uri="{BB962C8B-B14F-4D97-AF65-F5344CB8AC3E}">
        <p14:creationId xmlns:p14="http://schemas.microsoft.com/office/powerpoint/2010/main" val="1222284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ChangeArrowheads="1" noTextEdit="1"/>
          </p:cNvSpPr>
          <p:nvPr>
            <p:ph type="sldImg"/>
          </p:nvPr>
        </p:nvSpPr>
        <p:spPr>
          <a:xfrm>
            <a:off x="106363" y="752475"/>
            <a:ext cx="6680200" cy="3757613"/>
          </a:xfrm>
          <a:ln/>
        </p:spPr>
      </p:sp>
      <p:sp>
        <p:nvSpPr>
          <p:cNvPr id="81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defTabSz="891997">
              <a:defRPr/>
            </a:pPr>
            <a:endParaRPr lang="zh-CN" altLang="zh-CN"/>
          </a:p>
        </p:txBody>
      </p:sp>
    </p:spTree>
    <p:extLst>
      <p:ext uri="{BB962C8B-B14F-4D97-AF65-F5344CB8AC3E}">
        <p14:creationId xmlns:p14="http://schemas.microsoft.com/office/powerpoint/2010/main" val="4128186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7ECF62-1638-4DD4-9C28-B7A1E023F854}" type="slidenum">
              <a:rPr lang="zh-CN" altLang="en-US" smtClean="0">
                <a:solidFill>
                  <a:prstClr val="black"/>
                </a:solidFill>
              </a:rPr>
              <a:pPr/>
              <a:t>8</a:t>
            </a:fld>
            <a:endParaRPr lang="zh-CN" altLang="en-US">
              <a:solidFill>
                <a:prstClr val="black"/>
              </a:solidFill>
            </a:endParaRPr>
          </a:p>
        </p:txBody>
      </p:sp>
    </p:spTree>
    <p:extLst>
      <p:ext uri="{BB962C8B-B14F-4D97-AF65-F5344CB8AC3E}">
        <p14:creationId xmlns:p14="http://schemas.microsoft.com/office/powerpoint/2010/main" val="2582552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47110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E65CF-9525-F48B-7663-08A9669066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AAC67B-6FA3-0CCB-AAB1-BDA97E2301AD}"/>
              </a:ext>
            </a:extLst>
          </p:cNvPr>
          <p:cNvSpPr>
            <a:spLocks noGrp="1" noRot="1" noChangeAspect="1"/>
          </p:cNvSpPr>
          <p:nvPr>
            <p:ph type="sldImg"/>
          </p:nvPr>
        </p:nvSpPr>
        <p:spPr>
          <a:xfrm>
            <a:off x="106363" y="752475"/>
            <a:ext cx="6680200" cy="3757613"/>
          </a:xfrm>
        </p:spPr>
      </p:sp>
      <p:sp>
        <p:nvSpPr>
          <p:cNvPr id="3" name="备注占位符 2">
            <a:extLst>
              <a:ext uri="{FF2B5EF4-FFF2-40B4-BE49-F238E27FC236}">
                <a16:creationId xmlns:a16="http://schemas.microsoft.com/office/drawing/2014/main" id="{D94A2576-06A2-4AA2-EA21-8FB5DA72F761}"/>
              </a:ext>
            </a:extLst>
          </p:cNvPr>
          <p:cNvSpPr>
            <a:spLocks noGrp="1"/>
          </p:cNvSpPr>
          <p:nvPr>
            <p:ph type="body" idx="1"/>
          </p:nvPr>
        </p:nvSpPr>
        <p:spPr/>
        <p:txBody>
          <a:bodyPr/>
          <a:lstStyle/>
          <a:p>
            <a:r>
              <a:rPr lang="en-US" altLang="zh-CN" dirty="0"/>
              <a:t>1.</a:t>
            </a:r>
            <a:r>
              <a:rPr lang="zh-CN" altLang="en-US" dirty="0"/>
              <a:t> </a:t>
            </a:r>
            <a:r>
              <a:rPr lang="en-US" altLang="zh-CN" dirty="0"/>
              <a:t>CPU</a:t>
            </a:r>
            <a:r>
              <a:rPr lang="zh-CN" altLang="en-US" dirty="0"/>
              <a:t>、内存、硬盘计算机三大核心硬件。内存与硬盘的区分</a:t>
            </a:r>
            <a:endParaRPr lang="en-US" altLang="zh-CN" dirty="0"/>
          </a:p>
          <a:p>
            <a:r>
              <a:rPr lang="en-US" altLang="zh-CN" dirty="0"/>
              <a:t>2.</a:t>
            </a:r>
            <a:r>
              <a:rPr lang="zh-CN" altLang="en-US" dirty="0"/>
              <a:t> 键盘、鼠标用于接收信息，相当于</a:t>
            </a:r>
            <a:r>
              <a:rPr lang="zh-CN" altLang="en-US" baseline="0" dirty="0"/>
              <a:t>人的眼睛、耳朵；</a:t>
            </a:r>
            <a:r>
              <a:rPr lang="zh-CN" altLang="en-US" dirty="0"/>
              <a:t>显示器用于输出信息，相当于人的嘴巴。</a:t>
            </a:r>
            <a:endParaRPr lang="en-US" altLang="zh-CN" dirty="0"/>
          </a:p>
          <a:p>
            <a:endParaRPr lang="zh-CN" altLang="en-US" dirty="0"/>
          </a:p>
        </p:txBody>
      </p:sp>
    </p:spTree>
    <p:extLst>
      <p:ext uri="{BB962C8B-B14F-4D97-AF65-F5344CB8AC3E}">
        <p14:creationId xmlns:p14="http://schemas.microsoft.com/office/powerpoint/2010/main" val="3531991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CB183-F9DA-F0BF-E176-D5C00B4C67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7AE76D-C200-A689-70F5-B5725C4F5467}"/>
              </a:ext>
            </a:extLst>
          </p:cNvPr>
          <p:cNvSpPr>
            <a:spLocks noGrp="1" noRot="1" noChangeAspect="1"/>
          </p:cNvSpPr>
          <p:nvPr>
            <p:ph type="sldImg"/>
          </p:nvPr>
        </p:nvSpPr>
        <p:spPr>
          <a:xfrm>
            <a:off x="106363" y="752475"/>
            <a:ext cx="6680200" cy="3757613"/>
          </a:xfrm>
        </p:spPr>
      </p:sp>
      <p:sp>
        <p:nvSpPr>
          <p:cNvPr id="3" name="备注占位符 2">
            <a:extLst>
              <a:ext uri="{FF2B5EF4-FFF2-40B4-BE49-F238E27FC236}">
                <a16:creationId xmlns:a16="http://schemas.microsoft.com/office/drawing/2014/main" id="{4BE4A792-53D2-5551-E37F-989F7F5F547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02851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EA41F-E8F1-0EDC-6789-361F1229B3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05F570-B4A3-15F9-6A9C-D0A175E46B9F}"/>
              </a:ext>
            </a:extLst>
          </p:cNvPr>
          <p:cNvSpPr>
            <a:spLocks noGrp="1" noRot="1" noChangeAspect="1"/>
          </p:cNvSpPr>
          <p:nvPr>
            <p:ph type="sldImg"/>
          </p:nvPr>
        </p:nvSpPr>
        <p:spPr>
          <a:xfrm>
            <a:off x="106363" y="752475"/>
            <a:ext cx="6680200" cy="3757613"/>
          </a:xfrm>
        </p:spPr>
      </p:sp>
      <p:sp>
        <p:nvSpPr>
          <p:cNvPr id="3" name="备注占位符 2">
            <a:extLst>
              <a:ext uri="{FF2B5EF4-FFF2-40B4-BE49-F238E27FC236}">
                <a16:creationId xmlns:a16="http://schemas.microsoft.com/office/drawing/2014/main" id="{68152A9B-2149-B179-0B8A-E8926FFA10E1}"/>
              </a:ext>
            </a:extLst>
          </p:cNvPr>
          <p:cNvSpPr>
            <a:spLocks noGrp="1"/>
          </p:cNvSpPr>
          <p:nvPr>
            <p:ph type="body" idx="1"/>
          </p:nvPr>
        </p:nvSpPr>
        <p:spPr/>
        <p:txBody>
          <a:bodyPr/>
          <a:lstStyle/>
          <a:p>
            <a:r>
              <a:rPr lang="en-US" altLang="zh-CN" dirty="0"/>
              <a:t>1.</a:t>
            </a:r>
            <a:r>
              <a:rPr lang="zh-CN" altLang="en-US" dirty="0"/>
              <a:t> </a:t>
            </a:r>
          </a:p>
        </p:txBody>
      </p:sp>
    </p:spTree>
    <p:extLst>
      <p:ext uri="{BB962C8B-B14F-4D97-AF65-F5344CB8AC3E}">
        <p14:creationId xmlns:p14="http://schemas.microsoft.com/office/powerpoint/2010/main" val="2869527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F52D4-3DC3-99D3-ABDB-660EA992B0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DFC12A-7B85-D647-55D5-99F9C3C89967}"/>
              </a:ext>
            </a:extLst>
          </p:cNvPr>
          <p:cNvSpPr>
            <a:spLocks noGrp="1" noRot="1" noChangeAspect="1"/>
          </p:cNvSpPr>
          <p:nvPr>
            <p:ph type="sldImg"/>
          </p:nvPr>
        </p:nvSpPr>
        <p:spPr>
          <a:xfrm>
            <a:off x="106363" y="752475"/>
            <a:ext cx="6680200" cy="3757613"/>
          </a:xfrm>
        </p:spPr>
      </p:sp>
      <p:sp>
        <p:nvSpPr>
          <p:cNvPr id="3" name="备注占位符 2">
            <a:extLst>
              <a:ext uri="{FF2B5EF4-FFF2-40B4-BE49-F238E27FC236}">
                <a16:creationId xmlns:a16="http://schemas.microsoft.com/office/drawing/2014/main" id="{B177BC3D-BBC2-49A9-7821-D144D3718B3D}"/>
              </a:ext>
            </a:extLst>
          </p:cNvPr>
          <p:cNvSpPr>
            <a:spLocks noGrp="1"/>
          </p:cNvSpPr>
          <p:nvPr>
            <p:ph type="body" idx="1"/>
          </p:nvPr>
        </p:nvSpPr>
        <p:spPr/>
        <p:txBody>
          <a:bodyPr/>
          <a:lstStyle/>
          <a:p>
            <a:r>
              <a:rPr lang="en-US" altLang="zh-CN" dirty="0"/>
              <a:t>1. </a:t>
            </a:r>
            <a:r>
              <a:rPr lang="zh-CN" altLang="en-US" dirty="0"/>
              <a:t>全班同学按年龄排序</a:t>
            </a:r>
          </a:p>
        </p:txBody>
      </p:sp>
    </p:spTree>
    <p:extLst>
      <p:ext uri="{BB962C8B-B14F-4D97-AF65-F5344CB8AC3E}">
        <p14:creationId xmlns:p14="http://schemas.microsoft.com/office/powerpoint/2010/main" val="3673617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41AC9-7DC1-75BC-1AC1-9A763709EA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48890C-DC5F-D11F-0C61-B6CDAD3A3D0F}"/>
              </a:ext>
            </a:extLst>
          </p:cNvPr>
          <p:cNvSpPr>
            <a:spLocks noGrp="1" noRot="1" noChangeAspect="1"/>
          </p:cNvSpPr>
          <p:nvPr>
            <p:ph type="sldImg"/>
          </p:nvPr>
        </p:nvSpPr>
        <p:spPr>
          <a:xfrm>
            <a:off x="106363" y="752475"/>
            <a:ext cx="6680200" cy="3757613"/>
          </a:xfrm>
        </p:spPr>
      </p:sp>
      <p:sp>
        <p:nvSpPr>
          <p:cNvPr id="3" name="备注占位符 2">
            <a:extLst>
              <a:ext uri="{FF2B5EF4-FFF2-40B4-BE49-F238E27FC236}">
                <a16:creationId xmlns:a16="http://schemas.microsoft.com/office/drawing/2014/main" id="{8184B4ED-FBB3-B948-E1F0-2F418A2275E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55546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5555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pPr marL="222999" indent="-222999">
              <a:buAutoNum type="arabicPeriod"/>
            </a:pPr>
            <a:r>
              <a:rPr lang="zh-CN" altLang="en-US" dirty="0"/>
              <a:t>解释型：对应编译型</a:t>
            </a:r>
            <a:r>
              <a:rPr lang="en-US" altLang="zh-CN" dirty="0"/>
              <a:t>(</a:t>
            </a:r>
            <a:r>
              <a:rPr lang="zh-CN" altLang="en-US" dirty="0"/>
              <a:t>需先将代码编译为机器码再运行</a:t>
            </a:r>
            <a:r>
              <a:rPr lang="en-US" altLang="zh-CN" dirty="0"/>
              <a:t>)</a:t>
            </a:r>
            <a:r>
              <a:rPr lang="zh-CN" altLang="en-US" dirty="0"/>
              <a:t>。通过解释器解释，直接执行代码（编译和运行是连续步骤）。</a:t>
            </a:r>
            <a:endParaRPr lang="en-US" altLang="zh-CN" dirty="0"/>
          </a:p>
          <a:p>
            <a:pPr marL="222999" indent="-222999">
              <a:buAutoNum type="arabicPeriod"/>
            </a:pPr>
            <a:r>
              <a:rPr lang="zh-CN" altLang="en-US" dirty="0"/>
              <a:t>高级编程语言：高度封装的编程语言。以人类日常语言为基础，对人类具有较高可读性的编程语言。</a:t>
            </a:r>
            <a:endParaRPr lang="en-US" altLang="zh-CN" dirty="0"/>
          </a:p>
          <a:p>
            <a:pPr marL="222999" indent="-222999">
              <a:buAutoNum type="arabicPeriod"/>
            </a:pPr>
            <a:r>
              <a:rPr lang="zh-CN" altLang="en-US" dirty="0"/>
              <a:t>通用：能够用于不同领域的编程语言。反例，</a:t>
            </a:r>
            <a:r>
              <a:rPr lang="en-US" altLang="zh-CN" dirty="0"/>
              <a:t>ENVI-IDL</a:t>
            </a:r>
            <a:r>
              <a:rPr lang="zh-CN" altLang="en-US" dirty="0"/>
              <a:t>编程语言</a:t>
            </a:r>
            <a:endParaRPr lang="en-US" altLang="zh-CN" dirty="0"/>
          </a:p>
          <a:p>
            <a:pPr marL="222999" indent="-222999">
              <a:buAutoNum type="arabicPeriod"/>
            </a:pPr>
            <a:r>
              <a:rPr lang="zh-CN" altLang="en-US" dirty="0"/>
              <a:t>范罗苏姆头发茂盛。</a:t>
            </a:r>
            <a:endParaRPr lang="en-US" altLang="zh-CN" dirty="0"/>
          </a:p>
        </p:txBody>
      </p:sp>
    </p:spTree>
    <p:extLst>
      <p:ext uri="{BB962C8B-B14F-4D97-AF65-F5344CB8AC3E}">
        <p14:creationId xmlns:p14="http://schemas.microsoft.com/office/powerpoint/2010/main" val="28004269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pPr marL="222999" indent="-222999">
              <a:buAutoNum type="arabicPeriod"/>
            </a:pPr>
            <a:endParaRPr lang="zh-CN" altLang="en-US" dirty="0"/>
          </a:p>
        </p:txBody>
      </p:sp>
    </p:spTree>
    <p:extLst>
      <p:ext uri="{BB962C8B-B14F-4D97-AF65-F5344CB8AC3E}">
        <p14:creationId xmlns:p14="http://schemas.microsoft.com/office/powerpoint/2010/main" val="1577010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pPr marL="222999" indent="-222999">
              <a:buAutoNum type="arabicPeriod"/>
            </a:pPr>
            <a:endParaRPr lang="zh-CN" altLang="en-US" dirty="0"/>
          </a:p>
        </p:txBody>
      </p:sp>
    </p:spTree>
    <p:extLst>
      <p:ext uri="{BB962C8B-B14F-4D97-AF65-F5344CB8AC3E}">
        <p14:creationId xmlns:p14="http://schemas.microsoft.com/office/powerpoint/2010/main" val="2454910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33025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415706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601600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13116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87899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578733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67688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562419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667283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4623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923132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B58C3-1BBF-B7DA-86E5-DE251F1C0F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8618FF-964A-CC9D-BD8A-FADA992ADEE7}"/>
              </a:ext>
            </a:extLst>
          </p:cNvPr>
          <p:cNvSpPr>
            <a:spLocks noGrp="1" noRot="1" noChangeAspect="1"/>
          </p:cNvSpPr>
          <p:nvPr>
            <p:ph type="sldImg"/>
          </p:nvPr>
        </p:nvSpPr>
        <p:spPr>
          <a:xfrm>
            <a:off x="106363" y="752475"/>
            <a:ext cx="6680200" cy="3757613"/>
          </a:xfrm>
        </p:spPr>
      </p:sp>
      <p:sp>
        <p:nvSpPr>
          <p:cNvPr id="3" name="备注占位符 2">
            <a:extLst>
              <a:ext uri="{FF2B5EF4-FFF2-40B4-BE49-F238E27FC236}">
                <a16:creationId xmlns:a16="http://schemas.microsoft.com/office/drawing/2014/main" id="{6D3BE027-06F1-EB06-A0B8-17B970C3FEA9}"/>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050880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772296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0236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579435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633262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6363" y="752475"/>
            <a:ext cx="6680200" cy="3757613"/>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16052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tx1"/>
        </a:solidFill>
        <a:effectLst/>
      </p:bgPr>
    </p:bg>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0" y="2276475"/>
            <a:ext cx="12192000" cy="369332"/>
          </a:xfrm>
          <a:prstGeom prst="rect">
            <a:avLst/>
          </a:prstGeom>
          <a:solidFill>
            <a:schemeClr val="accent1"/>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5" name="矩形 4"/>
          <p:cNvSpPr>
            <a:spLocks noChangeArrowheads="1"/>
          </p:cNvSpPr>
          <p:nvPr userDrawn="1"/>
        </p:nvSpPr>
        <p:spPr bwMode="auto">
          <a:xfrm>
            <a:off x="0" y="2203450"/>
            <a:ext cx="12192000" cy="369332"/>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6" name="矩形 5"/>
          <p:cNvSpPr>
            <a:spLocks noChangeArrowheads="1"/>
          </p:cNvSpPr>
          <p:nvPr userDrawn="1"/>
        </p:nvSpPr>
        <p:spPr bwMode="auto">
          <a:xfrm>
            <a:off x="0" y="4870450"/>
            <a:ext cx="12192000" cy="369332"/>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32860" name="Rectangle 92"/>
          <p:cNvSpPr>
            <a:spLocks noGrp="1" noChangeArrowheads="1"/>
          </p:cNvSpPr>
          <p:nvPr>
            <p:ph type="ctrTitle"/>
          </p:nvPr>
        </p:nvSpPr>
        <p:spPr>
          <a:xfrm>
            <a:off x="2438400" y="1828800"/>
            <a:ext cx="9245600" cy="2362200"/>
          </a:xfrm>
          <a:noFill/>
        </p:spPr>
        <p:txBody>
          <a:bodyPr/>
          <a:lstStyle>
            <a:lvl1pPr>
              <a:defRPr/>
            </a:lvl1pPr>
          </a:lstStyle>
          <a:p>
            <a:r>
              <a:rPr lang="zh-CN" altLang="en-US"/>
              <a:t>单击此处编辑母版标题样式</a:t>
            </a:r>
          </a:p>
        </p:txBody>
      </p:sp>
      <p:sp>
        <p:nvSpPr>
          <p:cNvPr id="32861" name="Rectangle 93"/>
          <p:cNvSpPr>
            <a:spLocks noGrp="1" noChangeArrowheads="1"/>
          </p:cNvSpPr>
          <p:nvPr>
            <p:ph type="subTitle" idx="1"/>
          </p:nvPr>
        </p:nvSpPr>
        <p:spPr>
          <a:xfrm>
            <a:off x="2438400" y="4572000"/>
            <a:ext cx="9245600" cy="1295400"/>
          </a:xfrm>
          <a:prstGeom prst="rect">
            <a:avLst/>
          </a:prstGeom>
        </p:spPr>
        <p:txBody>
          <a:bodyPr/>
          <a:lstStyle>
            <a:lvl1pPr marL="0" indent="0">
              <a:buFontTx/>
              <a:buNone/>
              <a:defRPr/>
            </a:lvl1pPr>
          </a:lstStyle>
          <a:p>
            <a:r>
              <a:rPr lang="zh-CN" altLang="en-US"/>
              <a:t>单击此处编辑母版副标题样式</a:t>
            </a:r>
          </a:p>
        </p:txBody>
      </p:sp>
      <p:sp>
        <p:nvSpPr>
          <p:cNvPr id="2" name="灯片编号占位符 1"/>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03243613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83117" y="981078"/>
            <a:ext cx="103632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标题 5"/>
          <p:cNvSpPr>
            <a:spLocks noGrp="1"/>
          </p:cNvSpPr>
          <p:nvPr>
            <p:ph type="title"/>
          </p:nvPr>
        </p:nvSpPr>
        <p:spPr/>
        <p:txBody>
          <a:bodyPr/>
          <a:lstStyle/>
          <a:p>
            <a:r>
              <a:rPr lang="zh-CN" altLang="en-US"/>
              <a:t>单击此处编辑母版标题样式</a:t>
            </a:r>
          </a:p>
        </p:txBody>
      </p:sp>
      <p:sp>
        <p:nvSpPr>
          <p:cNvPr id="7" name="灯片编号占位符 6"/>
          <p:cNvSpPr>
            <a:spLocks noGrp="1"/>
          </p:cNvSpPr>
          <p:nvPr>
            <p:ph type="sldNum" sz="quarter" idx="10"/>
          </p:nvPr>
        </p:nvSpPr>
        <p:spPr/>
        <p:txBody>
          <a:bodyPr/>
          <a:lstStyle>
            <a:lvl1pPr>
              <a:defRPr>
                <a:solidFill>
                  <a:schemeClr val="bg2"/>
                </a:solidFill>
              </a:defRPr>
            </a:lvl1pPr>
          </a:lstStyle>
          <a:p>
            <a:fld id="{B8E54011-88F9-4C11-89A5-A0E112247FEB}" type="slidenum">
              <a:rPr lang="zh-CN" altLang="en-US" smtClean="0"/>
              <a:pPr/>
              <a:t>‹#›</a:t>
            </a:fld>
            <a:endParaRPr lang="zh-CN" altLang="en-US"/>
          </a:p>
        </p:txBody>
      </p:sp>
    </p:spTree>
    <p:extLst>
      <p:ext uri="{BB962C8B-B14F-4D97-AF65-F5344CB8AC3E}">
        <p14:creationId xmlns:p14="http://schemas.microsoft.com/office/powerpoint/2010/main" val="306292966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98653096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914400" y="981078"/>
            <a:ext cx="5080000" cy="51847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981078"/>
            <a:ext cx="5080000" cy="51847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标题 4"/>
          <p:cNvSpPr>
            <a:spLocks noGrp="1"/>
          </p:cNvSpPr>
          <p:nvPr>
            <p:ph type="title"/>
          </p:nvPr>
        </p:nvSpPr>
        <p:spPr/>
        <p:txBody>
          <a:bodyPr/>
          <a:lstStyle/>
          <a:p>
            <a:r>
              <a:rPr lang="zh-CN" altLang="en-US"/>
              <a:t>单击此处编辑母版标题样式</a:t>
            </a:r>
          </a:p>
        </p:txBody>
      </p:sp>
      <p:sp>
        <p:nvSpPr>
          <p:cNvPr id="6" name="灯片编号占位符 5"/>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78683453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27811420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395737418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23587389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5458316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424201497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3117" y="981078"/>
            <a:ext cx="10363200" cy="51847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30788887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6988"/>
            <a:ext cx="3048000" cy="6192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26988"/>
            <a:ext cx="8940800" cy="6192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92179869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0" y="-26988"/>
            <a:ext cx="12192000" cy="6192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2"/>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03182318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26988"/>
            <a:ext cx="12192000" cy="792163"/>
          </a:xfrm>
        </p:spPr>
        <p:txBody>
          <a:bodyPr/>
          <a:lstStyle/>
          <a:p>
            <a:r>
              <a:rPr lang="zh-CN" altLang="en-US"/>
              <a:t>单击此处编辑母版标题样式</a:t>
            </a:r>
          </a:p>
        </p:txBody>
      </p:sp>
      <p:sp>
        <p:nvSpPr>
          <p:cNvPr id="3" name="表格占位符 2"/>
          <p:cNvSpPr>
            <a:spLocks noGrp="1"/>
          </p:cNvSpPr>
          <p:nvPr>
            <p:ph type="tbl" idx="1"/>
          </p:nvPr>
        </p:nvSpPr>
        <p:spPr>
          <a:xfrm>
            <a:off x="914400" y="981078"/>
            <a:ext cx="10363200" cy="5184775"/>
          </a:xfrm>
          <a:prstGeom prst="rect">
            <a:avLst/>
          </a:prstGeom>
        </p:spPr>
        <p:txBody>
          <a:bodyPr/>
          <a:lstStyle/>
          <a:p>
            <a:pPr lvl="0"/>
            <a:endParaRPr lang="zh-CN" altLang="en-US" noProof="0"/>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3842974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26988"/>
            <a:ext cx="12192000" cy="79216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981078"/>
            <a:ext cx="50800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981078"/>
            <a:ext cx="50800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34900904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pic>
        <p:nvPicPr>
          <p:cNvPr id="105473" name="Picture 1" descr="D:\5万更新包奖PPT\张嘉\PPT用图\2.整饰相关\整饰 周老师改\5 31整饰-1副本.jpg"/>
          <p:cNvPicPr>
            <a:picLocks noChangeAspect="1" noChangeArrowheads="1"/>
          </p:cNvPicPr>
          <p:nvPr userDrawn="1"/>
        </p:nvPicPr>
        <p:blipFill>
          <a:blip r:embed="rId2" cstate="print"/>
          <a:srcRect/>
          <a:stretch>
            <a:fillRect/>
          </a:stretch>
        </p:blipFill>
        <p:spPr bwMode="auto">
          <a:xfrm>
            <a:off x="0" y="-1"/>
            <a:ext cx="12192000" cy="6858001"/>
          </a:xfrm>
          <a:prstGeom prst="rect">
            <a:avLst/>
          </a:prstGeom>
          <a:noFill/>
        </p:spPr>
      </p:pic>
      <p:sp>
        <p:nvSpPr>
          <p:cNvPr id="2" name="大标题"/>
          <p:cNvSpPr>
            <a:spLocks noGrp="1"/>
          </p:cNvSpPr>
          <p:nvPr>
            <p:ph type="title"/>
          </p:nvPr>
        </p:nvSpPr>
        <p:spPr>
          <a:xfrm>
            <a:off x="0" y="0"/>
            <a:ext cx="12192000" cy="1071546"/>
          </a:xfrm>
          <a:prstGeom prst="rect">
            <a:avLst/>
          </a:prstGeom>
        </p:spPr>
        <p:txBody>
          <a:bodyPr anchor="ctr"/>
          <a:lstStyle>
            <a:lvl1pPr algn="ctr">
              <a:defRPr lang="zh-CN" altLang="en-US" sz="3600" b="1" dirty="0">
                <a:ln w="19050">
                  <a:noFill/>
                </a:ln>
                <a:solidFill>
                  <a:schemeClr val="bg1"/>
                </a:solidFill>
                <a:effectLst>
                  <a:outerShdw blurRad="50800" dist="38100" dir="2700000" algn="tl" rotWithShape="0">
                    <a:prstClr val="black">
                      <a:alpha val="40000"/>
                    </a:prstClr>
                  </a:outerShdw>
                </a:effectLst>
                <a:latin typeface="微软雅黑" pitchFamily="34" charset="-122"/>
                <a:ea typeface="微软雅黑" pitchFamily="34" charset="-122"/>
                <a:cs typeface="+mj-cs"/>
              </a:defRPr>
            </a:lvl1pPr>
          </a:lstStyle>
          <a:p>
            <a:r>
              <a:rPr lang="zh-CN" altLang="en-US"/>
              <a:t>单击此处编辑母版标题样式</a:t>
            </a:r>
          </a:p>
        </p:txBody>
      </p:sp>
    </p:spTree>
    <p:extLst>
      <p:ext uri="{BB962C8B-B14F-4D97-AF65-F5344CB8AC3E}">
        <p14:creationId xmlns:p14="http://schemas.microsoft.com/office/powerpoint/2010/main" val="253477105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和内容">
    <p:bg>
      <p:bgPr>
        <a:gradFill rotWithShape="1">
          <a:gsLst>
            <a:gs pos="0">
              <a:schemeClr val="bg1">
                <a:tint val="80000"/>
                <a:satMod val="300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09600" y="6356353"/>
            <a:ext cx="2844800" cy="365125"/>
          </a:xfrm>
          <a:prstGeom prst="rect">
            <a:avLst/>
          </a:prstGeom>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tint val="75000"/>
                </a:prstClr>
              </a:solidFill>
            </a:endParaRPr>
          </a:p>
        </p:txBody>
      </p:sp>
    </p:spTree>
    <p:extLst>
      <p:ext uri="{BB962C8B-B14F-4D97-AF65-F5344CB8AC3E}">
        <p14:creationId xmlns:p14="http://schemas.microsoft.com/office/powerpoint/2010/main" val="219865972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09600" y="6356353"/>
            <a:ext cx="2844800" cy="365125"/>
          </a:xfrm>
          <a:prstGeom prst="rect">
            <a:avLst/>
          </a:prstGeom>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tint val="75000"/>
                </a:prstClr>
              </a:solidFill>
            </a:endParaRPr>
          </a:p>
        </p:txBody>
      </p:sp>
    </p:spTree>
    <p:extLst>
      <p:ext uri="{BB962C8B-B14F-4D97-AF65-F5344CB8AC3E}">
        <p14:creationId xmlns:p14="http://schemas.microsoft.com/office/powerpoint/2010/main" val="261613086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9309685" y="6467407"/>
            <a:ext cx="2844800" cy="365125"/>
          </a:xfrm>
          <a:prstGeom prst="rect">
            <a:avLst/>
          </a:prstGeom>
        </p:spPr>
        <p:txBody>
          <a:bodyPr/>
          <a:lstStyle>
            <a:lvl1pPr>
              <a:defRPr>
                <a:latin typeface="+mn-lt"/>
              </a:defRPr>
            </a:lvl1pPr>
          </a:lstStyle>
          <a:p>
            <a:r>
              <a:rPr lang="en-US" altLang="zh-CN">
                <a:solidFill>
                  <a:prstClr val="black">
                    <a:tint val="75000"/>
                  </a:prstClr>
                </a:solidFill>
              </a:rPr>
              <a:t>Page </a:t>
            </a:r>
            <a:fld id="{5B7D6B44-8869-44D6-9B46-FD9D3C769EB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10" name="任意多边形 9"/>
          <p:cNvSpPr/>
          <p:nvPr userDrawn="1"/>
        </p:nvSpPr>
        <p:spPr>
          <a:xfrm>
            <a:off x="0" y="6395396"/>
            <a:ext cx="12192000" cy="0"/>
          </a:xfrm>
          <a:custGeom>
            <a:avLst/>
            <a:gdLst>
              <a:gd name="connsiteX0" fmla="*/ 0 w 9144000"/>
              <a:gd name="connsiteY0" fmla="*/ 0 h 0"/>
              <a:gd name="connsiteX1" fmla="*/ 9144000 w 9144000"/>
              <a:gd name="connsiteY1" fmla="*/ 0 h 0"/>
            </a:gdLst>
            <a:ahLst/>
            <a:cxnLst>
              <a:cxn ang="0">
                <a:pos x="connsiteX0" y="connsiteY0"/>
              </a:cxn>
              <a:cxn ang="0">
                <a:pos x="connsiteX1" y="connsiteY1"/>
              </a:cxn>
            </a:cxnLst>
            <a:rect l="l" t="t" r="r" b="b"/>
            <a:pathLst>
              <a:path w="9144000">
                <a:moveTo>
                  <a:pt x="0" y="0"/>
                </a:moveTo>
                <a:lnTo>
                  <a:pt x="9144000" y="0"/>
                </a:lnTo>
              </a:path>
            </a:pathLst>
          </a:cu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2400">
              <a:solidFill>
                <a:prstClr val="white"/>
              </a:solidFill>
            </a:endParaRPr>
          </a:p>
        </p:txBody>
      </p:sp>
      <p:sp>
        <p:nvSpPr>
          <p:cNvPr id="11" name="Rectangle 2"/>
          <p:cNvSpPr>
            <a:spLocks noGrp="1" noChangeArrowheads="1"/>
          </p:cNvSpPr>
          <p:nvPr>
            <p:ph type="title"/>
          </p:nvPr>
        </p:nvSpPr>
        <p:spPr bwMode="auto">
          <a:xfrm>
            <a:off x="2" y="8526"/>
            <a:ext cx="10699751"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Tree>
    <p:extLst>
      <p:ext uri="{BB962C8B-B14F-4D97-AF65-F5344CB8AC3E}">
        <p14:creationId xmlns:p14="http://schemas.microsoft.com/office/powerpoint/2010/main" val="155685361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60939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30629FCA-9BCC-4D94-BCF1-50AA18210C8D}" type="slidenum">
              <a:rPr lang="en-US" altLang="zh-CN"/>
              <a:t>‹#›</a:t>
            </a:fld>
            <a:r>
              <a:rPr lang="en-US" altLang="zh-CN"/>
              <a:t> </a:t>
            </a:r>
          </a:p>
        </p:txBody>
      </p:sp>
    </p:spTree>
    <p:extLst>
      <p:ext uri="{BB962C8B-B14F-4D97-AF65-F5344CB8AC3E}">
        <p14:creationId xmlns:p14="http://schemas.microsoft.com/office/powerpoint/2010/main" val="325955421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480EE588-B514-4B83-883F-1A90AE4C4A85}" type="slidenum">
              <a:rPr lang="en-US" altLang="zh-CN"/>
              <a:t>‹#›</a:t>
            </a:fld>
            <a:r>
              <a:rPr lang="en-US" altLang="zh-CN"/>
              <a:t> </a:t>
            </a:r>
          </a:p>
        </p:txBody>
      </p:sp>
    </p:spTree>
    <p:extLst>
      <p:ext uri="{BB962C8B-B14F-4D97-AF65-F5344CB8AC3E}">
        <p14:creationId xmlns:p14="http://schemas.microsoft.com/office/powerpoint/2010/main" val="13024988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3945237"/>
            <a:ext cx="10363200" cy="46166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0523AAF6-DDDF-4D98-B1C8-197F7B964DB6}" type="slidenum">
              <a:rPr lang="en-US" altLang="zh-CN"/>
              <a:t>‹#›</a:t>
            </a:fld>
            <a:r>
              <a:rPr lang="en-US" altLang="zh-CN"/>
              <a:t> </a:t>
            </a:r>
          </a:p>
        </p:txBody>
      </p:sp>
    </p:spTree>
    <p:extLst>
      <p:ext uri="{BB962C8B-B14F-4D97-AF65-F5344CB8AC3E}">
        <p14:creationId xmlns:p14="http://schemas.microsoft.com/office/powerpoint/2010/main" val="234411538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33919" y="1087440"/>
            <a:ext cx="5369983" cy="23329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007100" y="1087440"/>
            <a:ext cx="5369984" cy="23329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DAC03A7A-4C91-400B-8A5E-521C0E46A7DC}" type="slidenum">
              <a:rPr lang="en-US" altLang="zh-CN"/>
              <a:t>‹#›</a:t>
            </a:fld>
            <a:r>
              <a:rPr lang="en-US" altLang="zh-CN"/>
              <a:t> </a:t>
            </a:r>
          </a:p>
        </p:txBody>
      </p:sp>
    </p:spTree>
    <p:extLst>
      <p:ext uri="{BB962C8B-B14F-4D97-AF65-F5344CB8AC3E}">
        <p14:creationId xmlns:p14="http://schemas.microsoft.com/office/powerpoint/2010/main" val="29618690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639346"/>
            <a:ext cx="5386917" cy="5355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6"/>
            <a:ext cx="5386917" cy="20436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639346"/>
            <a:ext cx="5389033" cy="5355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6"/>
            <a:ext cx="5389033" cy="20436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sldNum" sz="quarter" idx="10"/>
          </p:nvPr>
        </p:nvSpPr>
        <p:spPr/>
        <p:txBody>
          <a:bodyPr/>
          <a:lstStyle>
            <a:lvl1pPr>
              <a:defRPr/>
            </a:lvl1pPr>
          </a:lstStyle>
          <a:p>
            <a:pPr>
              <a:defRPr/>
            </a:pPr>
            <a:r>
              <a:rPr lang="en-US" altLang="zh-CN"/>
              <a:t> </a:t>
            </a:r>
            <a:fld id="{CE4B736F-8802-4601-81EF-2D08228E192A}" type="slidenum">
              <a:rPr lang="en-US" altLang="zh-CN"/>
              <a:t>‹#›</a:t>
            </a:fld>
            <a:r>
              <a:rPr lang="en-US" altLang="zh-CN"/>
              <a:t> </a:t>
            </a:r>
          </a:p>
        </p:txBody>
      </p:sp>
    </p:spTree>
    <p:extLst>
      <p:ext uri="{BB962C8B-B14F-4D97-AF65-F5344CB8AC3E}">
        <p14:creationId xmlns:p14="http://schemas.microsoft.com/office/powerpoint/2010/main" val="32927820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sldNum" sz="quarter" idx="10"/>
          </p:nvPr>
        </p:nvSpPr>
        <p:spPr/>
        <p:txBody>
          <a:bodyPr/>
          <a:lstStyle>
            <a:lvl1pPr>
              <a:defRPr/>
            </a:lvl1pPr>
          </a:lstStyle>
          <a:p>
            <a:pPr>
              <a:defRPr/>
            </a:pPr>
            <a:r>
              <a:rPr lang="en-US" altLang="zh-CN"/>
              <a:t> </a:t>
            </a:r>
            <a:fld id="{94C19E30-39C3-491E-99F3-94FA9B6A4A6B}" type="slidenum">
              <a:rPr lang="en-US" altLang="zh-CN"/>
              <a:t>‹#›</a:t>
            </a:fld>
            <a:r>
              <a:rPr lang="en-US" altLang="zh-CN"/>
              <a:t> </a:t>
            </a:r>
          </a:p>
        </p:txBody>
      </p:sp>
    </p:spTree>
    <p:extLst>
      <p:ext uri="{BB962C8B-B14F-4D97-AF65-F5344CB8AC3E}">
        <p14:creationId xmlns:p14="http://schemas.microsoft.com/office/powerpoint/2010/main" val="41213236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defRPr/>
            </a:lvl1pPr>
          </a:lstStyle>
          <a:p>
            <a:pPr>
              <a:defRPr/>
            </a:pPr>
            <a:r>
              <a:rPr lang="en-US" altLang="zh-CN"/>
              <a:t> </a:t>
            </a:r>
            <a:fld id="{B5CB6EDE-C31E-48F8-B56E-C83A2C11E3AC}" type="slidenum">
              <a:rPr lang="en-US" altLang="zh-CN"/>
              <a:t>‹#›</a:t>
            </a:fld>
            <a:r>
              <a:rPr lang="en-US" altLang="zh-CN"/>
              <a:t> </a:t>
            </a:r>
          </a:p>
        </p:txBody>
      </p:sp>
    </p:spTree>
    <p:extLst>
      <p:ext uri="{BB962C8B-B14F-4D97-AF65-F5344CB8AC3E}">
        <p14:creationId xmlns:p14="http://schemas.microsoft.com/office/powerpoint/2010/main" val="358011023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2"/>
            <a:ext cx="6815667" cy="266534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35086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AB753CBF-8E7A-41BE-9CDE-C113C4033482}" type="slidenum">
              <a:rPr lang="en-US" altLang="zh-CN"/>
              <a:t>‹#›</a:t>
            </a:fld>
            <a:r>
              <a:rPr lang="en-US" altLang="zh-CN"/>
              <a:t> </a:t>
            </a:r>
          </a:p>
        </p:txBody>
      </p:sp>
    </p:spTree>
    <p:extLst>
      <p:ext uri="{BB962C8B-B14F-4D97-AF65-F5344CB8AC3E}">
        <p14:creationId xmlns:p14="http://schemas.microsoft.com/office/powerpoint/2010/main" val="377509178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68326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40"/>
            <a:ext cx="7315200" cy="35086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30D5458A-7C4D-4972-829E-0613074E0F8A}" type="slidenum">
              <a:rPr lang="en-US" altLang="zh-CN"/>
              <a:t>‹#›</a:t>
            </a:fld>
            <a:r>
              <a:rPr lang="en-US" altLang="zh-CN"/>
              <a:t> </a:t>
            </a:r>
          </a:p>
        </p:txBody>
      </p:sp>
    </p:spTree>
    <p:extLst>
      <p:ext uri="{BB962C8B-B14F-4D97-AF65-F5344CB8AC3E}">
        <p14:creationId xmlns:p14="http://schemas.microsoft.com/office/powerpoint/2010/main" val="265675888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7917677" y="1087439"/>
            <a:ext cx="3459409" cy="233294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BB72497E-EDC7-4CBF-BBB7-C88B46A92B86}" type="slidenum">
              <a:rPr lang="en-US" altLang="zh-CN"/>
              <a:t>‹#›</a:t>
            </a:fld>
            <a:r>
              <a:rPr lang="en-US" altLang="zh-CN"/>
              <a:t> </a:t>
            </a:r>
          </a:p>
        </p:txBody>
      </p:sp>
    </p:spTree>
    <p:extLst>
      <p:ext uri="{BB962C8B-B14F-4D97-AF65-F5344CB8AC3E}">
        <p14:creationId xmlns:p14="http://schemas.microsoft.com/office/powerpoint/2010/main" val="78823179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76219" y="115891"/>
            <a:ext cx="2891367" cy="32416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530675" y="115891"/>
            <a:ext cx="2942344" cy="32416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86B5A12F-F1D3-4E67-A43C-D26EBF5447F7}" type="slidenum">
              <a:rPr lang="en-US" altLang="zh-CN"/>
              <a:t>‹#›</a:t>
            </a:fld>
            <a:r>
              <a:rPr lang="en-US" altLang="zh-CN"/>
              <a:t> </a:t>
            </a:r>
          </a:p>
        </p:txBody>
      </p:sp>
    </p:spTree>
    <p:extLst>
      <p:ext uri="{BB962C8B-B14F-4D97-AF65-F5344CB8AC3E}">
        <p14:creationId xmlns:p14="http://schemas.microsoft.com/office/powerpoint/2010/main" val="23475614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image" Target="../media/image2.jpe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243802" y="8526"/>
            <a:ext cx="10699751"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 name="同侧圆角矩形 8"/>
          <p:cNvSpPr/>
          <p:nvPr userDrawn="1"/>
        </p:nvSpPr>
        <p:spPr>
          <a:xfrm rot="5400000">
            <a:off x="6030021" y="-5257469"/>
            <a:ext cx="72000" cy="12132043"/>
          </a:xfrm>
          <a:prstGeom prst="round2SameRect">
            <a:avLst>
              <a:gd name="adj1" fmla="val 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kumimoji="0" lang="zh-CN" altLang="en-US" sz="1800" b="0">
              <a:solidFill>
                <a:srgbClr val="FFFFFF"/>
              </a:solidFill>
            </a:endParaRPr>
          </a:p>
        </p:txBody>
      </p:sp>
      <p:sp>
        <p:nvSpPr>
          <p:cNvPr id="10" name="同侧圆角矩形 9"/>
          <p:cNvSpPr/>
          <p:nvPr userDrawn="1"/>
        </p:nvSpPr>
        <p:spPr>
          <a:xfrm rot="5400000" flipH="1">
            <a:off x="11385532" y="38090"/>
            <a:ext cx="72000" cy="1540935"/>
          </a:xfrm>
          <a:prstGeom prst="round2SameRect">
            <a:avLst>
              <a:gd name="adj1" fmla="val 0"/>
              <a:gd name="adj2" fmla="val 0"/>
            </a:avLst>
          </a:prstGeom>
          <a:solidFill>
            <a:schemeClr val="bg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kumimoji="0" lang="zh-CN" altLang="en-US" sz="1800" b="0">
              <a:solidFill>
                <a:srgbClr val="FFFFFF"/>
              </a:solidFill>
            </a:endParaRPr>
          </a:p>
        </p:txBody>
      </p:sp>
      <p:sp>
        <p:nvSpPr>
          <p:cNvPr id="2" name="灯片编号占位符 1"/>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bg2"/>
                </a:solidFill>
              </a:defRPr>
            </a:lvl1pPr>
          </a:lstStyle>
          <a:p>
            <a:fld id="{B8E54011-88F9-4C11-89A5-A0E112247FEB}" type="slidenum">
              <a:rPr lang="zh-CN" altLang="en-US" smtClean="0"/>
              <a:pPr/>
              <a:t>‹#›</a:t>
            </a:fld>
            <a:endParaRPr lang="zh-CN" altLang="en-US"/>
          </a:p>
        </p:txBody>
      </p:sp>
    </p:spTree>
  </p:cSld>
  <p:clrMap bg1="dk2" tx1="lt1" bg2="dk1" tx2="lt2" accent1="accent1" accent2="accent2" accent3="accent3" accent4="accent4" accent5="accent5" accent6="accent6" hlink="hlink" folHlink="folHlink"/>
  <p:sldLayoutIdLst>
    <p:sldLayoutId id="2147484774" r:id="rId1"/>
    <p:sldLayoutId id="2147484775" r:id="rId2"/>
    <p:sldLayoutId id="2147484776" r:id="rId3"/>
    <p:sldLayoutId id="2147484777" r:id="rId4"/>
    <p:sldLayoutId id="2147484778" r:id="rId5"/>
    <p:sldLayoutId id="2147484779" r:id="rId6"/>
    <p:sldLayoutId id="2147484780" r:id="rId7"/>
    <p:sldLayoutId id="2147484781" r:id="rId8"/>
    <p:sldLayoutId id="2147484782" r:id="rId9"/>
    <p:sldLayoutId id="2147484783" r:id="rId10"/>
    <p:sldLayoutId id="2147484784" r:id="rId11"/>
    <p:sldLayoutId id="2147484785" r:id="rId12"/>
    <p:sldLayoutId id="2147484786" r:id="rId13"/>
    <p:sldLayoutId id="2147484787" r:id="rId14"/>
    <p:sldLayoutId id="2147484788" r:id="rId15"/>
    <p:sldLayoutId id="2147484789" r:id="rId16"/>
    <p:sldLayoutId id="2147484790" r:id="rId17"/>
    <p:sldLayoutId id="2147484954" r:id="rId18"/>
  </p:sldLayoutIdLst>
  <p:transition>
    <p:fade/>
  </p:transition>
  <p:hf hdr="0" ftr="0" dt="0"/>
  <p:txStyles>
    <p:titleStyle>
      <a:lvl1pPr marL="0" indent="88900" algn="l" rtl="0" eaLnBrk="0" fontAlgn="base" hangingPunct="0">
        <a:spcBef>
          <a:spcPct val="0"/>
        </a:spcBef>
        <a:spcAft>
          <a:spcPct val="0"/>
        </a:spcAft>
        <a:defRPr sz="3600" b="1">
          <a:solidFill>
            <a:schemeClr val="bg2"/>
          </a:solidFill>
          <a:latin typeface="+mj-lt"/>
          <a:ea typeface="+mj-ea"/>
          <a:cs typeface="微软雅黑" charset="0"/>
        </a:defRPr>
      </a:lvl1pPr>
      <a:lvl2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2pPr>
      <a:lvl3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3pPr>
      <a:lvl4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4pPr>
      <a:lvl5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5pPr>
      <a:lvl6pPr marL="457200" algn="l" rtl="0" fontAlgn="base">
        <a:spcBef>
          <a:spcPct val="0"/>
        </a:spcBef>
        <a:spcAft>
          <a:spcPct val="0"/>
        </a:spcAft>
        <a:defRPr sz="3600">
          <a:solidFill>
            <a:srgbClr val="0000FF"/>
          </a:solidFill>
          <a:latin typeface="黑体" pitchFamily="2" charset="-122"/>
          <a:ea typeface="黑体" pitchFamily="2" charset="-122"/>
        </a:defRPr>
      </a:lvl6pPr>
      <a:lvl7pPr marL="914400" algn="l" rtl="0" fontAlgn="base">
        <a:spcBef>
          <a:spcPct val="0"/>
        </a:spcBef>
        <a:spcAft>
          <a:spcPct val="0"/>
        </a:spcAft>
        <a:defRPr sz="3600">
          <a:solidFill>
            <a:srgbClr val="0000FF"/>
          </a:solidFill>
          <a:latin typeface="黑体" pitchFamily="2" charset="-122"/>
          <a:ea typeface="黑体" pitchFamily="2" charset="-122"/>
        </a:defRPr>
      </a:lvl7pPr>
      <a:lvl8pPr marL="1371600" algn="l" rtl="0" fontAlgn="base">
        <a:spcBef>
          <a:spcPct val="0"/>
        </a:spcBef>
        <a:spcAft>
          <a:spcPct val="0"/>
        </a:spcAft>
        <a:defRPr sz="3600">
          <a:solidFill>
            <a:srgbClr val="0000FF"/>
          </a:solidFill>
          <a:latin typeface="黑体" pitchFamily="2" charset="-122"/>
          <a:ea typeface="黑体" pitchFamily="2" charset="-122"/>
        </a:defRPr>
      </a:lvl8pPr>
      <a:lvl9pPr marL="1828800" algn="l" rtl="0" fontAlgn="base">
        <a:spcBef>
          <a:spcPct val="0"/>
        </a:spcBef>
        <a:spcAft>
          <a:spcPct val="0"/>
        </a:spcAft>
        <a:defRPr sz="3600">
          <a:solidFill>
            <a:srgbClr val="0000FF"/>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SzPct val="80000"/>
        <a:buChar char="•"/>
        <a:defRPr kumimoji="1" sz="2800">
          <a:solidFill>
            <a:schemeClr val="bg2"/>
          </a:solidFill>
          <a:latin typeface="+mn-lt"/>
          <a:ea typeface="+mn-ea"/>
          <a:cs typeface="微软雅黑" charset="0"/>
        </a:defRPr>
      </a:lvl1pPr>
      <a:lvl2pPr marL="742950" indent="-285750" algn="l" rtl="0" eaLnBrk="0" fontAlgn="base" hangingPunct="0">
        <a:spcBef>
          <a:spcPct val="20000"/>
        </a:spcBef>
        <a:spcAft>
          <a:spcPct val="0"/>
        </a:spcAft>
        <a:buClr>
          <a:srgbClr val="FF0000"/>
        </a:buClr>
        <a:buSzPct val="75000"/>
        <a:buChar char="–"/>
        <a:defRPr kumimoji="1" sz="2400">
          <a:solidFill>
            <a:schemeClr val="bg2"/>
          </a:solidFill>
          <a:latin typeface="+mn-lt"/>
          <a:ea typeface="+mn-ea"/>
          <a:cs typeface="微软雅黑" charset="0"/>
        </a:defRPr>
      </a:lvl2pPr>
      <a:lvl3pPr marL="1143000" indent="-228600" algn="l" rtl="0" eaLnBrk="0" fontAlgn="base" hangingPunct="0">
        <a:spcBef>
          <a:spcPct val="20000"/>
        </a:spcBef>
        <a:spcAft>
          <a:spcPct val="0"/>
        </a:spcAft>
        <a:buClr>
          <a:srgbClr val="FF0000"/>
        </a:buClr>
        <a:buChar char="•"/>
        <a:defRPr kumimoji="1" sz="2000">
          <a:solidFill>
            <a:schemeClr val="bg2"/>
          </a:solidFill>
          <a:latin typeface="+mn-lt"/>
          <a:ea typeface="+mn-ea"/>
          <a:cs typeface="微软雅黑" charset="0"/>
        </a:defRPr>
      </a:lvl3pPr>
      <a:lvl4pPr marL="1600200" indent="-228600" algn="l" rtl="0" eaLnBrk="0" fontAlgn="base" hangingPunct="0">
        <a:spcBef>
          <a:spcPct val="20000"/>
        </a:spcBef>
        <a:spcAft>
          <a:spcPct val="0"/>
        </a:spcAft>
        <a:buChar char="–"/>
        <a:defRPr kumimoji="1" sz="2000">
          <a:solidFill>
            <a:schemeClr val="bg2"/>
          </a:solidFill>
          <a:latin typeface="+mn-lt"/>
          <a:ea typeface="+mn-ea"/>
          <a:cs typeface="微软雅黑" charset="0"/>
        </a:defRPr>
      </a:lvl4pPr>
      <a:lvl5pPr marL="2057400" indent="-228600" algn="l" rtl="0" eaLnBrk="0" fontAlgn="base" hangingPunct="0">
        <a:spcBef>
          <a:spcPct val="20000"/>
        </a:spcBef>
        <a:spcAft>
          <a:spcPct val="0"/>
        </a:spcAft>
        <a:buClr>
          <a:schemeClr val="tx2"/>
        </a:buClr>
        <a:buChar char="»"/>
        <a:defRPr kumimoji="1" sz="2000">
          <a:solidFill>
            <a:schemeClr val="bg2"/>
          </a:solidFill>
          <a:latin typeface="+mn-lt"/>
          <a:ea typeface="+mn-ea"/>
          <a:cs typeface="微软雅黑" charset="0"/>
        </a:defRPr>
      </a:lvl5pPr>
      <a:lvl6pPr marL="2514600" indent="-228600" algn="l" rtl="0" fontAlgn="base">
        <a:spcBef>
          <a:spcPct val="20000"/>
        </a:spcBef>
        <a:spcAft>
          <a:spcPct val="0"/>
        </a:spcAft>
        <a:buClr>
          <a:schemeClr val="tx2"/>
        </a:buClr>
        <a:buChar char="–"/>
        <a:defRPr sz="2000">
          <a:solidFill>
            <a:schemeClr val="tx1"/>
          </a:solidFill>
          <a:latin typeface="+mn-lt"/>
          <a:ea typeface="+mn-ea"/>
        </a:defRPr>
      </a:lvl6pPr>
      <a:lvl7pPr marL="2971800" indent="-228600" algn="l" rtl="0" fontAlgn="base">
        <a:spcBef>
          <a:spcPct val="20000"/>
        </a:spcBef>
        <a:spcAft>
          <a:spcPct val="0"/>
        </a:spcAft>
        <a:buClr>
          <a:schemeClr val="tx2"/>
        </a:buClr>
        <a:buChar char="–"/>
        <a:defRPr sz="2000">
          <a:solidFill>
            <a:schemeClr val="tx1"/>
          </a:solidFill>
          <a:latin typeface="+mn-lt"/>
          <a:ea typeface="+mn-ea"/>
        </a:defRPr>
      </a:lvl7pPr>
      <a:lvl8pPr marL="3429000" indent="-228600" algn="l" rtl="0" fontAlgn="base">
        <a:spcBef>
          <a:spcPct val="20000"/>
        </a:spcBef>
        <a:spcAft>
          <a:spcPct val="0"/>
        </a:spcAft>
        <a:buClr>
          <a:schemeClr val="tx2"/>
        </a:buClr>
        <a:buChar char="–"/>
        <a:defRPr sz="2000">
          <a:solidFill>
            <a:schemeClr val="tx1"/>
          </a:solidFill>
          <a:latin typeface="+mn-lt"/>
          <a:ea typeface="+mn-ea"/>
        </a:defRPr>
      </a:lvl8pPr>
      <a:lvl9pPr marL="3886200" indent="-228600" algn="l" rtl="0" fontAlgn="base">
        <a:spcBef>
          <a:spcPct val="20000"/>
        </a:spcBef>
        <a:spcAft>
          <a:spcPct val="0"/>
        </a:spcAft>
        <a:buClr>
          <a:schemeClr val="tx2"/>
        </a:buClr>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12" descr="bg3-LINE"/>
          <p:cNvPicPr>
            <a:picLocks noChangeAspect="1" noChangeArrowheads="1"/>
          </p:cNvPicPr>
          <p:nvPr userDrawn="1"/>
        </p:nvPicPr>
        <p:blipFill>
          <a:blip r:embed="rId13" cstate="print"/>
          <a:srcRect/>
          <a:stretch>
            <a:fillRect/>
          </a:stretch>
        </p:blipFill>
        <p:spPr bwMode="auto">
          <a:xfrm>
            <a:off x="2" y="3"/>
            <a:ext cx="12189884" cy="6856413"/>
          </a:xfrm>
          <a:prstGeom prst="rect">
            <a:avLst/>
          </a:prstGeom>
          <a:noFill/>
          <a:ln w="9525">
            <a:noFill/>
            <a:miter lim="800000"/>
            <a:headEnd/>
            <a:tailEnd/>
          </a:ln>
        </p:spPr>
      </p:pic>
      <p:sp>
        <p:nvSpPr>
          <p:cNvPr id="10243" name="Rectangle 3"/>
          <p:cNvSpPr>
            <a:spLocks noGrp="1" noChangeArrowheads="1"/>
          </p:cNvSpPr>
          <p:nvPr>
            <p:ph type="title"/>
          </p:nvPr>
        </p:nvSpPr>
        <p:spPr bwMode="auto">
          <a:xfrm>
            <a:off x="0" y="115891"/>
            <a:ext cx="11567584" cy="649287"/>
          </a:xfrm>
          <a:prstGeom prst="rect">
            <a:avLst/>
          </a:prstGeom>
          <a:noFill/>
          <a:ln w="9525">
            <a:noFill/>
            <a:miter lim="800000"/>
          </a:ln>
        </p:spPr>
        <p:txBody>
          <a:bodyPr vert="horz" wrap="square" lIns="91440" tIns="45720" rIns="91440" bIns="45720" numCol="1" anchor="ctr" anchorCtr="0" compatLnSpc="1"/>
          <a:lstStyle/>
          <a:p>
            <a:pPr lvl="0"/>
            <a:r>
              <a:rPr lang="zh-CN" altLang="en-US"/>
              <a:t>标题文本样式：黑体</a:t>
            </a:r>
            <a:r>
              <a:rPr lang="en-US" altLang="zh-CN"/>
              <a:t>/34</a:t>
            </a:r>
            <a:r>
              <a:rPr lang="zh-CN" altLang="en-US"/>
              <a:t>号  </a:t>
            </a:r>
            <a:r>
              <a:rPr lang="en-US" altLang="zh-CN"/>
              <a:t>Arial/34pt</a:t>
            </a:r>
          </a:p>
        </p:txBody>
      </p:sp>
      <p:sp>
        <p:nvSpPr>
          <p:cNvPr id="10244" name="Rectangle 4"/>
          <p:cNvSpPr>
            <a:spLocks noGrp="1" noChangeArrowheads="1"/>
          </p:cNvSpPr>
          <p:nvPr>
            <p:ph type="body" idx="1"/>
          </p:nvPr>
        </p:nvSpPr>
        <p:spPr bwMode="auto">
          <a:xfrm>
            <a:off x="433919" y="1087439"/>
            <a:ext cx="10943167" cy="2332946"/>
          </a:xfrm>
          <a:prstGeom prst="rect">
            <a:avLst/>
          </a:prstGeom>
          <a:noFill/>
          <a:ln w="9525">
            <a:noFill/>
            <a:miter lim="800000"/>
          </a:ln>
        </p:spPr>
        <p:txBody>
          <a:bodyPr vert="horz" wrap="square" lIns="91440" tIns="45720" rIns="91440" bIns="45720" numCol="1" anchor="t" anchorCtr="0" compatLnSpc="1">
            <a:spAutoFit/>
          </a:bodyPr>
          <a:lstStyle/>
          <a:p>
            <a:pPr lvl="0"/>
            <a:r>
              <a:rPr lang="zh-CN" altLang="en-US"/>
              <a:t>第一级内容文本样式：黑体</a:t>
            </a:r>
            <a:r>
              <a:rPr lang="en-US" altLang="zh-CN"/>
              <a:t>/28</a:t>
            </a:r>
            <a:r>
              <a:rPr lang="zh-CN" altLang="en-US"/>
              <a:t>号  </a:t>
            </a:r>
            <a:r>
              <a:rPr lang="en-US" altLang="zh-CN"/>
              <a:t>Arial/28pt</a:t>
            </a:r>
          </a:p>
          <a:p>
            <a:pPr lvl="1"/>
            <a:r>
              <a:rPr lang="zh-CN" altLang="en-US"/>
              <a:t>第二级内容文本样式：黑体</a:t>
            </a:r>
            <a:r>
              <a:rPr lang="en-US" altLang="zh-CN"/>
              <a:t>/24</a:t>
            </a:r>
            <a:r>
              <a:rPr lang="zh-CN" altLang="en-US"/>
              <a:t>号  </a:t>
            </a:r>
            <a:r>
              <a:rPr lang="en-US" altLang="zh-CN"/>
              <a:t>Arial/24pt</a:t>
            </a:r>
          </a:p>
          <a:p>
            <a:pPr lvl="2"/>
            <a:r>
              <a:rPr lang="zh-CN" altLang="en-US"/>
              <a:t>第三级内容文本样式：黑体</a:t>
            </a:r>
            <a:r>
              <a:rPr lang="en-US" altLang="zh-CN"/>
              <a:t>/20</a:t>
            </a:r>
            <a:r>
              <a:rPr lang="zh-CN" altLang="en-US"/>
              <a:t>号  </a:t>
            </a:r>
            <a:r>
              <a:rPr lang="en-US" altLang="zh-CN"/>
              <a:t>Arial/20pt</a:t>
            </a:r>
          </a:p>
          <a:p>
            <a:pPr lvl="3"/>
            <a:r>
              <a:rPr lang="zh-CN" altLang="en-US"/>
              <a:t>第四级内容文本样式：黑体</a:t>
            </a:r>
            <a:r>
              <a:rPr lang="en-US" altLang="zh-CN"/>
              <a:t>/18</a:t>
            </a:r>
            <a:r>
              <a:rPr lang="zh-CN" altLang="en-US"/>
              <a:t>号  </a:t>
            </a:r>
            <a:r>
              <a:rPr lang="en-US" altLang="zh-CN"/>
              <a:t>Arial/18pt</a:t>
            </a:r>
          </a:p>
          <a:p>
            <a:pPr lvl="4"/>
            <a:r>
              <a:rPr lang="zh-CN" altLang="en-US"/>
              <a:t>第五级内容文本样式：黑体</a:t>
            </a:r>
            <a:r>
              <a:rPr lang="en-US" altLang="zh-CN"/>
              <a:t>/16</a:t>
            </a:r>
            <a:r>
              <a:rPr lang="zh-CN" altLang="en-US"/>
              <a:t>号  </a:t>
            </a:r>
            <a:r>
              <a:rPr lang="en-US" altLang="zh-CN"/>
              <a:t>Arial/16pt</a:t>
            </a:r>
          </a:p>
        </p:txBody>
      </p:sp>
      <p:sp>
        <p:nvSpPr>
          <p:cNvPr id="306181" name="Rectangle 5"/>
          <p:cNvSpPr>
            <a:spLocks noGrp="1" noChangeArrowheads="1"/>
          </p:cNvSpPr>
          <p:nvPr>
            <p:ph type="sldNum" sz="quarter" idx="4"/>
          </p:nvPr>
        </p:nvSpPr>
        <p:spPr bwMode="auto">
          <a:xfrm>
            <a:off x="9203267" y="6499228"/>
            <a:ext cx="2844800" cy="21272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tx1"/>
                </a:solidFill>
                <a:latin typeface="微软雅黑" panose="020B0503020204020204" pitchFamily="34" charset="-122"/>
                <a:ea typeface="微软雅黑" panose="020B0503020204020204" pitchFamily="34" charset="-122"/>
              </a:defRPr>
            </a:lvl1pPr>
          </a:lstStyle>
          <a:p>
            <a:pPr>
              <a:defRPr/>
            </a:pPr>
            <a:r>
              <a:rPr lang="en-US" altLang="zh-CN"/>
              <a:t> </a:t>
            </a:r>
            <a:fld id="{0FF7CBF9-F9A5-4695-8B7F-69B64C2D809A}" type="slidenum">
              <a:rPr lang="en-US" altLang="zh-CN"/>
              <a:t>‹#›</a:t>
            </a:fld>
            <a:r>
              <a:rPr lang="en-US" altLang="zh-CN"/>
              <a:t> </a:t>
            </a:r>
          </a:p>
        </p:txBody>
      </p:sp>
    </p:spTree>
    <p:extLst>
      <p:ext uri="{BB962C8B-B14F-4D97-AF65-F5344CB8AC3E}">
        <p14:creationId xmlns:p14="http://schemas.microsoft.com/office/powerpoint/2010/main" val="3646206680"/>
      </p:ext>
    </p:extLst>
  </p:cSld>
  <p:clrMap bg1="lt1" tx1="dk1" bg2="lt2" tx2="dk2" accent1="accent1" accent2="accent2" accent3="accent3" accent4="accent4" accent5="accent5" accent6="accent6" hlink="hlink" folHlink="folHlink"/>
  <p:sldLayoutIdLst>
    <p:sldLayoutId id="2147484987" r:id="rId1"/>
    <p:sldLayoutId id="2147484988" r:id="rId2"/>
    <p:sldLayoutId id="2147484989" r:id="rId3"/>
    <p:sldLayoutId id="2147484990" r:id="rId4"/>
    <p:sldLayoutId id="2147484991" r:id="rId5"/>
    <p:sldLayoutId id="2147484992" r:id="rId6"/>
    <p:sldLayoutId id="2147484993" r:id="rId7"/>
    <p:sldLayoutId id="2147484994" r:id="rId8"/>
    <p:sldLayoutId id="2147484995" r:id="rId9"/>
    <p:sldLayoutId id="2147484996" r:id="rId10"/>
    <p:sldLayoutId id="2147484997" r:id="rId11"/>
  </p:sldLayoutIdLst>
  <p:transition/>
  <p:hf hdr="0" ftr="0" dt="0"/>
  <p:txStyles>
    <p:titleStyle>
      <a:lvl1pPr marL="361950" indent="-361950" algn="ctr" rtl="0" eaLnBrk="0" fontAlgn="base" hangingPunct="0">
        <a:spcBef>
          <a:spcPct val="0"/>
        </a:spcBef>
        <a:spcAft>
          <a:spcPct val="0"/>
        </a:spcAft>
        <a:defRPr sz="3400" b="1">
          <a:solidFill>
            <a:schemeClr val="bg1"/>
          </a:solidFill>
          <a:latin typeface="+mj-lt"/>
          <a:ea typeface="+mj-ea"/>
          <a:cs typeface="+mj-cs"/>
        </a:defRPr>
      </a:lvl1pPr>
      <a:lvl2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2pPr>
      <a:lvl3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3pPr>
      <a:lvl4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4pPr>
      <a:lvl5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5pPr>
      <a:lvl6pPr marL="8191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6pPr>
      <a:lvl7pPr marL="12763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7pPr>
      <a:lvl8pPr marL="17335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8pPr>
      <a:lvl9pPr marL="21907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9pPr>
    </p:titleStyle>
    <p:bodyStyle>
      <a:lvl1pPr marL="180975" indent="-180975" algn="l" rtl="0" eaLnBrk="0" fontAlgn="ctr" hangingPunct="0">
        <a:lnSpc>
          <a:spcPct val="120000"/>
        </a:lnSpc>
        <a:spcBef>
          <a:spcPct val="50000"/>
        </a:spcBef>
        <a:spcAft>
          <a:spcPct val="0"/>
        </a:spcAft>
        <a:buClr>
          <a:srgbClr val="00246C"/>
        </a:buClr>
        <a:buSzPct val="80000"/>
        <a:buFont typeface="Wingdings" panose="05000000000000000000" pitchFamily="2" charset="2"/>
        <a:buChar char="n"/>
        <a:defRPr sz="2800" b="1">
          <a:solidFill>
            <a:srgbClr val="00246C"/>
          </a:solidFill>
          <a:latin typeface="+mn-lt"/>
          <a:ea typeface="+mn-ea"/>
          <a:cs typeface="+mn-cs"/>
        </a:defRPr>
      </a:lvl1pPr>
      <a:lvl2pPr marL="541655" indent="-180975" algn="l" rtl="0" eaLnBrk="0" fontAlgn="ctr" hangingPunct="0">
        <a:lnSpc>
          <a:spcPct val="120000"/>
        </a:lnSpc>
        <a:spcBef>
          <a:spcPct val="20000"/>
        </a:spcBef>
        <a:spcAft>
          <a:spcPct val="0"/>
        </a:spcAft>
        <a:buClr>
          <a:srgbClr val="0000CC"/>
        </a:buClr>
        <a:buSzPct val="80000"/>
        <a:buFont typeface="Wingdings" panose="05000000000000000000" pitchFamily="2" charset="2"/>
        <a:buChar char="n"/>
        <a:defRPr sz="2400" b="1">
          <a:solidFill>
            <a:srgbClr val="0000CC"/>
          </a:solidFill>
          <a:latin typeface="+mn-lt"/>
          <a:ea typeface="+mn-ea"/>
        </a:defRPr>
      </a:lvl2pPr>
      <a:lvl3pPr marL="895350" indent="-174625" algn="l" rtl="0" eaLnBrk="0" fontAlgn="ctr" hangingPunct="0">
        <a:lnSpc>
          <a:spcPct val="120000"/>
        </a:lnSpc>
        <a:spcBef>
          <a:spcPct val="20000"/>
        </a:spcBef>
        <a:spcAft>
          <a:spcPct val="0"/>
        </a:spcAft>
        <a:buClr>
          <a:srgbClr val="3333FF"/>
        </a:buClr>
        <a:buSzPct val="80000"/>
        <a:buFont typeface="Wingdings" panose="05000000000000000000" pitchFamily="2" charset="2"/>
        <a:buChar char="n"/>
        <a:defRPr sz="2000">
          <a:solidFill>
            <a:srgbClr val="3333FF"/>
          </a:solidFill>
          <a:latin typeface="+mn-lt"/>
          <a:ea typeface="+mn-ea"/>
        </a:defRPr>
      </a:lvl3pPr>
      <a:lvl4pPr marL="1256030" indent="-180975" algn="l" rtl="0" eaLnBrk="0" fontAlgn="ctr" hangingPunct="0">
        <a:lnSpc>
          <a:spcPct val="120000"/>
        </a:lnSpc>
        <a:spcBef>
          <a:spcPct val="20000"/>
        </a:spcBef>
        <a:spcAft>
          <a:spcPct val="0"/>
        </a:spcAft>
        <a:buClr>
          <a:srgbClr val="6699FF"/>
        </a:buClr>
        <a:buSzPct val="80000"/>
        <a:buFont typeface="Wingdings" panose="05000000000000000000" pitchFamily="2" charset="2"/>
        <a:buChar char="n"/>
        <a:defRPr sz="2000">
          <a:solidFill>
            <a:srgbClr val="6699FF"/>
          </a:solidFill>
          <a:latin typeface="+mn-lt"/>
          <a:ea typeface="+mn-ea"/>
        </a:defRPr>
      </a:lvl4pPr>
      <a:lvl5pPr marL="1619250" indent="-184150" algn="l" rtl="0" eaLnBrk="0" fontAlgn="ctr" hangingPunct="0">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5pPr>
      <a:lvl6pPr marL="20764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6pPr>
      <a:lvl7pPr marL="25336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7pPr>
      <a:lvl8pPr marL="29908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8pPr>
      <a:lvl9pPr marL="34480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hyperlink" Target="https://zh.wikipedia.org/wiki/Help:%E8%8B%B1%E8%AA%9E%E5%9C%8B%E9%9A%9B%E9%9F%B3%E6%A8%99" TargetMode="External"/><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8.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schemeClr>
        </a:solidFill>
        <a:effectLst/>
      </p:bgPr>
    </p:bg>
    <p:spTree>
      <p:nvGrpSpPr>
        <p:cNvPr id="1" name=""/>
        <p:cNvGrpSpPr/>
        <p:nvPr/>
      </p:nvGrpSpPr>
      <p:grpSpPr>
        <a:xfrm>
          <a:off x="0" y="0"/>
          <a:ext cx="0" cy="0"/>
          <a:chOff x="0" y="0"/>
          <a:chExt cx="0" cy="0"/>
        </a:xfrm>
      </p:grpSpPr>
      <p:sp>
        <p:nvSpPr>
          <p:cNvPr id="24" name="Rectangle 7"/>
          <p:cNvSpPr>
            <a:spLocks noChangeArrowheads="1"/>
          </p:cNvSpPr>
          <p:nvPr/>
        </p:nvSpPr>
        <p:spPr bwMode="auto">
          <a:xfrm>
            <a:off x="1843693" y="1685334"/>
            <a:ext cx="8501204" cy="191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defRPr/>
            </a:pPr>
            <a:r>
              <a:rPr lang="zh-CN" altLang="en-US" sz="6000" b="1" dirty="0">
                <a:solidFill>
                  <a:srgbClr val="FF0000"/>
                </a:solidFill>
                <a:latin typeface="微软雅黑"/>
                <a:ea typeface="微软雅黑"/>
              </a:rPr>
              <a:t>计算机编程与开发环境</a:t>
            </a:r>
            <a:endParaRPr lang="zh-CN" altLang="zh-CN" sz="6000" b="1" dirty="0">
              <a:solidFill>
                <a:srgbClr val="FF0000"/>
              </a:solidFill>
              <a:latin typeface="微软雅黑"/>
              <a:ea typeface="微软雅黑"/>
            </a:endParaRPr>
          </a:p>
        </p:txBody>
      </p:sp>
      <p:sp>
        <p:nvSpPr>
          <p:cNvPr id="25" name="Rectangle 8"/>
          <p:cNvSpPr>
            <a:spLocks noChangeArrowheads="1"/>
          </p:cNvSpPr>
          <p:nvPr/>
        </p:nvSpPr>
        <p:spPr bwMode="auto">
          <a:xfrm>
            <a:off x="1677909" y="3931738"/>
            <a:ext cx="8809022"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ts val="0"/>
              </a:spcBef>
              <a:buSzPct val="80000"/>
              <a:defRPr/>
            </a:pPr>
            <a:r>
              <a:rPr lang="zh-CN" altLang="en-US" sz="2800" b="1" dirty="0">
                <a:solidFill>
                  <a:srgbClr val="002060"/>
                </a:solidFill>
                <a:latin typeface="微软雅黑"/>
                <a:ea typeface="微软雅黑"/>
                <a:cs typeface="微软雅黑" charset="0"/>
              </a:rPr>
              <a:t>罗 新</a:t>
            </a:r>
            <a:endParaRPr lang="en-US" altLang="zh-CN" sz="2800" b="1" dirty="0">
              <a:solidFill>
                <a:srgbClr val="002060"/>
              </a:solidFill>
              <a:latin typeface="微软雅黑"/>
              <a:ea typeface="微软雅黑"/>
              <a:cs typeface="微软雅黑" charset="0"/>
            </a:endParaRPr>
          </a:p>
          <a:p>
            <a:pPr>
              <a:lnSpc>
                <a:spcPct val="150000"/>
              </a:lnSpc>
              <a:spcBef>
                <a:spcPts val="0"/>
              </a:spcBef>
              <a:buSzPct val="80000"/>
              <a:defRPr/>
            </a:pPr>
            <a:r>
              <a:rPr lang="zh-CN" altLang="en-US" sz="2800" b="1" dirty="0">
                <a:solidFill>
                  <a:srgbClr val="002060"/>
                </a:solidFill>
                <a:latin typeface="微软雅黑"/>
                <a:ea typeface="微软雅黑"/>
                <a:cs typeface="微软雅黑" charset="0"/>
              </a:rPr>
              <a:t>云南大学 地球科学学院</a:t>
            </a:r>
            <a:endParaRPr lang="en-US" altLang="zh-CN" sz="2800" b="1" dirty="0">
              <a:solidFill>
                <a:srgbClr val="002060"/>
              </a:solidFill>
              <a:latin typeface="微软雅黑"/>
              <a:ea typeface="微软雅黑"/>
              <a:cs typeface="微软雅黑" charset="0"/>
            </a:endParaRPr>
          </a:p>
          <a:p>
            <a:pPr>
              <a:lnSpc>
                <a:spcPct val="150000"/>
              </a:lnSpc>
              <a:spcBef>
                <a:spcPts val="0"/>
              </a:spcBef>
              <a:buSzPct val="80000"/>
              <a:defRPr/>
            </a:pPr>
            <a:endParaRPr lang="zh-CN" altLang="en-US" sz="3200" b="1"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2000" dirty="0">
              <a:solidFill>
                <a:srgbClr val="002060"/>
              </a:solidFill>
              <a:latin typeface="微软雅黑"/>
              <a:ea typeface="微软雅黑"/>
              <a:cs typeface="微软雅黑" charset="0"/>
            </a:endParaRPr>
          </a:p>
        </p:txBody>
      </p:sp>
      <p:sp>
        <p:nvSpPr>
          <p:cNvPr id="54" name="矩形 53"/>
          <p:cNvSpPr/>
          <p:nvPr/>
        </p:nvSpPr>
        <p:spPr>
          <a:xfrm flipV="1">
            <a:off x="2316000" y="3614407"/>
            <a:ext cx="7560000" cy="45719"/>
          </a:xfrm>
          <a:prstGeom prst="rect">
            <a:avLst/>
          </a:prstGeom>
          <a:gradFill flip="none" rotWithShape="1">
            <a:gsLst>
              <a:gs pos="0">
                <a:schemeClr val="accent1">
                  <a:tint val="66000"/>
                  <a:satMod val="160000"/>
                  <a:lumMod val="0"/>
                  <a:lumOff val="100000"/>
                  <a:alpha val="0"/>
                </a:schemeClr>
              </a:gs>
              <a:gs pos="50000">
                <a:schemeClr val="accent1"/>
              </a:gs>
              <a:gs pos="100000">
                <a:schemeClr val="accent1">
                  <a:tint val="23500"/>
                  <a:satMod val="160000"/>
                  <a:lumMod val="0"/>
                  <a:lumOff val="100000"/>
                  <a:alpha val="0"/>
                </a:schemeClr>
              </a:gs>
            </a:gsLst>
            <a:lin ang="10800000" scaled="1"/>
            <a:tileRect/>
          </a:gradFill>
        </p:spPr>
        <p:txBody>
          <a:bodyPr wrap="square" lIns="0" rtlCol="0" anchor="ctr">
            <a:noAutofit/>
          </a:bodyPr>
          <a:lstStyle/>
          <a:p>
            <a:pPr algn="l">
              <a:defRPr/>
            </a:pPr>
            <a:endParaRPr lang="zh-CN" altLang="en-US" b="1">
              <a:solidFill>
                <a:srgbClr val="FF0000"/>
              </a:solidFill>
              <a:latin typeface="微软雅黑" pitchFamily="34" charset="-122"/>
              <a:ea typeface="微软雅黑" pitchFamily="34" charset="-122"/>
            </a:endParaRPr>
          </a:p>
        </p:txBody>
      </p:sp>
      <p:sp>
        <p:nvSpPr>
          <p:cNvPr id="2" name="Rectangle 1">
            <a:extLst>
              <a:ext uri="{FF2B5EF4-FFF2-40B4-BE49-F238E27FC236}">
                <a16:creationId xmlns:a16="http://schemas.microsoft.com/office/drawing/2014/main" id="{C2515BE6-09AD-694B-8839-0C2DC98FAD34}"/>
              </a:ext>
            </a:extLst>
          </p:cNvPr>
          <p:cNvSpPr/>
          <p:nvPr/>
        </p:nvSpPr>
        <p:spPr>
          <a:xfrm>
            <a:off x="1831821" y="5474698"/>
            <a:ext cx="8627953" cy="861774"/>
          </a:xfrm>
          <a:prstGeom prst="rect">
            <a:avLst/>
          </a:prstGeom>
        </p:spPr>
        <p:txBody>
          <a:bodyPr wrap="square">
            <a:spAutoFit/>
          </a:bodyPr>
          <a:lstStyle/>
          <a:p>
            <a:pPr>
              <a:defRPr/>
            </a:pPr>
            <a:r>
              <a:rPr lang="en-US" sz="2000" dirty="0" err="1">
                <a:solidFill>
                  <a:prstClr val="black"/>
                </a:solidFill>
                <a:latin typeface="微软雅黑"/>
                <a:ea typeface="微软雅黑"/>
              </a:rPr>
              <a:t>邮箱</a:t>
            </a:r>
            <a:r>
              <a:rPr lang="en-CN" sz="2000" dirty="0">
                <a:solidFill>
                  <a:prstClr val="black"/>
                </a:solidFill>
                <a:latin typeface="微软雅黑"/>
                <a:ea typeface="微软雅黑"/>
              </a:rPr>
              <a:t>: xinluo_xin@ynu.edu.cn</a:t>
            </a:r>
          </a:p>
          <a:p>
            <a:pPr>
              <a:defRPr/>
            </a:pPr>
            <a:r>
              <a:rPr lang="en-CN" sz="2000" dirty="0">
                <a:solidFill>
                  <a:prstClr val="black"/>
                </a:solidFill>
                <a:latin typeface="微软雅黑"/>
                <a:ea typeface="微软雅黑"/>
              </a:rPr>
              <a:t>地址</a:t>
            </a:r>
            <a:r>
              <a:rPr lang="zh-CN" altLang="en-US" sz="2000" dirty="0">
                <a:solidFill>
                  <a:prstClr val="black"/>
                </a:solidFill>
                <a:latin typeface="微软雅黑"/>
                <a:ea typeface="微软雅黑"/>
              </a:rPr>
              <a:t>：地球科学学院</a:t>
            </a:r>
            <a:r>
              <a:rPr lang="en-US" altLang="zh-CN" sz="2000" dirty="0">
                <a:solidFill>
                  <a:prstClr val="black"/>
                </a:solidFill>
                <a:latin typeface="微软雅黑"/>
                <a:ea typeface="微软雅黑"/>
              </a:rPr>
              <a:t>1327</a:t>
            </a:r>
            <a:r>
              <a:rPr lang="zh-CN" altLang="en-US" sz="2000" dirty="0">
                <a:solidFill>
                  <a:prstClr val="black"/>
                </a:solidFill>
                <a:latin typeface="微软雅黑"/>
                <a:ea typeface="微软雅黑"/>
              </a:rPr>
              <a:t>办公室</a:t>
            </a:r>
            <a:endParaRPr lang="en-CN" sz="2000" dirty="0">
              <a:solidFill>
                <a:prstClr val="black"/>
              </a:solidFill>
              <a:latin typeface="微软雅黑"/>
              <a:ea typeface="微软雅黑"/>
            </a:endParaRPr>
          </a:p>
        </p:txBody>
      </p:sp>
      <p:pic>
        <p:nvPicPr>
          <p:cNvPr id="4" name="Picture 3">
            <a:extLst>
              <a:ext uri="{FF2B5EF4-FFF2-40B4-BE49-F238E27FC236}">
                <a16:creationId xmlns:a16="http://schemas.microsoft.com/office/drawing/2014/main" id="{C5A20417-E7CA-C285-EB98-9BD26873E83E}"/>
              </a:ext>
            </a:extLst>
          </p:cNvPr>
          <p:cNvPicPr>
            <a:picLocks noChangeAspect="1"/>
          </p:cNvPicPr>
          <p:nvPr/>
        </p:nvPicPr>
        <p:blipFill>
          <a:blip r:embed="rId3"/>
          <a:stretch>
            <a:fillRect/>
          </a:stretch>
        </p:blipFill>
        <p:spPr>
          <a:xfrm>
            <a:off x="1843696" y="243147"/>
            <a:ext cx="2866773" cy="1012641"/>
          </a:xfrm>
          <a:prstGeom prst="rect">
            <a:avLst/>
          </a:prstGeom>
        </p:spPr>
      </p:pic>
      <p:pic>
        <p:nvPicPr>
          <p:cNvPr id="9" name="Picture 8">
            <a:extLst>
              <a:ext uri="{FF2B5EF4-FFF2-40B4-BE49-F238E27FC236}">
                <a16:creationId xmlns:a16="http://schemas.microsoft.com/office/drawing/2014/main" id="{D79EB157-7CF0-C636-5797-94C0A73AF8D4}"/>
              </a:ext>
            </a:extLst>
          </p:cNvPr>
          <p:cNvPicPr>
            <a:picLocks noChangeAspect="1"/>
          </p:cNvPicPr>
          <p:nvPr/>
        </p:nvPicPr>
        <p:blipFill>
          <a:blip r:embed="rId4"/>
          <a:stretch>
            <a:fillRect/>
          </a:stretch>
        </p:blipFill>
        <p:spPr>
          <a:xfrm>
            <a:off x="7686264" y="6259528"/>
            <a:ext cx="2996979" cy="622992"/>
          </a:xfrm>
          <a:prstGeom prst="rect">
            <a:avLst/>
          </a:prstGeom>
        </p:spPr>
      </p:pic>
      <p:sp>
        <p:nvSpPr>
          <p:cNvPr id="3" name="TextBox 2">
            <a:extLst>
              <a:ext uri="{FF2B5EF4-FFF2-40B4-BE49-F238E27FC236}">
                <a16:creationId xmlns:a16="http://schemas.microsoft.com/office/drawing/2014/main" id="{E375549C-74EF-2C8F-6432-2C52B803FB1B}"/>
              </a:ext>
            </a:extLst>
          </p:cNvPr>
          <p:cNvSpPr txBox="1"/>
          <p:nvPr/>
        </p:nvSpPr>
        <p:spPr>
          <a:xfrm>
            <a:off x="6360578" y="243144"/>
            <a:ext cx="4482317" cy="369332"/>
          </a:xfrm>
          <a:prstGeom prst="rect">
            <a:avLst/>
          </a:prstGeom>
          <a:noFill/>
        </p:spPr>
        <p:txBody>
          <a:bodyPr wrap="none" rtlCol="0">
            <a:spAutoFit/>
          </a:bodyPr>
          <a:lstStyle/>
          <a:p>
            <a:pPr>
              <a:defRPr/>
            </a:pPr>
            <a:r>
              <a:rPr lang="en-CN" sz="1800" b="1" dirty="0">
                <a:solidFill>
                  <a:prstClr val="black"/>
                </a:solidFill>
                <a:latin typeface="微软雅黑"/>
                <a:ea typeface="微软雅黑"/>
              </a:rPr>
              <a:t>云南大学</a:t>
            </a:r>
            <a:r>
              <a:rPr lang="en-US" altLang="zh-CN" sz="1800" b="1" dirty="0">
                <a:solidFill>
                  <a:prstClr val="black"/>
                </a:solidFill>
                <a:latin typeface="微软雅黑"/>
                <a:ea typeface="微软雅黑"/>
              </a:rPr>
              <a:t>《</a:t>
            </a:r>
            <a:r>
              <a:rPr lang="en-CN" sz="1800" b="1" dirty="0">
                <a:solidFill>
                  <a:prstClr val="black"/>
                </a:solidFill>
                <a:latin typeface="微软雅黑"/>
                <a:ea typeface="微软雅黑"/>
              </a:rPr>
              <a:t> </a:t>
            </a:r>
            <a:r>
              <a:rPr lang="zh-CN" altLang="en-US" sz="1800" b="1" dirty="0">
                <a:solidFill>
                  <a:prstClr val="black"/>
                </a:solidFill>
                <a:latin typeface="微软雅黑"/>
                <a:ea typeface="微软雅黑"/>
              </a:rPr>
              <a:t>遥感数据处理</a:t>
            </a:r>
            <a:r>
              <a:rPr lang="en-CN" sz="1800" b="1" dirty="0">
                <a:solidFill>
                  <a:prstClr val="black"/>
                </a:solidFill>
                <a:latin typeface="微软雅黑"/>
                <a:ea typeface="微软雅黑"/>
              </a:rPr>
              <a:t>程序设计</a:t>
            </a:r>
            <a:r>
              <a:rPr lang="en-US" altLang="zh-CN" sz="1800" b="1" dirty="0">
                <a:solidFill>
                  <a:prstClr val="black"/>
                </a:solidFill>
                <a:latin typeface="微软雅黑"/>
                <a:ea typeface="微软雅黑"/>
              </a:rPr>
              <a:t>》</a:t>
            </a:r>
            <a:r>
              <a:rPr lang="en-CN" sz="1800" b="1" dirty="0">
                <a:solidFill>
                  <a:prstClr val="black"/>
                </a:solidFill>
                <a:latin typeface="微软雅黑"/>
                <a:ea typeface="微软雅黑"/>
              </a:rPr>
              <a:t>课程</a:t>
            </a:r>
          </a:p>
        </p:txBody>
      </p:sp>
    </p:spTree>
    <p:extLst>
      <p:ext uri="{BB962C8B-B14F-4D97-AF65-F5344CB8AC3E}">
        <p14:creationId xmlns:p14="http://schemas.microsoft.com/office/powerpoint/2010/main" val="21613733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220" y="3429000"/>
            <a:ext cx="12185780" cy="1543050"/>
          </a:xfrm>
          <a:prstGeom prst="rect">
            <a:avLst/>
          </a:prstGeom>
          <a:solidFill>
            <a:schemeClr val="accent1"/>
          </a:solidFill>
          <a:ln>
            <a:noFill/>
          </a:ln>
        </p:spPr>
        <p:txBody>
          <a:bodyPr wrap="square" lIns="0" rtlCol="0" anchor="ctr">
            <a:noAutofit/>
          </a:bodyPr>
          <a:lstStyle/>
          <a:p>
            <a:pPr algn="l">
              <a:defRPr/>
            </a:pPr>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397166" y="3790407"/>
            <a:ext cx="9409414" cy="830997"/>
          </a:xfrm>
          <a:prstGeom prst="rect">
            <a:avLst/>
          </a:prstGeom>
        </p:spPr>
        <p:txBody>
          <a:bodyPr wrap="square">
            <a:spAutoFit/>
          </a:bodyPr>
          <a:lstStyle/>
          <a:p>
            <a:pPr algn="l" fontAlgn="auto">
              <a:spcBef>
                <a:spcPts val="0"/>
              </a:spcBef>
              <a:spcAft>
                <a:spcPts val="0"/>
              </a:spcAft>
              <a:defRPr/>
            </a:pPr>
            <a:r>
              <a:rPr lang="zh-CN" altLang="en-US" sz="4800" b="1" dirty="0">
                <a:solidFill>
                  <a:prstClr val="white"/>
                </a:solidFill>
                <a:latin typeface="微软雅黑" pitchFamily="34" charset="-122"/>
                <a:ea typeface="微软雅黑" pitchFamily="34" charset="-122"/>
              </a:rPr>
              <a:t>课程简介及考核</a:t>
            </a:r>
          </a:p>
        </p:txBody>
      </p:sp>
      <p:sp>
        <p:nvSpPr>
          <p:cNvPr id="8" name="矩形 7"/>
          <p:cNvSpPr/>
          <p:nvPr/>
        </p:nvSpPr>
        <p:spPr>
          <a:xfrm>
            <a:off x="6220" y="4972049"/>
            <a:ext cx="12185780" cy="72000"/>
          </a:xfrm>
          <a:prstGeom prst="rect">
            <a:avLst/>
          </a:prstGeom>
          <a:solidFill>
            <a:schemeClr val="tx1">
              <a:lumMod val="75000"/>
            </a:schemeClr>
          </a:solidFill>
          <a:effectLst/>
        </p:spPr>
        <p:txBody>
          <a:bodyPr wrap="square" lIns="0" rtlCol="0" anchor="ctr">
            <a:noAutofit/>
          </a:bodyPr>
          <a:lstStyle/>
          <a:p>
            <a:pPr algn="l">
              <a:defRPr/>
            </a:pPr>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56779219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1967" y="8526"/>
            <a:ext cx="10425407" cy="792162"/>
          </a:xfrm>
        </p:spPr>
        <p:txBody>
          <a:bodyPr/>
          <a:lstStyle/>
          <a:p>
            <a:r>
              <a:rPr lang="zh-CN" altLang="en-US" dirty="0">
                <a:latin typeface="+mn-ea"/>
              </a:rPr>
              <a:t>课程简介及考核</a:t>
            </a:r>
            <a:endParaRPr lang="zh-CN" altLang="en-US" dirty="0">
              <a:latin typeface="+mn-ea"/>
              <a:ea typeface="+mn-ea"/>
            </a:endParaRPr>
          </a:p>
        </p:txBody>
      </p:sp>
      <p:sp>
        <p:nvSpPr>
          <p:cNvPr id="4" name="TextBox 3">
            <a:extLst>
              <a:ext uri="{FF2B5EF4-FFF2-40B4-BE49-F238E27FC236}">
                <a16:creationId xmlns:a16="http://schemas.microsoft.com/office/drawing/2014/main" id="{DFE91C0B-C9F8-3FEC-3419-2DE0C6E6DCB8}"/>
              </a:ext>
            </a:extLst>
          </p:cNvPr>
          <p:cNvSpPr txBox="1"/>
          <p:nvPr/>
        </p:nvSpPr>
        <p:spPr>
          <a:xfrm>
            <a:off x="864637" y="941973"/>
            <a:ext cx="9527738" cy="662489"/>
          </a:xfrm>
          <a:prstGeom prst="rect">
            <a:avLst/>
          </a:prstGeom>
          <a:noFill/>
        </p:spPr>
        <p:txBody>
          <a:bodyPr wrap="square" rtlCol="0">
            <a:spAutoFit/>
          </a:bodyPr>
          <a:lstStyle/>
          <a:p>
            <a:pPr algn="just">
              <a:lnSpc>
                <a:spcPct val="150000"/>
              </a:lnSpc>
              <a:defRPr/>
            </a:pPr>
            <a:r>
              <a:rPr lang="en-US" altLang="zh-CN" sz="2800" b="1" dirty="0">
                <a:solidFill>
                  <a:srgbClr val="333333"/>
                </a:solidFill>
                <a:latin typeface="微软雅黑"/>
                <a:ea typeface="微软雅黑"/>
              </a:rPr>
              <a:t>1.</a:t>
            </a:r>
            <a:r>
              <a:rPr lang="zh-CN" altLang="en-US" sz="2800" b="1" dirty="0">
                <a:solidFill>
                  <a:srgbClr val="333333"/>
                </a:solidFill>
                <a:latin typeface="微软雅黑"/>
                <a:ea typeface="微软雅黑"/>
              </a:rPr>
              <a:t> 课程简介</a:t>
            </a:r>
            <a:endParaRPr lang="en-US" altLang="zh-CN" sz="2800" b="1" dirty="0">
              <a:solidFill>
                <a:srgbClr val="333333"/>
              </a:solidFill>
              <a:latin typeface="微软雅黑"/>
              <a:ea typeface="微软雅黑"/>
            </a:endParaRPr>
          </a:p>
        </p:txBody>
      </p:sp>
      <p:grpSp>
        <p:nvGrpSpPr>
          <p:cNvPr id="19" name="Group 18">
            <a:extLst>
              <a:ext uri="{FF2B5EF4-FFF2-40B4-BE49-F238E27FC236}">
                <a16:creationId xmlns:a16="http://schemas.microsoft.com/office/drawing/2014/main" id="{71AD3056-DAFE-2FA5-1727-57448A5D33D3}"/>
              </a:ext>
            </a:extLst>
          </p:cNvPr>
          <p:cNvGrpSpPr/>
          <p:nvPr/>
        </p:nvGrpSpPr>
        <p:grpSpPr>
          <a:xfrm>
            <a:off x="6145763" y="1815928"/>
            <a:ext cx="5013650" cy="2342244"/>
            <a:chOff x="4872212" y="1813805"/>
            <a:chExt cx="3847718" cy="2342244"/>
          </a:xfrm>
        </p:grpSpPr>
        <p:sp>
          <p:nvSpPr>
            <p:cNvPr id="14" name="Rectangle 13">
              <a:extLst>
                <a:ext uri="{FF2B5EF4-FFF2-40B4-BE49-F238E27FC236}">
                  <a16:creationId xmlns:a16="http://schemas.microsoft.com/office/drawing/2014/main" id="{3BBAA703-51E4-257D-C399-D15E0830CE5A}"/>
                </a:ext>
              </a:extLst>
            </p:cNvPr>
            <p:cNvSpPr/>
            <p:nvPr/>
          </p:nvSpPr>
          <p:spPr>
            <a:xfrm>
              <a:off x="4872212" y="2275470"/>
              <a:ext cx="3847718" cy="1880579"/>
            </a:xfrm>
            <a:prstGeom prst="rect">
              <a:avLst/>
            </a:prstGeom>
            <a:noFill/>
            <a:ln>
              <a:solidFill>
                <a:schemeClr val="bg2"/>
              </a:solidFill>
            </a:ln>
          </p:spPr>
          <p:txBody>
            <a:bodyPr wrap="square" lIns="0" rtlCol="0" anchor="ctr">
              <a:noAutofit/>
            </a:bodyPr>
            <a:lstStyle/>
            <a:p>
              <a:pPr algn="l">
                <a:defRPr/>
              </a:pPr>
              <a:endParaRPr lang="en-CN" sz="2800" b="1" dirty="0">
                <a:solidFill>
                  <a:srgbClr val="FF0000"/>
                </a:solidFill>
                <a:latin typeface="+mn-ea"/>
                <a:ea typeface="+mn-ea"/>
              </a:endParaRPr>
            </a:p>
          </p:txBody>
        </p:sp>
        <p:sp>
          <p:nvSpPr>
            <p:cNvPr id="30" name="TextBox 29">
              <a:extLst>
                <a:ext uri="{FF2B5EF4-FFF2-40B4-BE49-F238E27FC236}">
                  <a16:creationId xmlns:a16="http://schemas.microsoft.com/office/drawing/2014/main" id="{5EFF62F7-44D4-EF31-89C6-DC582FE71078}"/>
                </a:ext>
              </a:extLst>
            </p:cNvPr>
            <p:cNvSpPr txBox="1"/>
            <p:nvPr/>
          </p:nvSpPr>
          <p:spPr>
            <a:xfrm>
              <a:off x="4872212" y="1813805"/>
              <a:ext cx="3847718" cy="523220"/>
            </a:xfrm>
            <a:prstGeom prst="rect">
              <a:avLst/>
            </a:prstGeom>
            <a:solidFill>
              <a:schemeClr val="tx2"/>
            </a:solidFill>
            <a:ln>
              <a:solidFill>
                <a:schemeClr val="bg2"/>
              </a:solidFill>
            </a:ln>
          </p:spPr>
          <p:txBody>
            <a:bodyPr wrap="square">
              <a:spAutoFit/>
            </a:bodyPr>
            <a:lstStyle/>
            <a:p>
              <a:pPr>
                <a:defRPr/>
              </a:pPr>
              <a:r>
                <a:rPr lang="zh-CN" altLang="en-US" sz="2800" b="1" dirty="0">
                  <a:solidFill>
                    <a:srgbClr val="333333"/>
                  </a:solidFill>
                  <a:latin typeface="+mn-ea"/>
                  <a:ea typeface="+mn-ea"/>
                </a:rPr>
                <a:t>能力目标</a:t>
              </a:r>
              <a:endParaRPr lang="en-CN" sz="2800" dirty="0">
                <a:solidFill>
                  <a:prstClr val="white"/>
                </a:solidFill>
                <a:latin typeface="+mn-ea"/>
                <a:ea typeface="+mn-ea"/>
              </a:endParaRPr>
            </a:p>
          </p:txBody>
        </p:sp>
        <p:sp>
          <p:nvSpPr>
            <p:cNvPr id="34" name="TextBox 33">
              <a:extLst>
                <a:ext uri="{FF2B5EF4-FFF2-40B4-BE49-F238E27FC236}">
                  <a16:creationId xmlns:a16="http://schemas.microsoft.com/office/drawing/2014/main" id="{8FB6A072-1361-9365-BA98-28D65C319674}"/>
                </a:ext>
              </a:extLst>
            </p:cNvPr>
            <p:cNvSpPr txBox="1"/>
            <p:nvPr/>
          </p:nvSpPr>
          <p:spPr>
            <a:xfrm>
              <a:off x="4872212" y="2343898"/>
              <a:ext cx="3847718" cy="1689052"/>
            </a:xfrm>
            <a:prstGeom prst="rect">
              <a:avLst/>
            </a:prstGeom>
            <a:noFill/>
            <a:ln w="12700">
              <a:noFill/>
              <a:prstDash val="solid"/>
            </a:ln>
          </p:spPr>
          <p:txBody>
            <a:bodyPr wrap="square">
              <a:spAutoFit/>
            </a:bodyPr>
            <a:lstStyle/>
            <a:p>
              <a:pPr algn="just">
                <a:lnSpc>
                  <a:spcPct val="150000"/>
                </a:lnSpc>
                <a:defRPr/>
              </a:pPr>
              <a:r>
                <a:rPr lang="zh-CN" altLang="en-US" kern="100" dirty="0">
                  <a:solidFill>
                    <a:prstClr val="black"/>
                  </a:solidFill>
                  <a:latin typeface="+mn-ea"/>
                  <a:ea typeface="+mn-ea"/>
                  <a:cs typeface="Times New Roman" panose="02020603050405020304" pitchFamily="18" charset="0"/>
                </a:rPr>
                <a:t>通过遥感数据处理程序设计学习与实践，培养学生遥感应用中独立分析问题、解决问题的能力。</a:t>
              </a:r>
              <a:r>
                <a:rPr lang="en-CN" kern="100" dirty="0">
                  <a:solidFill>
                    <a:prstClr val="black"/>
                  </a:solidFill>
                  <a:latin typeface="+mn-ea"/>
                  <a:ea typeface="+mn-ea"/>
                  <a:cs typeface="Times New Roman" panose="02020603050405020304" pitchFamily="18" charset="0"/>
                </a:rPr>
                <a:t> </a:t>
              </a:r>
            </a:p>
          </p:txBody>
        </p:sp>
      </p:grpSp>
      <p:grpSp>
        <p:nvGrpSpPr>
          <p:cNvPr id="18" name="Group 17">
            <a:extLst>
              <a:ext uri="{FF2B5EF4-FFF2-40B4-BE49-F238E27FC236}">
                <a16:creationId xmlns:a16="http://schemas.microsoft.com/office/drawing/2014/main" id="{27864012-C4CF-A34C-709C-92F65DF55D08}"/>
              </a:ext>
            </a:extLst>
          </p:cNvPr>
          <p:cNvGrpSpPr/>
          <p:nvPr/>
        </p:nvGrpSpPr>
        <p:grpSpPr>
          <a:xfrm>
            <a:off x="721567" y="1815928"/>
            <a:ext cx="4944404" cy="2342244"/>
            <a:chOff x="934277" y="1813805"/>
            <a:chExt cx="3479357" cy="2342244"/>
          </a:xfrm>
        </p:grpSpPr>
        <p:sp>
          <p:nvSpPr>
            <p:cNvPr id="7" name="Rectangle 6">
              <a:extLst>
                <a:ext uri="{FF2B5EF4-FFF2-40B4-BE49-F238E27FC236}">
                  <a16:creationId xmlns:a16="http://schemas.microsoft.com/office/drawing/2014/main" id="{CEAD88D9-3190-96B8-F01F-EBA4FDE6CAC4}"/>
                </a:ext>
              </a:extLst>
            </p:cNvPr>
            <p:cNvSpPr/>
            <p:nvPr/>
          </p:nvSpPr>
          <p:spPr>
            <a:xfrm>
              <a:off x="934277" y="2275470"/>
              <a:ext cx="3479357" cy="1880579"/>
            </a:xfrm>
            <a:prstGeom prst="rect">
              <a:avLst/>
            </a:prstGeom>
            <a:noFill/>
            <a:ln>
              <a:solidFill>
                <a:schemeClr val="bg2"/>
              </a:solidFill>
            </a:ln>
          </p:spPr>
          <p:txBody>
            <a:bodyPr wrap="square" lIns="0" rtlCol="0" anchor="ctr">
              <a:noAutofit/>
            </a:bodyPr>
            <a:lstStyle/>
            <a:p>
              <a:pPr algn="l">
                <a:defRPr/>
              </a:pPr>
              <a:endParaRPr lang="en-CN" sz="2800" b="1" dirty="0">
                <a:solidFill>
                  <a:srgbClr val="FF0000"/>
                </a:solidFill>
                <a:latin typeface="+mn-ea"/>
                <a:ea typeface="+mn-ea"/>
              </a:endParaRPr>
            </a:p>
          </p:txBody>
        </p:sp>
        <p:sp>
          <p:nvSpPr>
            <p:cNvPr id="28" name="TextBox 27">
              <a:extLst>
                <a:ext uri="{FF2B5EF4-FFF2-40B4-BE49-F238E27FC236}">
                  <a16:creationId xmlns:a16="http://schemas.microsoft.com/office/drawing/2014/main" id="{75276C4D-4616-1D5E-F402-7202C64C25EA}"/>
                </a:ext>
              </a:extLst>
            </p:cNvPr>
            <p:cNvSpPr txBox="1"/>
            <p:nvPr/>
          </p:nvSpPr>
          <p:spPr>
            <a:xfrm>
              <a:off x="934277" y="1813805"/>
              <a:ext cx="3479357" cy="523220"/>
            </a:xfrm>
            <a:prstGeom prst="rect">
              <a:avLst/>
            </a:prstGeom>
            <a:solidFill>
              <a:schemeClr val="tx2"/>
            </a:solidFill>
            <a:ln>
              <a:solidFill>
                <a:schemeClr val="bg2"/>
              </a:solidFill>
            </a:ln>
          </p:spPr>
          <p:txBody>
            <a:bodyPr wrap="square">
              <a:spAutoFit/>
            </a:bodyPr>
            <a:lstStyle/>
            <a:p>
              <a:pPr>
                <a:defRPr/>
              </a:pPr>
              <a:r>
                <a:rPr lang="zh-CN" altLang="en-CN" sz="2800" b="1" dirty="0">
                  <a:solidFill>
                    <a:srgbClr val="333333"/>
                  </a:solidFill>
                  <a:latin typeface="+mn-ea"/>
                  <a:ea typeface="+mn-ea"/>
                </a:rPr>
                <a:t>课程</a:t>
              </a:r>
              <a:r>
                <a:rPr lang="zh-CN" altLang="en-US" sz="2800" b="1" dirty="0">
                  <a:solidFill>
                    <a:srgbClr val="333333"/>
                  </a:solidFill>
                  <a:latin typeface="+mn-ea"/>
                  <a:ea typeface="+mn-ea"/>
                </a:rPr>
                <a:t>知识目标</a:t>
              </a:r>
              <a:endParaRPr lang="en-CN" sz="2800" dirty="0">
                <a:solidFill>
                  <a:prstClr val="white"/>
                </a:solidFill>
                <a:latin typeface="+mn-ea"/>
                <a:ea typeface="+mn-ea"/>
              </a:endParaRPr>
            </a:p>
          </p:txBody>
        </p:sp>
        <p:sp>
          <p:nvSpPr>
            <p:cNvPr id="36" name="TextBox 35">
              <a:extLst>
                <a:ext uri="{FF2B5EF4-FFF2-40B4-BE49-F238E27FC236}">
                  <a16:creationId xmlns:a16="http://schemas.microsoft.com/office/drawing/2014/main" id="{39540756-8A6C-BDC2-5D37-C7059804CC0F}"/>
                </a:ext>
              </a:extLst>
            </p:cNvPr>
            <p:cNvSpPr txBox="1"/>
            <p:nvPr/>
          </p:nvSpPr>
          <p:spPr>
            <a:xfrm>
              <a:off x="1005199" y="2275470"/>
              <a:ext cx="3337511" cy="1689052"/>
            </a:xfrm>
            <a:prstGeom prst="rect">
              <a:avLst/>
            </a:prstGeom>
            <a:noFill/>
            <a:ln w="12700">
              <a:noFill/>
              <a:prstDash val="solid"/>
            </a:ln>
          </p:spPr>
          <p:txBody>
            <a:bodyPr wrap="square">
              <a:spAutoFit/>
            </a:bodyPr>
            <a:lstStyle/>
            <a:p>
              <a:pPr algn="just">
                <a:lnSpc>
                  <a:spcPct val="150000"/>
                </a:lnSpc>
                <a:defRPr/>
              </a:pPr>
              <a:r>
                <a:rPr lang="zh-CN" altLang="en-US" kern="100" dirty="0">
                  <a:solidFill>
                    <a:prstClr val="black"/>
                  </a:solidFill>
                  <a:latin typeface="+mn-ea"/>
                  <a:ea typeface="+mn-ea"/>
                  <a:cs typeface="Times New Roman" panose="02020603050405020304" pitchFamily="18" charset="0"/>
                </a:rPr>
                <a:t>掌握</a:t>
              </a:r>
              <a:r>
                <a:rPr lang="en-US" kern="100" dirty="0">
                  <a:solidFill>
                    <a:prstClr val="black"/>
                  </a:solidFill>
                  <a:latin typeface="+mn-ea"/>
                  <a:ea typeface="+mn-ea"/>
                </a:rPr>
                <a:t>Python</a:t>
              </a:r>
              <a:r>
                <a:rPr lang="zh-CN" altLang="en-US" kern="100" dirty="0">
                  <a:solidFill>
                    <a:prstClr val="black"/>
                  </a:solidFill>
                  <a:latin typeface="+mn-ea"/>
                  <a:ea typeface="+mn-ea"/>
                  <a:cs typeface="Times New Roman" panose="02020603050405020304" pitchFamily="18" charset="0"/>
                </a:rPr>
                <a:t>基础编程语法、遥感影像数据处理程序设计，以及不同模态遥感数据读写及处理。</a:t>
              </a:r>
              <a:endParaRPr lang="en-US" altLang="zh-CN" kern="100" dirty="0">
                <a:solidFill>
                  <a:prstClr val="black"/>
                </a:solidFill>
                <a:latin typeface="+mn-ea"/>
                <a:ea typeface="+mn-ea"/>
                <a:cs typeface="Times New Roman" panose="02020603050405020304" pitchFamily="18" charset="0"/>
              </a:endParaRPr>
            </a:p>
          </p:txBody>
        </p:sp>
      </p:grpSp>
      <p:grpSp>
        <p:nvGrpSpPr>
          <p:cNvPr id="16" name="Group 15">
            <a:extLst>
              <a:ext uri="{FF2B5EF4-FFF2-40B4-BE49-F238E27FC236}">
                <a16:creationId xmlns:a16="http://schemas.microsoft.com/office/drawing/2014/main" id="{8107A09A-010F-8E0D-AD3F-71E27BBFCC6B}"/>
              </a:ext>
            </a:extLst>
          </p:cNvPr>
          <p:cNvGrpSpPr/>
          <p:nvPr/>
        </p:nvGrpSpPr>
        <p:grpSpPr>
          <a:xfrm>
            <a:off x="2148840" y="4516249"/>
            <a:ext cx="8001000" cy="1880579"/>
            <a:chOff x="2750906" y="4476512"/>
            <a:chExt cx="3642187" cy="1880579"/>
          </a:xfrm>
        </p:grpSpPr>
        <p:sp>
          <p:nvSpPr>
            <p:cNvPr id="15" name="Rectangle 14">
              <a:extLst>
                <a:ext uri="{FF2B5EF4-FFF2-40B4-BE49-F238E27FC236}">
                  <a16:creationId xmlns:a16="http://schemas.microsoft.com/office/drawing/2014/main" id="{BECFF6F1-63BD-D70B-713F-66E8387809FA}"/>
                </a:ext>
              </a:extLst>
            </p:cNvPr>
            <p:cNvSpPr/>
            <p:nvPr/>
          </p:nvSpPr>
          <p:spPr>
            <a:xfrm>
              <a:off x="2750906" y="4938177"/>
              <a:ext cx="3642187" cy="1418914"/>
            </a:xfrm>
            <a:prstGeom prst="rect">
              <a:avLst/>
            </a:prstGeom>
            <a:noFill/>
            <a:ln>
              <a:solidFill>
                <a:schemeClr val="bg2"/>
              </a:solidFill>
            </a:ln>
          </p:spPr>
          <p:txBody>
            <a:bodyPr wrap="square" lIns="0" rtlCol="0" anchor="ctr">
              <a:noAutofit/>
            </a:bodyPr>
            <a:lstStyle/>
            <a:p>
              <a:pPr algn="l">
                <a:defRPr/>
              </a:pPr>
              <a:endParaRPr lang="en-CN" sz="2800" b="1" dirty="0">
                <a:solidFill>
                  <a:srgbClr val="FF0000"/>
                </a:solidFill>
                <a:latin typeface="+mn-ea"/>
                <a:ea typeface="+mn-ea"/>
              </a:endParaRPr>
            </a:p>
          </p:txBody>
        </p:sp>
        <p:sp>
          <p:nvSpPr>
            <p:cNvPr id="32" name="TextBox 31">
              <a:extLst>
                <a:ext uri="{FF2B5EF4-FFF2-40B4-BE49-F238E27FC236}">
                  <a16:creationId xmlns:a16="http://schemas.microsoft.com/office/drawing/2014/main" id="{C2653A42-08C7-57F2-BA63-62A6EAA24390}"/>
                </a:ext>
              </a:extLst>
            </p:cNvPr>
            <p:cNvSpPr txBox="1"/>
            <p:nvPr/>
          </p:nvSpPr>
          <p:spPr>
            <a:xfrm>
              <a:off x="2750907" y="4476512"/>
              <a:ext cx="3642186" cy="523220"/>
            </a:xfrm>
            <a:prstGeom prst="rect">
              <a:avLst/>
            </a:prstGeom>
            <a:solidFill>
              <a:schemeClr val="tx2"/>
            </a:solidFill>
            <a:ln>
              <a:solidFill>
                <a:schemeClr val="bg2"/>
              </a:solidFill>
            </a:ln>
          </p:spPr>
          <p:txBody>
            <a:bodyPr wrap="square">
              <a:spAutoFit/>
            </a:bodyPr>
            <a:lstStyle/>
            <a:p>
              <a:pPr>
                <a:defRPr/>
              </a:pPr>
              <a:r>
                <a:rPr lang="zh-CN" altLang="en-US" sz="2800" b="1" dirty="0">
                  <a:solidFill>
                    <a:srgbClr val="333333"/>
                  </a:solidFill>
                  <a:latin typeface="+mn-ea"/>
                  <a:ea typeface="+mn-ea"/>
                </a:rPr>
                <a:t>素质目标</a:t>
              </a:r>
              <a:endParaRPr lang="en-CN" sz="2800" dirty="0">
                <a:solidFill>
                  <a:prstClr val="white"/>
                </a:solidFill>
                <a:latin typeface="+mn-ea"/>
                <a:ea typeface="+mn-ea"/>
              </a:endParaRPr>
            </a:p>
          </p:txBody>
        </p:sp>
        <p:sp>
          <p:nvSpPr>
            <p:cNvPr id="38" name="TextBox 37">
              <a:extLst>
                <a:ext uri="{FF2B5EF4-FFF2-40B4-BE49-F238E27FC236}">
                  <a16:creationId xmlns:a16="http://schemas.microsoft.com/office/drawing/2014/main" id="{A4258FF3-EAC1-3E64-A90D-5618C547999D}"/>
                </a:ext>
              </a:extLst>
            </p:cNvPr>
            <p:cNvSpPr txBox="1"/>
            <p:nvPr/>
          </p:nvSpPr>
          <p:spPr>
            <a:xfrm>
              <a:off x="2750906" y="5101065"/>
              <a:ext cx="3642187" cy="1135054"/>
            </a:xfrm>
            <a:prstGeom prst="rect">
              <a:avLst/>
            </a:prstGeom>
            <a:noFill/>
            <a:ln w="12700">
              <a:noFill/>
              <a:prstDash val="solid"/>
            </a:ln>
          </p:spPr>
          <p:txBody>
            <a:bodyPr wrap="square">
              <a:spAutoFit/>
            </a:bodyPr>
            <a:lstStyle/>
            <a:p>
              <a:pPr algn="just">
                <a:lnSpc>
                  <a:spcPct val="150000"/>
                </a:lnSpc>
                <a:defRPr/>
              </a:pPr>
              <a:r>
                <a:rPr lang="zh-CN" altLang="en-US" kern="100" dirty="0">
                  <a:solidFill>
                    <a:prstClr val="black"/>
                  </a:solidFill>
                  <a:latin typeface="+mn-ea"/>
                  <a:ea typeface="+mn-ea"/>
                  <a:cs typeface="Times New Roman" panose="02020603050405020304" pitchFamily="18" charset="0"/>
                </a:rPr>
                <a:t>结合专业实践，入国土资源监测、生态环境评估等激发学生对所学专业的自信心和培养科技报国的情怀。</a:t>
              </a:r>
              <a:r>
                <a:rPr lang="en-CN" kern="100" dirty="0">
                  <a:solidFill>
                    <a:prstClr val="black"/>
                  </a:solidFill>
                  <a:latin typeface="+mn-ea"/>
                  <a:ea typeface="+mn-ea"/>
                  <a:cs typeface="Times New Roman" panose="02020603050405020304" pitchFamily="18" charset="0"/>
                </a:rPr>
                <a:t> </a:t>
              </a:r>
            </a:p>
          </p:txBody>
        </p:sp>
      </p:grpSp>
    </p:spTree>
    <p:extLst>
      <p:ext uri="{BB962C8B-B14F-4D97-AF65-F5344CB8AC3E}">
        <p14:creationId xmlns:p14="http://schemas.microsoft.com/office/powerpoint/2010/main" val="330969198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598BC-7102-480B-03A5-E85391F3195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BD6782B-D6FD-CEB4-B1FD-4D31162579DA}"/>
              </a:ext>
            </a:extLst>
          </p:cNvPr>
          <p:cNvSpPr>
            <a:spLocks noGrp="1"/>
          </p:cNvSpPr>
          <p:nvPr>
            <p:ph type="title"/>
          </p:nvPr>
        </p:nvSpPr>
        <p:spPr>
          <a:xfrm>
            <a:off x="1" y="8526"/>
            <a:ext cx="10537374" cy="792162"/>
          </a:xfrm>
        </p:spPr>
        <p:txBody>
          <a:bodyPr/>
          <a:lstStyle/>
          <a:p>
            <a:r>
              <a:rPr lang="zh-CN" altLang="en-US" dirty="0">
                <a:latin typeface="+mn-ea"/>
              </a:rPr>
              <a:t>课程简介及考核</a:t>
            </a:r>
            <a:endParaRPr lang="zh-CN" altLang="en-US" dirty="0">
              <a:latin typeface="+mn-ea"/>
              <a:ea typeface="+mn-ea"/>
            </a:endParaRPr>
          </a:p>
        </p:txBody>
      </p:sp>
      <p:sp>
        <p:nvSpPr>
          <p:cNvPr id="4" name="TextBox 3">
            <a:extLst>
              <a:ext uri="{FF2B5EF4-FFF2-40B4-BE49-F238E27FC236}">
                <a16:creationId xmlns:a16="http://schemas.microsoft.com/office/drawing/2014/main" id="{8B45E203-515D-C64E-467D-BE35DAB2DCBB}"/>
              </a:ext>
            </a:extLst>
          </p:cNvPr>
          <p:cNvSpPr txBox="1"/>
          <p:nvPr/>
        </p:nvSpPr>
        <p:spPr>
          <a:xfrm>
            <a:off x="522514" y="941973"/>
            <a:ext cx="9869861" cy="662489"/>
          </a:xfrm>
          <a:prstGeom prst="rect">
            <a:avLst/>
          </a:prstGeom>
          <a:noFill/>
        </p:spPr>
        <p:txBody>
          <a:bodyPr wrap="square" rtlCol="0">
            <a:spAutoFit/>
          </a:bodyPr>
          <a:lstStyle/>
          <a:p>
            <a:pPr algn="just">
              <a:lnSpc>
                <a:spcPct val="150000"/>
              </a:lnSpc>
              <a:defRPr/>
            </a:pPr>
            <a:r>
              <a:rPr lang="en-US" altLang="zh-CN" sz="2800" b="1" dirty="0">
                <a:solidFill>
                  <a:srgbClr val="333333"/>
                </a:solidFill>
                <a:latin typeface="微软雅黑"/>
                <a:ea typeface="微软雅黑"/>
              </a:rPr>
              <a:t>2.</a:t>
            </a:r>
            <a:r>
              <a:rPr lang="zh-CN" altLang="en-US" sz="2800" b="1" dirty="0">
                <a:solidFill>
                  <a:srgbClr val="333333"/>
                </a:solidFill>
                <a:latin typeface="微软雅黑"/>
                <a:ea typeface="微软雅黑"/>
              </a:rPr>
              <a:t> </a:t>
            </a:r>
            <a:r>
              <a:rPr lang="en-US" altLang="zh-CN" sz="2800" b="1" dirty="0">
                <a:solidFill>
                  <a:srgbClr val="333333"/>
                </a:solidFill>
                <a:latin typeface="微软雅黑"/>
                <a:ea typeface="微软雅黑"/>
              </a:rPr>
              <a:t>《</a:t>
            </a:r>
            <a:r>
              <a:rPr lang="zh-CN" altLang="en-US" sz="2800" b="1" dirty="0">
                <a:solidFill>
                  <a:srgbClr val="333333"/>
                </a:solidFill>
                <a:latin typeface="微软雅黑"/>
                <a:ea typeface="微软雅黑"/>
              </a:rPr>
              <a:t>遥感数据处理程序设计</a:t>
            </a:r>
            <a:r>
              <a:rPr lang="en-US" altLang="zh-CN" sz="2800" b="1" dirty="0">
                <a:solidFill>
                  <a:srgbClr val="333333"/>
                </a:solidFill>
                <a:latin typeface="微软雅黑"/>
                <a:ea typeface="微软雅黑"/>
              </a:rPr>
              <a:t>》</a:t>
            </a:r>
            <a:r>
              <a:rPr lang="zh-CN" altLang="en-US" sz="2800" b="1" dirty="0">
                <a:solidFill>
                  <a:srgbClr val="333333"/>
                </a:solidFill>
                <a:latin typeface="微软雅黑"/>
                <a:ea typeface="微软雅黑"/>
              </a:rPr>
              <a:t>课程教学重难点及进度安排</a:t>
            </a:r>
            <a:endParaRPr lang="en-US" altLang="zh-CN" sz="2800" b="1" dirty="0">
              <a:solidFill>
                <a:srgbClr val="333333"/>
              </a:solidFill>
              <a:latin typeface="微软雅黑"/>
              <a:ea typeface="微软雅黑"/>
            </a:endParaRPr>
          </a:p>
        </p:txBody>
      </p:sp>
      <p:graphicFrame>
        <p:nvGraphicFramePr>
          <p:cNvPr id="2" name="Table 1">
            <a:extLst>
              <a:ext uri="{FF2B5EF4-FFF2-40B4-BE49-F238E27FC236}">
                <a16:creationId xmlns:a16="http://schemas.microsoft.com/office/drawing/2014/main" id="{F9B972E6-0DD6-CD43-EA1B-D4138981CE56}"/>
              </a:ext>
            </a:extLst>
          </p:cNvPr>
          <p:cNvGraphicFramePr>
            <a:graphicFrameLocks noGrp="1"/>
          </p:cNvGraphicFramePr>
          <p:nvPr>
            <p:extLst>
              <p:ext uri="{D42A27DB-BD31-4B8C-83A1-F6EECF244321}">
                <p14:modId xmlns:p14="http://schemas.microsoft.com/office/powerpoint/2010/main" val="2529379039"/>
              </p:ext>
            </p:extLst>
          </p:nvPr>
        </p:nvGraphicFramePr>
        <p:xfrm>
          <a:off x="1809111" y="1621333"/>
          <a:ext cx="9806569" cy="5156657"/>
        </p:xfrm>
        <a:graphic>
          <a:graphicData uri="http://schemas.openxmlformats.org/drawingml/2006/table">
            <a:tbl>
              <a:tblPr firstRow="1" firstCol="1" bandRow="1">
                <a:tableStyleId>{BDBED569-4797-4DF1-A0F4-6AAB3CD982D8}</a:tableStyleId>
              </a:tblPr>
              <a:tblGrid>
                <a:gridCol w="2705739">
                  <a:extLst>
                    <a:ext uri="{9D8B030D-6E8A-4147-A177-3AD203B41FA5}">
                      <a16:colId xmlns:a16="http://schemas.microsoft.com/office/drawing/2014/main" val="541523726"/>
                    </a:ext>
                  </a:extLst>
                </a:gridCol>
                <a:gridCol w="765810">
                  <a:extLst>
                    <a:ext uri="{9D8B030D-6E8A-4147-A177-3AD203B41FA5}">
                      <a16:colId xmlns:a16="http://schemas.microsoft.com/office/drawing/2014/main" val="686157870"/>
                    </a:ext>
                  </a:extLst>
                </a:gridCol>
                <a:gridCol w="6335020">
                  <a:extLst>
                    <a:ext uri="{9D8B030D-6E8A-4147-A177-3AD203B41FA5}">
                      <a16:colId xmlns:a16="http://schemas.microsoft.com/office/drawing/2014/main" val="335792030"/>
                    </a:ext>
                  </a:extLst>
                </a:gridCol>
              </a:tblGrid>
              <a:tr h="568749">
                <a:tc>
                  <a:txBody>
                    <a:bodyPr/>
                    <a:lstStyle/>
                    <a:p>
                      <a:pPr algn="ctr">
                        <a:lnSpc>
                          <a:spcPct val="100000"/>
                        </a:lnSpc>
                      </a:pPr>
                      <a:r>
                        <a:rPr lang="zh-CN" sz="1800" b="1" kern="100" dirty="0">
                          <a:solidFill>
                            <a:schemeClr val="bg2"/>
                          </a:solidFill>
                          <a:effectLst/>
                        </a:rPr>
                        <a:t>课程章节</a:t>
                      </a:r>
                      <a:endParaRPr lang="en-CN" sz="1800" b="1" kern="100" dirty="0">
                        <a:solidFill>
                          <a:schemeClr val="bg2"/>
                        </a:solidFill>
                        <a:effectLst/>
                        <a:latin typeface="Times New Roman" panose="02020603050405020304" pitchFamily="18" charset="0"/>
                        <a:ea typeface="SimSun" panose="02010600030101010101" pitchFamily="2" charset="-122"/>
                      </a:endParaRPr>
                    </a:p>
                  </a:txBody>
                  <a:tcPr marL="61879" marR="61879" marT="0" marB="0" anchor="ctr"/>
                </a:tc>
                <a:tc>
                  <a:txBody>
                    <a:bodyPr/>
                    <a:lstStyle/>
                    <a:p>
                      <a:pPr algn="ctr">
                        <a:lnSpc>
                          <a:spcPct val="100000"/>
                        </a:lnSpc>
                      </a:pPr>
                      <a:r>
                        <a:rPr lang="zh-CN" sz="1800" b="1" kern="100" dirty="0">
                          <a:solidFill>
                            <a:schemeClr val="bg2"/>
                          </a:solidFill>
                          <a:effectLst/>
                        </a:rPr>
                        <a:t>课时</a:t>
                      </a:r>
                      <a:endParaRPr lang="en-CN" sz="1800" b="1" kern="100" dirty="0">
                        <a:solidFill>
                          <a:schemeClr val="bg2"/>
                        </a:solidFill>
                        <a:effectLst/>
                        <a:latin typeface="Times New Roman" panose="02020603050405020304" pitchFamily="18" charset="0"/>
                        <a:ea typeface="SimSun" panose="02010600030101010101" pitchFamily="2" charset="-122"/>
                      </a:endParaRPr>
                    </a:p>
                  </a:txBody>
                  <a:tcPr marL="61879" marR="61879" marT="0" marB="0" anchor="ctr"/>
                </a:tc>
                <a:tc>
                  <a:txBody>
                    <a:bodyPr/>
                    <a:lstStyle/>
                    <a:p>
                      <a:pPr algn="ctr">
                        <a:lnSpc>
                          <a:spcPct val="100000"/>
                        </a:lnSpc>
                      </a:pPr>
                      <a:r>
                        <a:rPr lang="zh-CN" sz="1800" b="1" kern="100" dirty="0">
                          <a:solidFill>
                            <a:schemeClr val="bg2"/>
                          </a:solidFill>
                          <a:effectLst/>
                        </a:rPr>
                        <a:t>主要学习内容</a:t>
                      </a:r>
                      <a:endParaRPr lang="en-CN" sz="1800" b="1" kern="100" dirty="0">
                        <a:solidFill>
                          <a:schemeClr val="bg2"/>
                        </a:solidFill>
                        <a:effectLst/>
                        <a:latin typeface="Times New Roman" panose="02020603050405020304" pitchFamily="18" charset="0"/>
                        <a:ea typeface="SimSun" panose="02010600030101010101" pitchFamily="2" charset="-122"/>
                      </a:endParaRPr>
                    </a:p>
                  </a:txBody>
                  <a:tcPr marL="61879" marR="61879" marT="0" marB="0" anchor="ctr"/>
                </a:tc>
                <a:extLst>
                  <a:ext uri="{0D108BD9-81ED-4DB2-BD59-A6C34878D82A}">
                    <a16:rowId xmlns:a16="http://schemas.microsoft.com/office/drawing/2014/main" val="1326853316"/>
                  </a:ext>
                </a:extLst>
              </a:tr>
              <a:tr h="564548">
                <a:tc>
                  <a:txBody>
                    <a:bodyPr/>
                    <a:lstStyle/>
                    <a:p>
                      <a:pPr algn="l">
                        <a:lnSpc>
                          <a:spcPct val="100000"/>
                        </a:lnSpc>
                      </a:pPr>
                      <a:r>
                        <a:rPr lang="en-US" sz="1800" b="1" kern="100" dirty="0">
                          <a:solidFill>
                            <a:schemeClr val="bg2"/>
                          </a:solidFill>
                          <a:effectLst/>
                          <a:latin typeface="+mn-lt"/>
                          <a:ea typeface="+mn-ea"/>
                          <a:cs typeface="+mn-cs"/>
                        </a:rPr>
                        <a:t>1. </a:t>
                      </a:r>
                      <a:r>
                        <a:rPr lang="zh-CN" altLang="en-US" sz="1800" b="1" kern="100" dirty="0">
                          <a:solidFill>
                            <a:schemeClr val="bg2"/>
                          </a:solidFill>
                          <a:effectLst/>
                          <a:latin typeface="+mn-lt"/>
                          <a:ea typeface="+mn-ea"/>
                          <a:cs typeface="+mn-cs"/>
                        </a:rPr>
                        <a:t>计算机编程与开发环境</a:t>
                      </a:r>
                      <a:r>
                        <a:rPr lang="en-CN" sz="1800" b="1" kern="100" dirty="0">
                          <a:solidFill>
                            <a:schemeClr val="bg2"/>
                          </a:solidFill>
                          <a:effectLst/>
                          <a:latin typeface="+mn-lt"/>
                          <a:ea typeface="+mn-ea"/>
                          <a:cs typeface="+mn-cs"/>
                        </a:rPr>
                        <a:t> </a:t>
                      </a:r>
                    </a:p>
                  </a:txBody>
                  <a:tcPr marL="61879" marR="61879" marT="0" marB="0" anchor="ctr"/>
                </a:tc>
                <a:tc>
                  <a:txBody>
                    <a:bodyPr/>
                    <a:lstStyle/>
                    <a:p>
                      <a:pPr algn="ctr">
                        <a:lnSpc>
                          <a:spcPct val="100000"/>
                        </a:lnSpc>
                      </a:pPr>
                      <a:r>
                        <a:rPr lang="en-US" altLang="zh-CN" sz="1800" b="1" kern="100" dirty="0">
                          <a:solidFill>
                            <a:schemeClr val="bg2"/>
                          </a:solidFill>
                          <a:effectLst/>
                          <a:latin typeface="+mn-lt"/>
                          <a:ea typeface="+mn-ea"/>
                          <a:cs typeface="+mn-cs"/>
                        </a:rPr>
                        <a:t>6</a:t>
                      </a:r>
                      <a:endParaRPr lang="en-CN" sz="1800" b="1" kern="100" dirty="0">
                        <a:solidFill>
                          <a:schemeClr val="bg2"/>
                        </a:solidFill>
                        <a:effectLst/>
                        <a:latin typeface="+mn-lt"/>
                        <a:ea typeface="+mn-ea"/>
                        <a:cs typeface="+mn-cs"/>
                      </a:endParaRPr>
                    </a:p>
                  </a:txBody>
                  <a:tcPr marL="61879" marR="61879" marT="0" marB="0" anchor="ctr"/>
                </a:tc>
                <a:tc>
                  <a:txBody>
                    <a:bodyPr/>
                    <a:lstStyle/>
                    <a:p>
                      <a:pPr algn="just">
                        <a:lnSpc>
                          <a:spcPct val="100000"/>
                        </a:lnSpc>
                      </a:pPr>
                      <a:r>
                        <a:rPr lang="en-US" altLang="zh-CN" sz="1800" b="1" kern="100" dirty="0">
                          <a:solidFill>
                            <a:schemeClr val="bg2"/>
                          </a:solidFill>
                          <a:effectLst/>
                          <a:latin typeface="+mn-lt"/>
                          <a:ea typeface="+mn-ea"/>
                          <a:cs typeface="+mn-cs"/>
                        </a:rPr>
                        <a:t>1.</a:t>
                      </a:r>
                      <a:r>
                        <a:rPr lang="zh-CN" altLang="en-US" sz="1800" b="1" kern="100" dirty="0">
                          <a:solidFill>
                            <a:schemeClr val="bg2"/>
                          </a:solidFill>
                          <a:effectLst/>
                          <a:latin typeface="+mn-lt"/>
                          <a:ea typeface="+mn-ea"/>
                          <a:cs typeface="+mn-cs"/>
                        </a:rPr>
                        <a:t> 计算机原理与程序设计概述；</a:t>
                      </a:r>
                      <a:r>
                        <a:rPr lang="en-US" altLang="zh-CN" sz="1800" b="1" kern="100" dirty="0">
                          <a:solidFill>
                            <a:schemeClr val="bg2"/>
                          </a:solidFill>
                          <a:effectLst/>
                          <a:latin typeface="+mn-lt"/>
                          <a:ea typeface="+mn-ea"/>
                          <a:cs typeface="+mn-cs"/>
                        </a:rPr>
                        <a:t>2. </a:t>
                      </a:r>
                      <a:r>
                        <a:rPr lang="en-US" sz="1800" b="1" kern="100" dirty="0">
                          <a:solidFill>
                            <a:schemeClr val="bg2"/>
                          </a:solidFill>
                          <a:effectLst/>
                          <a:latin typeface="+mn-lt"/>
                          <a:ea typeface="+mn-ea"/>
                          <a:cs typeface="+mn-cs"/>
                        </a:rPr>
                        <a:t>python</a:t>
                      </a:r>
                      <a:r>
                        <a:rPr lang="zh-CN" altLang="en-US" sz="1800" b="1" kern="100" dirty="0">
                          <a:solidFill>
                            <a:schemeClr val="bg2"/>
                          </a:solidFill>
                          <a:effectLst/>
                          <a:latin typeface="+mn-lt"/>
                          <a:ea typeface="+mn-ea"/>
                          <a:cs typeface="+mn-cs"/>
                        </a:rPr>
                        <a:t>简介</a:t>
                      </a:r>
                      <a:r>
                        <a:rPr lang="zh-CN" altLang="en-CN" sz="1800" b="1" kern="100" dirty="0">
                          <a:solidFill>
                            <a:schemeClr val="bg2"/>
                          </a:solidFill>
                          <a:effectLst/>
                          <a:latin typeface="+mn-lt"/>
                          <a:ea typeface="+mn-ea"/>
                          <a:cs typeface="+mn-cs"/>
                        </a:rPr>
                        <a:t>及</a:t>
                      </a:r>
                      <a:r>
                        <a:rPr lang="zh-CN" altLang="en-US" sz="1800" b="1" kern="100" dirty="0">
                          <a:solidFill>
                            <a:schemeClr val="bg2"/>
                          </a:solidFill>
                          <a:effectLst/>
                          <a:latin typeface="+mn-lt"/>
                          <a:ea typeface="+mn-ea"/>
                          <a:cs typeface="+mn-cs"/>
                        </a:rPr>
                        <a:t>开发环境配置</a:t>
                      </a:r>
                      <a:endParaRPr lang="en-CN" sz="1800" b="1" kern="100" dirty="0">
                        <a:solidFill>
                          <a:schemeClr val="bg2"/>
                        </a:solidFill>
                        <a:effectLst/>
                        <a:latin typeface="+mn-lt"/>
                        <a:ea typeface="+mn-ea"/>
                        <a:cs typeface="+mn-cs"/>
                      </a:endParaRPr>
                    </a:p>
                  </a:txBody>
                  <a:tcPr marL="61879" marR="61879" marT="0" marB="0" anchor="ctr"/>
                </a:tc>
                <a:extLst>
                  <a:ext uri="{0D108BD9-81ED-4DB2-BD59-A6C34878D82A}">
                    <a16:rowId xmlns:a16="http://schemas.microsoft.com/office/drawing/2014/main" val="2201168347"/>
                  </a:ext>
                </a:extLst>
              </a:tr>
              <a:tr h="5755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solidFill>
                            <a:schemeClr val="bg2"/>
                          </a:solidFill>
                          <a:effectLst/>
                          <a:latin typeface="+mn-lt"/>
                          <a:ea typeface="+mn-ea"/>
                          <a:cs typeface="+mn-cs"/>
                        </a:rPr>
                        <a:t>2. </a:t>
                      </a:r>
                      <a:r>
                        <a:rPr lang="zh-CN" altLang="en-US" sz="1800" b="1" kern="100" dirty="0">
                          <a:solidFill>
                            <a:schemeClr val="bg2"/>
                          </a:solidFill>
                          <a:effectLst/>
                          <a:latin typeface="+mn-lt"/>
                          <a:ea typeface="+mn-ea"/>
                          <a:cs typeface="+mn-cs"/>
                        </a:rPr>
                        <a:t>函数与模块化编程</a:t>
                      </a:r>
                      <a:r>
                        <a:rPr lang="en-CN" sz="1800" b="1" kern="100" dirty="0">
                          <a:solidFill>
                            <a:schemeClr val="bg2"/>
                          </a:solidFill>
                          <a:effectLst/>
                          <a:latin typeface="+mn-lt"/>
                          <a:ea typeface="+mn-ea"/>
                          <a:cs typeface="+mn-cs"/>
                        </a:rPr>
                        <a:t> </a:t>
                      </a:r>
                    </a:p>
                  </a:txBody>
                  <a:tcPr marL="61879" marR="61879" marT="0" marB="0" anchor="ctr"/>
                </a:tc>
                <a:tc>
                  <a:txBody>
                    <a:bodyPr/>
                    <a:lstStyle/>
                    <a:p>
                      <a:pPr algn="ctr">
                        <a:lnSpc>
                          <a:spcPct val="100000"/>
                        </a:lnSpc>
                      </a:pPr>
                      <a:r>
                        <a:rPr lang="en-US" altLang="zh-CN" sz="1800" b="1" kern="100" dirty="0">
                          <a:solidFill>
                            <a:schemeClr val="bg2"/>
                          </a:solidFill>
                          <a:effectLst/>
                          <a:latin typeface="+mn-lt"/>
                          <a:ea typeface="+mn-ea"/>
                          <a:cs typeface="+mn-cs"/>
                        </a:rPr>
                        <a:t>4</a:t>
                      </a:r>
                      <a:endParaRPr lang="en-CN" sz="1800" b="1" kern="100" dirty="0">
                        <a:solidFill>
                          <a:schemeClr val="bg2"/>
                        </a:solidFill>
                        <a:effectLst/>
                        <a:latin typeface="+mn-lt"/>
                        <a:ea typeface="+mn-ea"/>
                        <a:cs typeface="+mn-cs"/>
                      </a:endParaRPr>
                    </a:p>
                  </a:txBody>
                  <a:tcPr marL="61879" marR="61879" marT="0" marB="0" anchor="ctr"/>
                </a:tc>
                <a:tc>
                  <a:txBody>
                    <a:bodyPr/>
                    <a:lstStyle/>
                    <a:p>
                      <a:pPr algn="just">
                        <a:lnSpc>
                          <a:spcPct val="100000"/>
                        </a:lnSpc>
                      </a:pPr>
                      <a:r>
                        <a:rPr lang="en-US" altLang="zh-CN" sz="1800" b="1" kern="100" dirty="0">
                          <a:solidFill>
                            <a:schemeClr val="bg2"/>
                          </a:solidFill>
                          <a:effectLst/>
                          <a:latin typeface="+mn-lt"/>
                          <a:ea typeface="+mn-ea"/>
                          <a:cs typeface="+mn-cs"/>
                        </a:rPr>
                        <a:t>1. </a:t>
                      </a:r>
                      <a:r>
                        <a:rPr lang="zh-CN" altLang="en-US" sz="1800" b="1" kern="100" dirty="0">
                          <a:solidFill>
                            <a:schemeClr val="bg2"/>
                          </a:solidFill>
                          <a:effectLst/>
                          <a:latin typeface="+mn-lt"/>
                          <a:ea typeface="+mn-ea"/>
                          <a:cs typeface="+mn-cs"/>
                        </a:rPr>
                        <a:t>函数、模块与包概念；</a:t>
                      </a:r>
                      <a:r>
                        <a:rPr lang="en-US" altLang="zh-CN" sz="1800" b="1" kern="100" dirty="0">
                          <a:solidFill>
                            <a:schemeClr val="bg2"/>
                          </a:solidFill>
                          <a:effectLst/>
                          <a:latin typeface="+mn-lt"/>
                          <a:ea typeface="+mn-ea"/>
                          <a:cs typeface="+mn-cs"/>
                        </a:rPr>
                        <a:t>2. python</a:t>
                      </a:r>
                      <a:r>
                        <a:rPr lang="zh-CN" altLang="en-US" sz="1800" b="1" kern="100" dirty="0">
                          <a:solidFill>
                            <a:schemeClr val="bg2"/>
                          </a:solidFill>
                          <a:effectLst/>
                          <a:latin typeface="+mn-lt"/>
                          <a:ea typeface="+mn-ea"/>
                          <a:cs typeface="+mn-cs"/>
                        </a:rPr>
                        <a:t>内置函数与标准库；</a:t>
                      </a:r>
                      <a:r>
                        <a:rPr lang="en-US" altLang="zh-CN" sz="1800" b="1" kern="100" dirty="0">
                          <a:solidFill>
                            <a:schemeClr val="bg2"/>
                          </a:solidFill>
                          <a:effectLst/>
                          <a:latin typeface="+mn-lt"/>
                          <a:ea typeface="+mn-ea"/>
                          <a:cs typeface="+mn-cs"/>
                        </a:rPr>
                        <a:t>3. python</a:t>
                      </a:r>
                      <a:r>
                        <a:rPr lang="zh-CN" altLang="en-US" sz="1800" b="1" kern="100" dirty="0">
                          <a:solidFill>
                            <a:schemeClr val="bg2"/>
                          </a:solidFill>
                          <a:effectLst/>
                          <a:latin typeface="+mn-lt"/>
                          <a:ea typeface="+mn-ea"/>
                          <a:cs typeface="+mn-cs"/>
                        </a:rPr>
                        <a:t>第三方库</a:t>
                      </a:r>
                      <a:r>
                        <a:rPr lang="en-CN" altLang="zh-CN" sz="1800" b="1" kern="100" dirty="0">
                          <a:solidFill>
                            <a:schemeClr val="bg2"/>
                          </a:solidFill>
                          <a:effectLst/>
                          <a:latin typeface="+mn-lt"/>
                          <a:ea typeface="+mn-ea"/>
                          <a:cs typeface="+mn-cs"/>
                        </a:rPr>
                        <a:t> </a:t>
                      </a:r>
                    </a:p>
                  </a:txBody>
                  <a:tcPr marL="61879" marR="61879" marT="0" marB="0" anchor="ctr"/>
                </a:tc>
                <a:extLst>
                  <a:ext uri="{0D108BD9-81ED-4DB2-BD59-A6C34878D82A}">
                    <a16:rowId xmlns:a16="http://schemas.microsoft.com/office/drawing/2014/main" val="1935547647"/>
                  </a:ext>
                </a:extLst>
              </a:tr>
              <a:tr h="510704">
                <a:tc>
                  <a:txBody>
                    <a:bodyPr/>
                    <a:lstStyle/>
                    <a:p>
                      <a:pPr algn="l">
                        <a:lnSpc>
                          <a:spcPct val="100000"/>
                        </a:lnSpc>
                      </a:pPr>
                      <a:r>
                        <a:rPr lang="en-US" sz="1800" b="1" kern="100" dirty="0">
                          <a:solidFill>
                            <a:schemeClr val="bg2"/>
                          </a:solidFill>
                          <a:effectLst/>
                          <a:latin typeface="+mn-lt"/>
                          <a:ea typeface="+mn-ea"/>
                          <a:cs typeface="+mn-cs"/>
                        </a:rPr>
                        <a:t>3. </a:t>
                      </a:r>
                      <a:r>
                        <a:rPr lang="zh-CN" altLang="en-US" sz="1800" b="1" kern="100" dirty="0">
                          <a:solidFill>
                            <a:schemeClr val="bg2"/>
                          </a:solidFill>
                          <a:effectLst/>
                          <a:latin typeface="+mn-lt"/>
                          <a:ea typeface="+mn-ea"/>
                          <a:cs typeface="+mn-cs"/>
                        </a:rPr>
                        <a:t>面向对象编程</a:t>
                      </a:r>
                      <a:r>
                        <a:rPr lang="en-CN" sz="1800" b="1" kern="100" dirty="0">
                          <a:solidFill>
                            <a:schemeClr val="bg2"/>
                          </a:solidFill>
                          <a:effectLst/>
                          <a:latin typeface="+mn-lt"/>
                          <a:ea typeface="+mn-ea"/>
                          <a:cs typeface="+mn-cs"/>
                        </a:rPr>
                        <a:t> </a:t>
                      </a:r>
                    </a:p>
                  </a:txBody>
                  <a:tcPr marL="61879" marR="61879" marT="0" marB="0" anchor="ctr"/>
                </a:tc>
                <a:tc>
                  <a:txBody>
                    <a:bodyPr/>
                    <a:lstStyle/>
                    <a:p>
                      <a:pPr algn="ctr">
                        <a:lnSpc>
                          <a:spcPct val="100000"/>
                        </a:lnSpc>
                      </a:pPr>
                      <a:r>
                        <a:rPr lang="en-US" altLang="zh-CN" sz="1800" b="1" kern="100" dirty="0">
                          <a:solidFill>
                            <a:schemeClr val="bg2"/>
                          </a:solidFill>
                          <a:effectLst/>
                          <a:latin typeface="+mn-lt"/>
                          <a:ea typeface="+mn-ea"/>
                          <a:cs typeface="+mn-cs"/>
                        </a:rPr>
                        <a:t>4</a:t>
                      </a:r>
                      <a:endParaRPr lang="en-CN" sz="1800" b="1" kern="100" dirty="0">
                        <a:solidFill>
                          <a:schemeClr val="bg2"/>
                        </a:solidFill>
                        <a:effectLst/>
                        <a:latin typeface="+mn-lt"/>
                        <a:ea typeface="+mn-ea"/>
                        <a:cs typeface="+mn-cs"/>
                      </a:endParaRPr>
                    </a:p>
                  </a:txBody>
                  <a:tcPr marL="61879" marR="61879" marT="0" marB="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800" b="1" kern="100" dirty="0">
                          <a:solidFill>
                            <a:schemeClr val="accent2"/>
                          </a:solidFill>
                          <a:effectLst/>
                          <a:latin typeface="+mn-lt"/>
                          <a:ea typeface="+mn-ea"/>
                          <a:cs typeface="+mn-cs"/>
                        </a:rPr>
                        <a:t>1. </a:t>
                      </a:r>
                      <a:r>
                        <a:rPr lang="zh-CN" altLang="en-US" sz="1800" b="1" kern="100" dirty="0">
                          <a:solidFill>
                            <a:schemeClr val="accent2"/>
                          </a:solidFill>
                          <a:effectLst/>
                          <a:latin typeface="+mn-lt"/>
                          <a:ea typeface="+mn-ea"/>
                          <a:cs typeface="+mn-cs"/>
                        </a:rPr>
                        <a:t>面向对象编程概念；</a:t>
                      </a:r>
                      <a:r>
                        <a:rPr lang="en-US" altLang="zh-CN" sz="1800" b="1" kern="100" dirty="0">
                          <a:solidFill>
                            <a:schemeClr val="accent2"/>
                          </a:solidFill>
                          <a:effectLst/>
                          <a:latin typeface="+mn-lt"/>
                          <a:ea typeface="+mn-ea"/>
                          <a:cs typeface="+mn-cs"/>
                        </a:rPr>
                        <a:t>2. </a:t>
                      </a:r>
                      <a:r>
                        <a:rPr lang="zh-CN" altLang="en-US" sz="1800" b="1" kern="100" dirty="0">
                          <a:solidFill>
                            <a:schemeClr val="accent2"/>
                          </a:solidFill>
                          <a:effectLst/>
                          <a:latin typeface="+mn-lt"/>
                          <a:ea typeface="+mn-ea"/>
                          <a:cs typeface="+mn-cs"/>
                        </a:rPr>
                        <a:t>类与对象；</a:t>
                      </a:r>
                      <a:r>
                        <a:rPr lang="en-US" altLang="zh-CN" sz="1800" b="1" kern="100" dirty="0">
                          <a:solidFill>
                            <a:schemeClr val="accent2"/>
                          </a:solidFill>
                          <a:effectLst/>
                          <a:latin typeface="+mn-lt"/>
                          <a:ea typeface="+mn-ea"/>
                          <a:cs typeface="+mn-cs"/>
                        </a:rPr>
                        <a:t>3. </a:t>
                      </a:r>
                      <a:r>
                        <a:rPr lang="zh-CN" altLang="en-US" sz="1800" b="1" kern="100" dirty="0">
                          <a:solidFill>
                            <a:schemeClr val="accent2"/>
                          </a:solidFill>
                          <a:effectLst/>
                          <a:latin typeface="+mn-lt"/>
                          <a:ea typeface="+mn-ea"/>
                          <a:cs typeface="+mn-cs"/>
                        </a:rPr>
                        <a:t>类继承</a:t>
                      </a:r>
                      <a:endParaRPr lang="en-CN" altLang="zh-CN" sz="1800" b="1" kern="100" dirty="0">
                        <a:solidFill>
                          <a:schemeClr val="accent2"/>
                        </a:solidFill>
                        <a:effectLst/>
                        <a:latin typeface="+mn-lt"/>
                        <a:ea typeface="+mn-ea"/>
                        <a:cs typeface="+mn-cs"/>
                      </a:endParaRPr>
                    </a:p>
                  </a:txBody>
                  <a:tcPr marL="61879" marR="61879" marT="0" marB="0" anchor="ctr"/>
                </a:tc>
                <a:extLst>
                  <a:ext uri="{0D108BD9-81ED-4DB2-BD59-A6C34878D82A}">
                    <a16:rowId xmlns:a16="http://schemas.microsoft.com/office/drawing/2014/main" val="3559224750"/>
                  </a:ext>
                </a:extLst>
              </a:tr>
              <a:tr h="742558">
                <a:tc>
                  <a:txBody>
                    <a:bodyPr/>
                    <a:lstStyle/>
                    <a:p>
                      <a:pPr algn="l">
                        <a:lnSpc>
                          <a:spcPct val="100000"/>
                        </a:lnSpc>
                      </a:pPr>
                      <a:r>
                        <a:rPr lang="en-US" altLang="zh-CN" sz="1800" b="1" kern="100" dirty="0">
                          <a:solidFill>
                            <a:schemeClr val="bg2"/>
                          </a:solidFill>
                          <a:effectLst/>
                          <a:latin typeface="+mn-lt"/>
                          <a:ea typeface="+mn-ea"/>
                          <a:cs typeface="+mn-cs"/>
                        </a:rPr>
                        <a:t>4.</a:t>
                      </a:r>
                      <a:r>
                        <a:rPr lang="zh-CN" altLang="en-US" sz="1800" b="1" kern="100" dirty="0">
                          <a:solidFill>
                            <a:schemeClr val="bg2"/>
                          </a:solidFill>
                          <a:effectLst/>
                          <a:latin typeface="+mn-lt"/>
                          <a:ea typeface="+mn-ea"/>
                          <a:cs typeface="+mn-cs"/>
                        </a:rPr>
                        <a:t> 云端遥感数据获取与处理</a:t>
                      </a:r>
                      <a:endParaRPr lang="en-CN" sz="1800" b="1" kern="100" dirty="0">
                        <a:solidFill>
                          <a:schemeClr val="bg2"/>
                        </a:solidFill>
                        <a:effectLst/>
                        <a:latin typeface="+mn-lt"/>
                        <a:ea typeface="+mn-ea"/>
                        <a:cs typeface="+mn-cs"/>
                      </a:endParaRPr>
                    </a:p>
                  </a:txBody>
                  <a:tcPr marL="61879" marR="61879" marT="0" marB="0" anchor="ctr"/>
                </a:tc>
                <a:tc>
                  <a:txBody>
                    <a:bodyPr/>
                    <a:lstStyle/>
                    <a:p>
                      <a:pPr algn="ctr">
                        <a:lnSpc>
                          <a:spcPct val="100000"/>
                        </a:lnSpc>
                      </a:pPr>
                      <a:r>
                        <a:rPr lang="en-US" altLang="zh-CN" sz="1800" b="1" kern="100" dirty="0">
                          <a:solidFill>
                            <a:schemeClr val="bg2"/>
                          </a:solidFill>
                          <a:effectLst/>
                          <a:latin typeface="+mn-lt"/>
                          <a:ea typeface="+mn-ea"/>
                          <a:cs typeface="+mn-cs"/>
                        </a:rPr>
                        <a:t>4</a:t>
                      </a:r>
                      <a:endParaRPr lang="en-CN" sz="1800" b="1" kern="100" dirty="0">
                        <a:solidFill>
                          <a:schemeClr val="bg2"/>
                        </a:solidFill>
                        <a:effectLst/>
                        <a:latin typeface="+mn-lt"/>
                        <a:ea typeface="+mn-ea"/>
                        <a:cs typeface="+mn-cs"/>
                      </a:endParaRPr>
                    </a:p>
                  </a:txBody>
                  <a:tcPr marL="61879" marR="61879" marT="0" marB="0" anchor="ctr"/>
                </a:tc>
                <a:tc>
                  <a:txBody>
                    <a:bodyPr/>
                    <a:lstStyle/>
                    <a:p>
                      <a:pPr algn="just">
                        <a:lnSpc>
                          <a:spcPct val="100000"/>
                        </a:lnSpc>
                      </a:pPr>
                      <a:r>
                        <a:rPr lang="en-US" sz="1800" b="1" kern="100" dirty="0">
                          <a:solidFill>
                            <a:schemeClr val="bg2"/>
                          </a:solidFill>
                          <a:effectLst/>
                          <a:latin typeface="+mn-lt"/>
                          <a:ea typeface="+mn-ea"/>
                          <a:cs typeface="+mn-cs"/>
                        </a:rPr>
                        <a:t>1. </a:t>
                      </a:r>
                      <a:r>
                        <a:rPr lang="en-US" altLang="zh-CN" sz="1800" b="1" kern="100" dirty="0">
                          <a:solidFill>
                            <a:schemeClr val="bg2"/>
                          </a:solidFill>
                          <a:effectLst/>
                          <a:latin typeface="+mn-lt"/>
                          <a:ea typeface="+mn-ea"/>
                          <a:cs typeface="+mn-cs"/>
                        </a:rPr>
                        <a:t>GEE</a:t>
                      </a:r>
                      <a:r>
                        <a:rPr lang="zh-CN" altLang="en-US" sz="1800" b="1" kern="100" dirty="0">
                          <a:solidFill>
                            <a:schemeClr val="bg2"/>
                          </a:solidFill>
                          <a:effectLst/>
                          <a:latin typeface="+mn-lt"/>
                          <a:ea typeface="+mn-ea"/>
                          <a:cs typeface="+mn-cs"/>
                        </a:rPr>
                        <a:t>介绍；</a:t>
                      </a:r>
                      <a:r>
                        <a:rPr lang="en-US" altLang="zh-CN" sz="1800" b="1" kern="100" dirty="0">
                          <a:solidFill>
                            <a:schemeClr val="bg2"/>
                          </a:solidFill>
                          <a:effectLst/>
                          <a:latin typeface="+mn-lt"/>
                          <a:ea typeface="+mn-ea"/>
                          <a:cs typeface="+mn-cs"/>
                        </a:rPr>
                        <a:t>2. </a:t>
                      </a:r>
                      <a:r>
                        <a:rPr lang="zh-CN" altLang="en-US" sz="1800" b="1" kern="100" dirty="0">
                          <a:solidFill>
                            <a:schemeClr val="bg2"/>
                          </a:solidFill>
                          <a:effectLst/>
                          <a:latin typeface="+mn-lt"/>
                          <a:ea typeface="+mn-ea"/>
                          <a:cs typeface="+mn-cs"/>
                        </a:rPr>
                        <a:t>遥感影像检索；</a:t>
                      </a:r>
                      <a:r>
                        <a:rPr lang="en-US" altLang="zh-CN" sz="1800" b="1" kern="100" dirty="0">
                          <a:solidFill>
                            <a:schemeClr val="bg2"/>
                          </a:solidFill>
                          <a:effectLst/>
                          <a:latin typeface="+mn-lt"/>
                          <a:ea typeface="+mn-ea"/>
                          <a:cs typeface="+mn-cs"/>
                        </a:rPr>
                        <a:t>3. </a:t>
                      </a:r>
                      <a:r>
                        <a:rPr lang="zh-CN" altLang="en-US" sz="1800" b="1" kern="100" dirty="0">
                          <a:solidFill>
                            <a:schemeClr val="bg2"/>
                          </a:solidFill>
                          <a:effectLst/>
                          <a:latin typeface="+mn-lt"/>
                          <a:ea typeface="+mn-ea"/>
                          <a:cs typeface="+mn-cs"/>
                        </a:rPr>
                        <a:t>遥感影像获取</a:t>
                      </a:r>
                      <a:endParaRPr lang="en-CN" sz="1800" b="1" kern="100" dirty="0">
                        <a:solidFill>
                          <a:schemeClr val="bg2"/>
                        </a:solidFill>
                        <a:effectLst/>
                        <a:latin typeface="+mn-lt"/>
                        <a:ea typeface="+mn-ea"/>
                        <a:cs typeface="+mn-cs"/>
                      </a:endParaRPr>
                    </a:p>
                  </a:txBody>
                  <a:tcPr marL="61879" marR="61879" marT="0" marB="0" anchor="ctr"/>
                </a:tc>
                <a:extLst>
                  <a:ext uri="{0D108BD9-81ED-4DB2-BD59-A6C34878D82A}">
                    <a16:rowId xmlns:a16="http://schemas.microsoft.com/office/drawing/2014/main" val="3936300217"/>
                  </a:ext>
                </a:extLst>
              </a:tr>
              <a:tr h="730688">
                <a:tc>
                  <a:txBody>
                    <a:bodyPr/>
                    <a:lstStyle/>
                    <a:p>
                      <a:pPr algn="l">
                        <a:lnSpc>
                          <a:spcPct val="100000"/>
                        </a:lnSpc>
                      </a:pPr>
                      <a:r>
                        <a:rPr lang="en-US" sz="1800" b="1" kern="100" dirty="0">
                          <a:solidFill>
                            <a:schemeClr val="accent2"/>
                          </a:solidFill>
                          <a:effectLst/>
                          <a:latin typeface="+mn-lt"/>
                          <a:ea typeface="+mn-ea"/>
                          <a:cs typeface="+mn-cs"/>
                        </a:rPr>
                        <a:t>5. </a:t>
                      </a:r>
                      <a:r>
                        <a:rPr lang="zh-CN" altLang="en-US" sz="1800" b="1" kern="100" dirty="0">
                          <a:solidFill>
                            <a:schemeClr val="accent2"/>
                          </a:solidFill>
                          <a:effectLst/>
                          <a:latin typeface="+mn-lt"/>
                          <a:ea typeface="+mn-ea"/>
                          <a:cs typeface="+mn-cs"/>
                        </a:rPr>
                        <a:t>遥感影像数据处理程序设计</a:t>
                      </a:r>
                      <a:endParaRPr lang="en-CN" sz="1800" b="1" kern="100" dirty="0">
                        <a:solidFill>
                          <a:schemeClr val="accent2"/>
                        </a:solidFill>
                        <a:effectLst/>
                        <a:latin typeface="+mn-lt"/>
                        <a:ea typeface="+mn-ea"/>
                        <a:cs typeface="+mn-cs"/>
                      </a:endParaRPr>
                    </a:p>
                  </a:txBody>
                  <a:tcPr marL="61879" marR="61879" marT="0" marB="0" anchor="ctr"/>
                </a:tc>
                <a:tc>
                  <a:txBody>
                    <a:bodyPr/>
                    <a:lstStyle/>
                    <a:p>
                      <a:pPr algn="ctr">
                        <a:lnSpc>
                          <a:spcPct val="100000"/>
                        </a:lnSpc>
                      </a:pPr>
                      <a:r>
                        <a:rPr lang="en-US" altLang="zh-CN" sz="1800" b="1" kern="100" dirty="0">
                          <a:solidFill>
                            <a:schemeClr val="accent2"/>
                          </a:solidFill>
                          <a:effectLst/>
                          <a:latin typeface="+mn-lt"/>
                          <a:ea typeface="+mn-ea"/>
                          <a:cs typeface="+mn-cs"/>
                        </a:rPr>
                        <a:t>6</a:t>
                      </a:r>
                      <a:endParaRPr lang="en-CN" sz="1800" b="1" kern="100" dirty="0">
                        <a:solidFill>
                          <a:schemeClr val="accent2"/>
                        </a:solidFill>
                        <a:effectLst/>
                        <a:latin typeface="+mn-lt"/>
                        <a:ea typeface="+mn-ea"/>
                        <a:cs typeface="+mn-cs"/>
                      </a:endParaRPr>
                    </a:p>
                  </a:txBody>
                  <a:tcPr marL="61879" marR="61879" marT="0" marB="0" anchor="ctr"/>
                </a:tc>
                <a:tc>
                  <a:txBody>
                    <a:bodyPr/>
                    <a:lstStyle/>
                    <a:p>
                      <a:pPr algn="just">
                        <a:lnSpc>
                          <a:spcPct val="100000"/>
                        </a:lnSpc>
                      </a:pPr>
                      <a:r>
                        <a:rPr lang="en-US" altLang="zh-CN" sz="1800" b="1" kern="100" dirty="0">
                          <a:solidFill>
                            <a:schemeClr val="accent2"/>
                          </a:solidFill>
                          <a:effectLst/>
                          <a:latin typeface="+mn-lt"/>
                          <a:ea typeface="+mn-ea"/>
                          <a:cs typeface="+mn-cs"/>
                        </a:rPr>
                        <a:t>1. </a:t>
                      </a:r>
                      <a:r>
                        <a:rPr lang="zh-CN" altLang="en-US" sz="1800" b="1" kern="100" dirty="0">
                          <a:solidFill>
                            <a:schemeClr val="accent2"/>
                          </a:solidFill>
                          <a:effectLst/>
                          <a:latin typeface="+mn-lt"/>
                          <a:ea typeface="+mn-ea"/>
                          <a:cs typeface="+mn-cs"/>
                        </a:rPr>
                        <a:t>遥感影像数据读写；</a:t>
                      </a:r>
                      <a:r>
                        <a:rPr lang="en-US" altLang="zh-CN" sz="1800" b="1" kern="100" dirty="0">
                          <a:solidFill>
                            <a:schemeClr val="accent2"/>
                          </a:solidFill>
                          <a:effectLst/>
                          <a:latin typeface="+mn-lt"/>
                          <a:ea typeface="+mn-ea"/>
                          <a:cs typeface="+mn-cs"/>
                        </a:rPr>
                        <a:t>2. </a:t>
                      </a:r>
                      <a:r>
                        <a:rPr lang="zh-CN" altLang="en-US" sz="1800" b="1" kern="100" dirty="0">
                          <a:solidFill>
                            <a:schemeClr val="accent2"/>
                          </a:solidFill>
                          <a:effectLst/>
                          <a:latin typeface="+mn-lt"/>
                          <a:ea typeface="+mn-ea"/>
                          <a:cs typeface="+mn-cs"/>
                        </a:rPr>
                        <a:t>遥感影像与矢量数据转换；</a:t>
                      </a:r>
                      <a:r>
                        <a:rPr lang="en-US" altLang="zh-CN" sz="1800" b="1" kern="100" dirty="0">
                          <a:solidFill>
                            <a:schemeClr val="accent2"/>
                          </a:solidFill>
                          <a:effectLst/>
                          <a:latin typeface="+mn-lt"/>
                          <a:ea typeface="+mn-ea"/>
                          <a:cs typeface="+mn-cs"/>
                        </a:rPr>
                        <a:t>3. </a:t>
                      </a:r>
                      <a:r>
                        <a:rPr lang="zh-CN" altLang="en-US" sz="1800" b="1" kern="100" dirty="0">
                          <a:solidFill>
                            <a:schemeClr val="accent2"/>
                          </a:solidFill>
                          <a:effectLst/>
                          <a:latin typeface="+mn-lt"/>
                          <a:ea typeface="+mn-ea"/>
                          <a:cs typeface="+mn-cs"/>
                        </a:rPr>
                        <a:t>遥感影像基本处理与信息提取</a:t>
                      </a:r>
                      <a:endParaRPr lang="en-US" altLang="zh-CN" sz="1800" b="1" kern="100" dirty="0">
                        <a:solidFill>
                          <a:schemeClr val="accent2"/>
                        </a:solidFill>
                        <a:effectLst/>
                        <a:latin typeface="+mn-lt"/>
                        <a:ea typeface="+mn-ea"/>
                        <a:cs typeface="+mn-cs"/>
                      </a:endParaRPr>
                    </a:p>
                  </a:txBody>
                  <a:tcPr marL="61879" marR="61879" marT="0" marB="0" anchor="ctr"/>
                </a:tc>
                <a:extLst>
                  <a:ext uri="{0D108BD9-81ED-4DB2-BD59-A6C34878D82A}">
                    <a16:rowId xmlns:a16="http://schemas.microsoft.com/office/drawing/2014/main" val="4199274661"/>
                  </a:ext>
                </a:extLst>
              </a:tr>
              <a:tr h="743782">
                <a:tc>
                  <a:txBody>
                    <a:bodyPr/>
                    <a:lstStyle/>
                    <a:p>
                      <a:pPr algn="l">
                        <a:lnSpc>
                          <a:spcPct val="100000"/>
                        </a:lnSpc>
                      </a:pPr>
                      <a:r>
                        <a:rPr lang="en-US" sz="1800" b="1" kern="100" dirty="0">
                          <a:solidFill>
                            <a:schemeClr val="accent2"/>
                          </a:solidFill>
                          <a:effectLst/>
                          <a:latin typeface="+mn-lt"/>
                          <a:ea typeface="+mn-ea"/>
                          <a:cs typeface="+mn-cs"/>
                        </a:rPr>
                        <a:t>6. </a:t>
                      </a:r>
                      <a:r>
                        <a:rPr lang="zh-CN" altLang="en-US" sz="1800" b="1" kern="100" dirty="0">
                          <a:solidFill>
                            <a:schemeClr val="accent2"/>
                          </a:solidFill>
                          <a:effectLst/>
                          <a:latin typeface="+mn-lt"/>
                          <a:ea typeface="+mn-ea"/>
                          <a:cs typeface="+mn-cs"/>
                        </a:rPr>
                        <a:t>雷达卫星测高数据处理程序设计</a:t>
                      </a:r>
                      <a:endParaRPr lang="en-CN" sz="1800" b="1" kern="100" dirty="0">
                        <a:solidFill>
                          <a:schemeClr val="accent2"/>
                        </a:solidFill>
                        <a:effectLst/>
                        <a:latin typeface="+mn-lt"/>
                        <a:ea typeface="+mn-ea"/>
                        <a:cs typeface="+mn-cs"/>
                      </a:endParaRPr>
                    </a:p>
                  </a:txBody>
                  <a:tcPr marL="61879" marR="61879" marT="0" marB="0" anchor="ctr"/>
                </a:tc>
                <a:tc>
                  <a:txBody>
                    <a:bodyPr/>
                    <a:lstStyle/>
                    <a:p>
                      <a:pPr algn="ctr">
                        <a:lnSpc>
                          <a:spcPct val="100000"/>
                        </a:lnSpc>
                      </a:pPr>
                      <a:r>
                        <a:rPr lang="en-US" altLang="zh-CN" sz="1800" b="1" kern="100" dirty="0">
                          <a:solidFill>
                            <a:schemeClr val="accent2"/>
                          </a:solidFill>
                          <a:effectLst/>
                          <a:latin typeface="+mn-lt"/>
                          <a:ea typeface="+mn-ea"/>
                          <a:cs typeface="+mn-cs"/>
                        </a:rPr>
                        <a:t>6</a:t>
                      </a:r>
                      <a:endParaRPr lang="en-CN" sz="1800" b="1" kern="100" dirty="0">
                        <a:solidFill>
                          <a:schemeClr val="accent2"/>
                        </a:solidFill>
                        <a:effectLst/>
                        <a:latin typeface="+mn-lt"/>
                        <a:ea typeface="+mn-ea"/>
                        <a:cs typeface="+mn-cs"/>
                      </a:endParaRPr>
                    </a:p>
                  </a:txBody>
                  <a:tcPr marL="61879" marR="61879" marT="0" marB="0" anchor="ctr"/>
                </a:tc>
                <a:tc>
                  <a:txBody>
                    <a:bodyPr/>
                    <a:lstStyle/>
                    <a:p>
                      <a:pPr algn="just">
                        <a:lnSpc>
                          <a:spcPct val="100000"/>
                        </a:lnSpc>
                      </a:pPr>
                      <a:r>
                        <a:rPr lang="en-US" altLang="zh-CN" sz="1800" b="1" kern="100" dirty="0">
                          <a:solidFill>
                            <a:schemeClr val="accent2"/>
                          </a:solidFill>
                          <a:effectLst/>
                          <a:latin typeface="+mn-lt"/>
                          <a:ea typeface="+mn-ea"/>
                          <a:cs typeface="+mn-cs"/>
                        </a:rPr>
                        <a:t>1. </a:t>
                      </a:r>
                      <a:r>
                        <a:rPr lang="zh-CN" altLang="en-US" sz="1800" b="1" kern="100" dirty="0">
                          <a:solidFill>
                            <a:schemeClr val="accent2"/>
                          </a:solidFill>
                          <a:effectLst/>
                          <a:latin typeface="+mn-lt"/>
                          <a:ea typeface="+mn-ea"/>
                          <a:cs typeface="+mn-cs"/>
                        </a:rPr>
                        <a:t>雷达测高数据介绍；</a:t>
                      </a:r>
                      <a:r>
                        <a:rPr lang="en-US" altLang="zh-CN" sz="1800" b="1" kern="100" dirty="0">
                          <a:solidFill>
                            <a:schemeClr val="accent2"/>
                          </a:solidFill>
                          <a:effectLst/>
                          <a:latin typeface="+mn-lt"/>
                          <a:ea typeface="+mn-ea"/>
                          <a:cs typeface="+mn-cs"/>
                        </a:rPr>
                        <a:t>2. </a:t>
                      </a:r>
                      <a:r>
                        <a:rPr lang="zh-CN" altLang="en-US" sz="1800" b="1" kern="100" dirty="0">
                          <a:solidFill>
                            <a:schemeClr val="accent2"/>
                          </a:solidFill>
                          <a:effectLst/>
                          <a:latin typeface="+mn-lt"/>
                          <a:ea typeface="+mn-ea"/>
                          <a:cs typeface="+mn-cs"/>
                        </a:rPr>
                        <a:t>雷达卫星测高数据获取；</a:t>
                      </a:r>
                      <a:r>
                        <a:rPr lang="en-US" altLang="zh-CN" sz="1800" b="1" kern="100" dirty="0">
                          <a:solidFill>
                            <a:schemeClr val="accent2"/>
                          </a:solidFill>
                          <a:effectLst/>
                          <a:latin typeface="+mn-lt"/>
                          <a:ea typeface="+mn-ea"/>
                          <a:cs typeface="+mn-cs"/>
                        </a:rPr>
                        <a:t>3. </a:t>
                      </a:r>
                      <a:r>
                        <a:rPr lang="zh-CN" altLang="en-US" sz="1800" b="1" kern="100" dirty="0">
                          <a:solidFill>
                            <a:schemeClr val="accent2"/>
                          </a:solidFill>
                          <a:effectLst/>
                          <a:latin typeface="+mn-lt"/>
                          <a:ea typeface="+mn-ea"/>
                          <a:cs typeface="+mn-cs"/>
                        </a:rPr>
                        <a:t>雷达测高数据基本处理</a:t>
                      </a:r>
                      <a:endParaRPr lang="en-CN" sz="1800" b="1" kern="100" dirty="0">
                        <a:solidFill>
                          <a:schemeClr val="accent2"/>
                        </a:solidFill>
                        <a:effectLst/>
                        <a:latin typeface="+mn-lt"/>
                        <a:ea typeface="+mn-ea"/>
                        <a:cs typeface="+mn-cs"/>
                      </a:endParaRPr>
                    </a:p>
                  </a:txBody>
                  <a:tcPr marL="61879" marR="61879" marT="0" marB="0" anchor="ctr"/>
                </a:tc>
                <a:extLst>
                  <a:ext uri="{0D108BD9-81ED-4DB2-BD59-A6C34878D82A}">
                    <a16:rowId xmlns:a16="http://schemas.microsoft.com/office/drawing/2014/main" val="1269408731"/>
                  </a:ext>
                </a:extLst>
              </a:tr>
              <a:tr h="720090">
                <a:tc>
                  <a:txBody>
                    <a:bodyPr/>
                    <a:lstStyle/>
                    <a:p>
                      <a:pPr algn="l">
                        <a:lnSpc>
                          <a:spcPct val="100000"/>
                        </a:lnSpc>
                      </a:pPr>
                      <a:r>
                        <a:rPr lang="en-US" sz="1800" b="1" kern="100" dirty="0">
                          <a:solidFill>
                            <a:schemeClr val="accent2"/>
                          </a:solidFill>
                          <a:effectLst/>
                          <a:latin typeface="+mn-lt"/>
                          <a:ea typeface="+mn-ea"/>
                          <a:cs typeface="+mn-cs"/>
                        </a:rPr>
                        <a:t>7. </a:t>
                      </a:r>
                      <a:r>
                        <a:rPr lang="zh-CN" altLang="en-US" sz="1800" b="1" kern="100" dirty="0">
                          <a:solidFill>
                            <a:schemeClr val="accent2"/>
                          </a:solidFill>
                          <a:effectLst/>
                          <a:latin typeface="+mn-lt"/>
                          <a:ea typeface="+mn-ea"/>
                          <a:cs typeface="+mn-cs"/>
                        </a:rPr>
                        <a:t>激光卫星测高数据处理程序设计</a:t>
                      </a:r>
                      <a:endParaRPr lang="en-CN" sz="1800" b="1" kern="100" dirty="0">
                        <a:solidFill>
                          <a:schemeClr val="accent2"/>
                        </a:solidFill>
                        <a:effectLst/>
                        <a:latin typeface="+mn-lt"/>
                        <a:ea typeface="+mn-ea"/>
                        <a:cs typeface="+mn-cs"/>
                      </a:endParaRPr>
                    </a:p>
                  </a:txBody>
                  <a:tcPr marL="61879" marR="61879" marT="0" marB="0" anchor="ctr"/>
                </a:tc>
                <a:tc>
                  <a:txBody>
                    <a:bodyPr/>
                    <a:lstStyle/>
                    <a:p>
                      <a:pPr algn="ctr">
                        <a:lnSpc>
                          <a:spcPct val="100000"/>
                        </a:lnSpc>
                      </a:pPr>
                      <a:r>
                        <a:rPr lang="en-US" altLang="zh-CN" sz="1800" b="1" kern="100" dirty="0">
                          <a:solidFill>
                            <a:schemeClr val="accent2"/>
                          </a:solidFill>
                          <a:effectLst/>
                          <a:latin typeface="+mn-lt"/>
                          <a:ea typeface="+mn-ea"/>
                          <a:cs typeface="+mn-cs"/>
                        </a:rPr>
                        <a:t>6</a:t>
                      </a:r>
                      <a:endParaRPr lang="en-CN" sz="1800" b="1" kern="100" dirty="0">
                        <a:solidFill>
                          <a:schemeClr val="accent2"/>
                        </a:solidFill>
                        <a:effectLst/>
                        <a:latin typeface="+mn-lt"/>
                        <a:ea typeface="+mn-ea"/>
                        <a:cs typeface="+mn-cs"/>
                      </a:endParaRPr>
                    </a:p>
                  </a:txBody>
                  <a:tcPr marL="61879" marR="61879" marT="0" marB="0" anchor="ctr"/>
                </a:tc>
                <a:tc>
                  <a:txBody>
                    <a:bodyPr/>
                    <a:lstStyle/>
                    <a:p>
                      <a:pPr algn="just">
                        <a:lnSpc>
                          <a:spcPct val="100000"/>
                        </a:lnSpc>
                      </a:pPr>
                      <a:r>
                        <a:rPr lang="en-US" altLang="zh-CN" sz="1800" b="1" kern="100" dirty="0">
                          <a:solidFill>
                            <a:schemeClr val="accent2"/>
                          </a:solidFill>
                          <a:effectLst/>
                          <a:latin typeface="+mn-lt"/>
                          <a:ea typeface="+mn-ea"/>
                          <a:cs typeface="+mn-cs"/>
                        </a:rPr>
                        <a:t>1.</a:t>
                      </a:r>
                      <a:r>
                        <a:rPr lang="zh-CN" altLang="en-US" sz="1800" b="1" kern="100" dirty="0">
                          <a:solidFill>
                            <a:schemeClr val="accent2"/>
                          </a:solidFill>
                          <a:effectLst/>
                          <a:latin typeface="+mn-lt"/>
                          <a:ea typeface="+mn-ea"/>
                          <a:cs typeface="+mn-cs"/>
                        </a:rPr>
                        <a:t> 激光测高数据介绍；</a:t>
                      </a:r>
                      <a:r>
                        <a:rPr lang="en-US" altLang="zh-CN" sz="1800" b="1" kern="100" dirty="0">
                          <a:solidFill>
                            <a:schemeClr val="accent2"/>
                          </a:solidFill>
                          <a:effectLst/>
                          <a:latin typeface="+mn-lt"/>
                          <a:ea typeface="+mn-ea"/>
                          <a:cs typeface="+mn-cs"/>
                        </a:rPr>
                        <a:t>2. </a:t>
                      </a:r>
                      <a:r>
                        <a:rPr lang="zh-CN" altLang="en-US" sz="1800" b="1" kern="100" dirty="0">
                          <a:solidFill>
                            <a:schemeClr val="accent2"/>
                          </a:solidFill>
                          <a:effectLst/>
                          <a:latin typeface="+mn-lt"/>
                          <a:ea typeface="+mn-ea"/>
                          <a:cs typeface="+mn-cs"/>
                        </a:rPr>
                        <a:t>激光测高数据获取及基本处理</a:t>
                      </a:r>
                      <a:endParaRPr lang="en-CN" sz="1800" b="1" kern="100" dirty="0">
                        <a:solidFill>
                          <a:schemeClr val="accent2"/>
                        </a:solidFill>
                        <a:effectLst/>
                        <a:latin typeface="+mn-lt"/>
                        <a:ea typeface="+mn-ea"/>
                        <a:cs typeface="+mn-cs"/>
                      </a:endParaRPr>
                    </a:p>
                  </a:txBody>
                  <a:tcPr marL="61879" marR="61879" marT="0" marB="0" anchor="ctr"/>
                </a:tc>
                <a:extLst>
                  <a:ext uri="{0D108BD9-81ED-4DB2-BD59-A6C34878D82A}">
                    <a16:rowId xmlns:a16="http://schemas.microsoft.com/office/drawing/2014/main" val="1353450156"/>
                  </a:ext>
                </a:extLst>
              </a:tr>
            </a:tbl>
          </a:graphicData>
        </a:graphic>
      </p:graphicFrame>
      <p:sp>
        <p:nvSpPr>
          <p:cNvPr id="5" name="TextBox 4">
            <a:extLst>
              <a:ext uri="{FF2B5EF4-FFF2-40B4-BE49-F238E27FC236}">
                <a16:creationId xmlns:a16="http://schemas.microsoft.com/office/drawing/2014/main" id="{BC5FF876-BAD9-831B-5D16-B8A194404EC3}"/>
              </a:ext>
            </a:extLst>
          </p:cNvPr>
          <p:cNvSpPr txBox="1"/>
          <p:nvPr/>
        </p:nvSpPr>
        <p:spPr>
          <a:xfrm>
            <a:off x="258408" y="4775002"/>
            <a:ext cx="860368" cy="461665"/>
          </a:xfrm>
          <a:prstGeom prst="rect">
            <a:avLst/>
          </a:prstGeom>
          <a:solidFill>
            <a:schemeClr val="tx1">
              <a:lumMod val="95000"/>
            </a:schemeClr>
          </a:solidFill>
          <a:ln w="28575">
            <a:solidFill>
              <a:schemeClr val="accent5"/>
            </a:solidFill>
          </a:ln>
        </p:spPr>
        <p:txBody>
          <a:bodyPr wrap="square" rtlCol="0">
            <a:spAutoFit/>
          </a:bodyPr>
          <a:lstStyle/>
          <a:p>
            <a:pPr>
              <a:defRPr/>
            </a:pPr>
            <a:r>
              <a:rPr lang="en-CN" b="1" dirty="0">
                <a:solidFill>
                  <a:srgbClr val="C00000"/>
                </a:solidFill>
                <a:latin typeface="微软雅黑"/>
                <a:ea typeface="微软雅黑"/>
              </a:rPr>
              <a:t>重点</a:t>
            </a:r>
          </a:p>
        </p:txBody>
      </p:sp>
      <p:cxnSp>
        <p:nvCxnSpPr>
          <p:cNvPr id="8" name="Straight Arrow Connector 7">
            <a:extLst>
              <a:ext uri="{FF2B5EF4-FFF2-40B4-BE49-F238E27FC236}">
                <a16:creationId xmlns:a16="http://schemas.microsoft.com/office/drawing/2014/main" id="{C30CF5BA-5B85-2701-802B-080C5479983B}"/>
              </a:ext>
            </a:extLst>
          </p:cNvPr>
          <p:cNvCxnSpPr>
            <a:cxnSpLocks/>
            <a:stCxn id="5" idx="3"/>
          </p:cNvCxnSpPr>
          <p:nvPr/>
        </p:nvCxnSpPr>
        <p:spPr bwMode="auto">
          <a:xfrm flipV="1">
            <a:off x="1118779" y="4905194"/>
            <a:ext cx="668855" cy="100638"/>
          </a:xfrm>
          <a:prstGeom prst="straightConnector1">
            <a:avLst/>
          </a:prstGeom>
          <a:ln w="28575">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61FE32FD-85BF-3416-7A3E-1F786B0E4F08}"/>
              </a:ext>
            </a:extLst>
          </p:cNvPr>
          <p:cNvCxnSpPr>
            <a:cxnSpLocks/>
            <a:stCxn id="5" idx="3"/>
          </p:cNvCxnSpPr>
          <p:nvPr/>
        </p:nvCxnSpPr>
        <p:spPr bwMode="auto">
          <a:xfrm>
            <a:off x="1118776" y="5005835"/>
            <a:ext cx="690335" cy="559950"/>
          </a:xfrm>
          <a:prstGeom prst="straightConnector1">
            <a:avLst/>
          </a:prstGeom>
          <a:ln w="28575">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E7B27204-E405-C893-F50C-724423627215}"/>
              </a:ext>
            </a:extLst>
          </p:cNvPr>
          <p:cNvCxnSpPr>
            <a:cxnSpLocks/>
            <a:stCxn id="5" idx="3"/>
          </p:cNvCxnSpPr>
          <p:nvPr/>
        </p:nvCxnSpPr>
        <p:spPr bwMode="auto">
          <a:xfrm>
            <a:off x="1118776" y="5005835"/>
            <a:ext cx="661699" cy="1772466"/>
          </a:xfrm>
          <a:prstGeom prst="straightConnector1">
            <a:avLst/>
          </a:prstGeom>
          <a:ln w="28575">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111252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7087" y="8526"/>
            <a:ext cx="10450288" cy="792162"/>
          </a:xfrm>
        </p:spPr>
        <p:txBody>
          <a:bodyPr/>
          <a:lstStyle/>
          <a:p>
            <a:r>
              <a:rPr lang="zh-CN" altLang="en-US" dirty="0">
                <a:latin typeface="+mn-ea"/>
              </a:rPr>
              <a:t>课程简介及考核</a:t>
            </a:r>
            <a:endParaRPr lang="zh-CN" altLang="en-US" dirty="0"/>
          </a:p>
        </p:txBody>
      </p:sp>
      <p:sp>
        <p:nvSpPr>
          <p:cNvPr id="6" name="TextBox 5">
            <a:extLst>
              <a:ext uri="{FF2B5EF4-FFF2-40B4-BE49-F238E27FC236}">
                <a16:creationId xmlns:a16="http://schemas.microsoft.com/office/drawing/2014/main" id="{C327131E-B49C-7E40-81DE-8E289A5DC36B}"/>
              </a:ext>
            </a:extLst>
          </p:cNvPr>
          <p:cNvSpPr txBox="1"/>
          <p:nvPr/>
        </p:nvSpPr>
        <p:spPr>
          <a:xfrm>
            <a:off x="502556" y="918293"/>
            <a:ext cx="11334749" cy="1323439"/>
          </a:xfrm>
          <a:prstGeom prst="rect">
            <a:avLst/>
          </a:prstGeom>
          <a:noFill/>
        </p:spPr>
        <p:txBody>
          <a:bodyPr wrap="square" rtlCol="0">
            <a:spAutoFit/>
          </a:bodyPr>
          <a:lstStyle/>
          <a:p>
            <a:pPr algn="just">
              <a:defRPr/>
            </a:pPr>
            <a:r>
              <a:rPr lang="en-US" altLang="zh-CN" sz="3200" b="1" dirty="0">
                <a:solidFill>
                  <a:srgbClr val="333333"/>
                </a:solidFill>
                <a:latin typeface="微软雅黑"/>
                <a:ea typeface="微软雅黑"/>
              </a:rPr>
              <a:t>4.</a:t>
            </a:r>
            <a:r>
              <a:rPr lang="zh-CN" altLang="en-US" sz="3200" b="1" dirty="0">
                <a:solidFill>
                  <a:srgbClr val="333333"/>
                </a:solidFill>
                <a:latin typeface="微软雅黑"/>
                <a:ea typeface="微软雅黑"/>
              </a:rPr>
              <a:t> 教学方式</a:t>
            </a:r>
            <a:endParaRPr lang="en-US" altLang="zh-CN" sz="3200" b="1" dirty="0">
              <a:solidFill>
                <a:srgbClr val="333333"/>
              </a:solidFill>
              <a:latin typeface="微软雅黑"/>
              <a:ea typeface="微软雅黑"/>
            </a:endParaRPr>
          </a:p>
          <a:p>
            <a:pPr marL="0" marR="0" lvl="0" indent="0" algn="l" defTabSz="914400" rtl="0" eaLnBrk="1" fontAlgn="base" latinLnBrk="0" hangingPunct="1">
              <a:spcBef>
                <a:spcPct val="50000"/>
              </a:spcBef>
              <a:spcAft>
                <a:spcPct val="0"/>
              </a:spcAft>
              <a:buClrTx/>
              <a:buSzTx/>
              <a:buFontTx/>
              <a:buNone/>
              <a:tabLst/>
              <a:defRPr/>
            </a:pPr>
            <a:r>
              <a:rPr kumimoji="0" lang="zh-CN" altLang="en-US" sz="3200" b="1" i="0" u="none" strike="noStrike" kern="1200" cap="none" spc="0" normalizeH="0" baseline="0" noProof="0" dirty="0">
                <a:ln>
                  <a:noFill/>
                </a:ln>
                <a:solidFill>
                  <a:srgbClr val="C00000"/>
                </a:solidFill>
                <a:effectLst/>
                <a:uLnTx/>
                <a:uFillTx/>
                <a:latin typeface="微软雅黑"/>
                <a:ea typeface="微软雅黑"/>
              </a:rPr>
              <a:t>理论课</a:t>
            </a:r>
            <a:r>
              <a:rPr kumimoji="0" lang="zh-CN" altLang="en-US" sz="3200" b="0" i="0" u="none" strike="noStrike" kern="1200" cap="none" spc="0" normalizeH="0" baseline="0" noProof="0" dirty="0">
                <a:ln>
                  <a:noFill/>
                </a:ln>
                <a:solidFill>
                  <a:srgbClr val="333333"/>
                </a:solidFill>
                <a:effectLst/>
                <a:uLnTx/>
                <a:uFillTx/>
                <a:latin typeface="微软雅黑"/>
                <a:ea typeface="微软雅黑"/>
              </a:rPr>
              <a:t>（</a:t>
            </a:r>
            <a:r>
              <a:rPr kumimoji="0" lang="en-US" altLang="zh-CN" sz="3200" b="0" i="0" u="none" strike="noStrike" kern="1200" cap="none" spc="0" normalizeH="0" baseline="0" noProof="0" dirty="0">
                <a:ln>
                  <a:noFill/>
                </a:ln>
                <a:solidFill>
                  <a:srgbClr val="333333"/>
                </a:solidFill>
                <a:effectLst/>
                <a:uLnTx/>
                <a:uFillTx/>
                <a:latin typeface="微软雅黑"/>
                <a:ea typeface="微软雅黑"/>
              </a:rPr>
              <a:t>36</a:t>
            </a:r>
            <a:r>
              <a:rPr kumimoji="0" lang="zh-CN" altLang="en-US" sz="3200" b="0" i="0" u="none" strike="noStrike" kern="1200" cap="none" spc="0" normalizeH="0" baseline="0" noProof="0" dirty="0">
                <a:ln>
                  <a:noFill/>
                </a:ln>
                <a:solidFill>
                  <a:srgbClr val="333333"/>
                </a:solidFill>
                <a:effectLst/>
                <a:uLnTx/>
                <a:uFillTx/>
                <a:latin typeface="微软雅黑"/>
                <a:ea typeface="微软雅黑"/>
              </a:rPr>
              <a:t>学时），</a:t>
            </a:r>
            <a:r>
              <a:rPr kumimoji="0" lang="zh-CN" altLang="en-US" sz="3200" b="0" i="0" u="sng" strike="noStrike" kern="1200" cap="none" spc="0" normalizeH="0" baseline="0" noProof="0" dirty="0">
                <a:ln>
                  <a:noFill/>
                </a:ln>
                <a:solidFill>
                  <a:srgbClr val="333333"/>
                </a:solidFill>
                <a:effectLst/>
                <a:uLnTx/>
                <a:uFillTx/>
                <a:latin typeface="微软雅黑"/>
                <a:ea typeface="微软雅黑"/>
              </a:rPr>
              <a:t>课堂学习需携带电脑</a:t>
            </a:r>
            <a:endParaRPr kumimoji="0" lang="en-US" altLang="zh-CN" sz="3200" b="0" i="0" u="sng" strike="noStrike" kern="1200" cap="none" spc="0" normalizeH="0" baseline="0" noProof="0" dirty="0">
              <a:ln>
                <a:noFill/>
              </a:ln>
              <a:solidFill>
                <a:srgbClr val="333333"/>
              </a:solidFill>
              <a:effectLst/>
              <a:uLnTx/>
              <a:uFillTx/>
              <a:latin typeface="微软雅黑"/>
              <a:ea typeface="微软雅黑"/>
            </a:endParaRPr>
          </a:p>
        </p:txBody>
      </p:sp>
      <p:pic>
        <p:nvPicPr>
          <p:cNvPr id="7" name="图片 6">
            <a:extLst>
              <a:ext uri="{FF2B5EF4-FFF2-40B4-BE49-F238E27FC236}">
                <a16:creationId xmlns:a16="http://schemas.microsoft.com/office/drawing/2014/main" id="{EF385B78-0BB0-6502-43EC-3EF078061B89}"/>
              </a:ext>
            </a:extLst>
          </p:cNvPr>
          <p:cNvPicPr>
            <a:picLocks noChangeAspect="1"/>
          </p:cNvPicPr>
          <p:nvPr/>
        </p:nvPicPr>
        <p:blipFill>
          <a:blip r:embed="rId3"/>
          <a:stretch>
            <a:fillRect/>
          </a:stretch>
        </p:blipFill>
        <p:spPr>
          <a:xfrm>
            <a:off x="2027860" y="2345517"/>
            <a:ext cx="7542099" cy="3905424"/>
          </a:xfrm>
          <a:prstGeom prst="rect">
            <a:avLst/>
          </a:prstGeom>
        </p:spPr>
      </p:pic>
      <p:sp>
        <p:nvSpPr>
          <p:cNvPr id="8" name="文本框 7">
            <a:extLst>
              <a:ext uri="{FF2B5EF4-FFF2-40B4-BE49-F238E27FC236}">
                <a16:creationId xmlns:a16="http://schemas.microsoft.com/office/drawing/2014/main" id="{ED095123-832A-2B7E-22BD-07C1E7B40336}"/>
              </a:ext>
            </a:extLst>
          </p:cNvPr>
          <p:cNvSpPr txBox="1"/>
          <p:nvPr/>
        </p:nvSpPr>
        <p:spPr>
          <a:xfrm>
            <a:off x="334736" y="6318441"/>
            <a:ext cx="11334749" cy="461665"/>
          </a:xfrm>
          <a:prstGeom prst="rect">
            <a:avLst/>
          </a:prstGeom>
          <a:noFill/>
        </p:spPr>
        <p:txBody>
          <a:bodyPr wrap="square" rtlCol="0">
            <a:spAutoFit/>
          </a:bodyPr>
          <a:lstStyle/>
          <a:p>
            <a:r>
              <a:rPr lang="zh-CN" altLang="en-US" b="1" dirty="0">
                <a:solidFill>
                  <a:schemeClr val="bg2"/>
                </a:solidFill>
                <a:latin typeface="+mn-ea"/>
                <a:ea typeface="+mn-ea"/>
              </a:rPr>
              <a:t>课程资料：</a:t>
            </a:r>
            <a:r>
              <a:rPr lang="en-US" altLang="zh-CN" b="1" dirty="0">
                <a:solidFill>
                  <a:schemeClr val="bg2"/>
                </a:solidFill>
                <a:latin typeface="+mn-ea"/>
                <a:ea typeface="+mn-ea"/>
              </a:rPr>
              <a:t> https://github.com/xinluo2018/rs-data-processing</a:t>
            </a:r>
            <a:endParaRPr lang="zh-CN" altLang="en-US" b="1" dirty="0">
              <a:solidFill>
                <a:schemeClr val="bg2"/>
              </a:solidFill>
              <a:latin typeface="+mn-ea"/>
              <a:ea typeface="+mn-ea"/>
            </a:endParaRPr>
          </a:p>
        </p:txBody>
      </p:sp>
    </p:spTree>
    <p:extLst>
      <p:ext uri="{BB962C8B-B14F-4D97-AF65-F5344CB8AC3E}">
        <p14:creationId xmlns:p14="http://schemas.microsoft.com/office/powerpoint/2010/main" val="160280806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6948-34C1-5972-890C-2D36CFC1AB9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DC6895B-2205-D643-762B-923CF3C2E1BC}"/>
              </a:ext>
            </a:extLst>
          </p:cNvPr>
          <p:cNvSpPr>
            <a:spLocks noGrp="1"/>
          </p:cNvSpPr>
          <p:nvPr>
            <p:ph type="title"/>
          </p:nvPr>
        </p:nvSpPr>
        <p:spPr>
          <a:xfrm>
            <a:off x="87087" y="8526"/>
            <a:ext cx="10450288" cy="792162"/>
          </a:xfrm>
        </p:spPr>
        <p:txBody>
          <a:bodyPr/>
          <a:lstStyle/>
          <a:p>
            <a:r>
              <a:rPr lang="zh-CN" altLang="en-US" dirty="0">
                <a:latin typeface="+mn-ea"/>
              </a:rPr>
              <a:t>课程简介及考核</a:t>
            </a:r>
            <a:endParaRPr lang="zh-CN" altLang="en-US" dirty="0"/>
          </a:p>
        </p:txBody>
      </p:sp>
      <p:graphicFrame>
        <p:nvGraphicFramePr>
          <p:cNvPr id="4" name="Table 3">
            <a:extLst>
              <a:ext uri="{FF2B5EF4-FFF2-40B4-BE49-F238E27FC236}">
                <a16:creationId xmlns:a16="http://schemas.microsoft.com/office/drawing/2014/main" id="{24F19010-4504-BBA2-53D4-783264F8FF5D}"/>
              </a:ext>
            </a:extLst>
          </p:cNvPr>
          <p:cNvGraphicFramePr>
            <a:graphicFrameLocks noGrp="1"/>
          </p:cNvGraphicFramePr>
          <p:nvPr>
            <p:extLst>
              <p:ext uri="{D42A27DB-BD31-4B8C-83A1-F6EECF244321}">
                <p14:modId xmlns:p14="http://schemas.microsoft.com/office/powerpoint/2010/main" val="2597336993"/>
              </p:ext>
            </p:extLst>
          </p:nvPr>
        </p:nvGraphicFramePr>
        <p:xfrm>
          <a:off x="495301" y="1513832"/>
          <a:ext cx="11334747" cy="5129856"/>
        </p:xfrm>
        <a:graphic>
          <a:graphicData uri="http://schemas.openxmlformats.org/drawingml/2006/table">
            <a:tbl>
              <a:tblPr firstRow="1" firstCol="1" bandRow="1">
                <a:tableStyleId>{BDBED569-4797-4DF1-A0F4-6AAB3CD982D8}</a:tableStyleId>
              </a:tblPr>
              <a:tblGrid>
                <a:gridCol w="1385392">
                  <a:extLst>
                    <a:ext uri="{9D8B030D-6E8A-4147-A177-3AD203B41FA5}">
                      <a16:colId xmlns:a16="http://schemas.microsoft.com/office/drawing/2014/main" val="4047353125"/>
                    </a:ext>
                  </a:extLst>
                </a:gridCol>
                <a:gridCol w="1813977">
                  <a:extLst>
                    <a:ext uri="{9D8B030D-6E8A-4147-A177-3AD203B41FA5}">
                      <a16:colId xmlns:a16="http://schemas.microsoft.com/office/drawing/2014/main" val="4286512279"/>
                    </a:ext>
                  </a:extLst>
                </a:gridCol>
                <a:gridCol w="1035532">
                  <a:extLst>
                    <a:ext uri="{9D8B030D-6E8A-4147-A177-3AD203B41FA5}">
                      <a16:colId xmlns:a16="http://schemas.microsoft.com/office/drawing/2014/main" val="2269971301"/>
                    </a:ext>
                  </a:extLst>
                </a:gridCol>
                <a:gridCol w="7099846">
                  <a:extLst>
                    <a:ext uri="{9D8B030D-6E8A-4147-A177-3AD203B41FA5}">
                      <a16:colId xmlns:a16="http://schemas.microsoft.com/office/drawing/2014/main" val="307882658"/>
                    </a:ext>
                  </a:extLst>
                </a:gridCol>
              </a:tblGrid>
              <a:tr h="534987">
                <a:tc gridSpan="2">
                  <a:txBody>
                    <a:bodyPr/>
                    <a:lstStyle/>
                    <a:p>
                      <a:pPr algn="ctr">
                        <a:lnSpc>
                          <a:spcPct val="150000"/>
                        </a:lnSpc>
                      </a:pPr>
                      <a:r>
                        <a:rPr lang="zh-CN" sz="2400" kern="100" dirty="0">
                          <a:solidFill>
                            <a:schemeClr val="bg2"/>
                          </a:solidFill>
                          <a:effectLst/>
                        </a:rPr>
                        <a:t>组成</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tcPr>
                </a:tc>
                <a:tc hMerge="1">
                  <a:txBody>
                    <a:bodyPr/>
                    <a:lstStyle/>
                    <a:p>
                      <a:pPr algn="ctr">
                        <a:lnSpc>
                          <a:spcPct val="150000"/>
                        </a:lnSpc>
                      </a:pPr>
                      <a:endParaRPr lang="en-CN" sz="20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tc>
                <a:tc>
                  <a:txBody>
                    <a:bodyPr/>
                    <a:lstStyle/>
                    <a:p>
                      <a:pPr algn="ctr">
                        <a:lnSpc>
                          <a:spcPct val="150000"/>
                        </a:lnSpc>
                      </a:pPr>
                      <a:r>
                        <a:rPr lang="zh-CN" sz="2400" kern="100" dirty="0">
                          <a:solidFill>
                            <a:schemeClr val="bg2"/>
                          </a:solidFill>
                          <a:effectLst/>
                        </a:rPr>
                        <a:t>占比</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tcPr>
                </a:tc>
                <a:tc>
                  <a:txBody>
                    <a:bodyPr/>
                    <a:lstStyle/>
                    <a:p>
                      <a:pPr algn="ctr">
                        <a:lnSpc>
                          <a:spcPct val="150000"/>
                        </a:lnSpc>
                      </a:pPr>
                      <a:r>
                        <a:rPr lang="zh-CN" sz="2400" kern="100" dirty="0">
                          <a:solidFill>
                            <a:schemeClr val="bg2"/>
                          </a:solidFill>
                          <a:effectLst/>
                        </a:rPr>
                        <a:t>说明</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371803423"/>
                  </a:ext>
                </a:extLst>
              </a:tr>
              <a:tr h="1141665">
                <a:tc rowSpan="3">
                  <a:txBody>
                    <a:bodyPr/>
                    <a:lstStyle/>
                    <a:p>
                      <a:pPr algn="ctr">
                        <a:lnSpc>
                          <a:spcPct val="100000"/>
                        </a:lnSpc>
                      </a:pPr>
                      <a:r>
                        <a:rPr lang="zh-CN" altLang="en-US" sz="2400" b="1" kern="100" dirty="0">
                          <a:solidFill>
                            <a:schemeClr val="bg2"/>
                          </a:solidFill>
                          <a:effectLst/>
                        </a:rPr>
                        <a:t>平时成绩</a:t>
                      </a:r>
                      <a:endParaRPr lang="en-CN" sz="2400" b="1" kern="100" dirty="0">
                        <a:solidFill>
                          <a:schemeClr val="bg2"/>
                        </a:solidFill>
                        <a:effectLst/>
                        <a:latin typeface="+mn-lt"/>
                        <a:ea typeface="+mn-ea"/>
                        <a:cs typeface="+mn-cs"/>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tc>
                  <a:txBody>
                    <a:bodyPr/>
                    <a:lstStyle/>
                    <a:p>
                      <a:pPr algn="ctr">
                        <a:lnSpc>
                          <a:spcPct val="100000"/>
                        </a:lnSpc>
                      </a:pPr>
                      <a:r>
                        <a:rPr lang="zh-CN" altLang="zh-CN" sz="2400" b="0" kern="100" dirty="0">
                          <a:solidFill>
                            <a:schemeClr val="bg2"/>
                          </a:solidFill>
                          <a:effectLst/>
                        </a:rPr>
                        <a:t>课堂表现</a:t>
                      </a:r>
                      <a:endParaRPr lang="en-CN" altLang="zh-CN" sz="2400" b="0" kern="100" dirty="0">
                        <a:solidFill>
                          <a:schemeClr val="bg2"/>
                        </a:solidFill>
                        <a:effectLst/>
                      </a:endParaRPr>
                    </a:p>
                    <a:p>
                      <a:pPr algn="ctr">
                        <a:lnSpc>
                          <a:spcPct val="100000"/>
                        </a:lnSpc>
                      </a:pPr>
                      <a:r>
                        <a:rPr lang="zh-CN" altLang="zh-CN" sz="2400" b="0" kern="100" dirty="0">
                          <a:solidFill>
                            <a:schemeClr val="bg2"/>
                          </a:solidFill>
                          <a:effectLst/>
                        </a:rPr>
                        <a:t>（个人）</a:t>
                      </a:r>
                      <a:endParaRPr lang="en-CN" altLang="zh-CN" sz="2400" b="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tc>
                  <a:txBody>
                    <a:bodyPr/>
                    <a:lstStyle/>
                    <a:p>
                      <a:pPr algn="ctr">
                        <a:lnSpc>
                          <a:spcPct val="150000"/>
                        </a:lnSpc>
                      </a:pPr>
                      <a:r>
                        <a:rPr lang="en-US" sz="2400" b="1" kern="100" dirty="0">
                          <a:solidFill>
                            <a:srgbClr val="FF0000"/>
                          </a:solidFill>
                          <a:effectLst/>
                        </a:rPr>
                        <a:t>20%</a:t>
                      </a:r>
                      <a:endParaRPr lang="en-CN" sz="2400" b="1" kern="100" dirty="0">
                        <a:solidFill>
                          <a:srgbClr val="FF0000"/>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tc>
                  <a:txBody>
                    <a:bodyPr/>
                    <a:lstStyle/>
                    <a:p>
                      <a:pPr algn="just">
                        <a:lnSpc>
                          <a:spcPct val="150000"/>
                        </a:lnSpc>
                      </a:pPr>
                      <a:r>
                        <a:rPr lang="zh-CN" sz="2400" kern="100" dirty="0">
                          <a:solidFill>
                            <a:schemeClr val="bg2"/>
                          </a:solidFill>
                          <a:effectLst/>
                        </a:rPr>
                        <a:t>根据课程学习情况进行综合评分</a:t>
                      </a:r>
                      <a:r>
                        <a:rPr lang="zh-CN" altLang="en-US" sz="2400" kern="100" dirty="0">
                          <a:solidFill>
                            <a:schemeClr val="bg2"/>
                          </a:solidFill>
                          <a:effectLst/>
                        </a:rPr>
                        <a:t>（课堂出勤与课堂表现）</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58591504"/>
                  </a:ext>
                </a:extLst>
              </a:tr>
              <a:tr h="896449">
                <a:tc vMerge="1">
                  <a:txBody>
                    <a:bodyPr/>
                    <a:lstStyle/>
                    <a:p>
                      <a:pPr marL="0" algn="ctr" defTabSz="914400" rtl="0" eaLnBrk="1" latinLnBrk="0" hangingPunct="1">
                        <a:lnSpc>
                          <a:spcPct val="100000"/>
                        </a:lnSpc>
                      </a:pPr>
                      <a:endParaRPr lang="en-CN" sz="2000" b="1" kern="100" dirty="0">
                        <a:solidFill>
                          <a:schemeClr val="bg2"/>
                        </a:solidFill>
                        <a:effectLst/>
                        <a:latin typeface="+mn-lt"/>
                        <a:ea typeface="+mn-ea"/>
                        <a:cs typeface="+mn-cs"/>
                      </a:endParaRPr>
                    </a:p>
                  </a:txBody>
                  <a:tcPr marL="68580" marR="68580" marT="0" marB="0" anchor="ctr"/>
                </a:tc>
                <a:tc>
                  <a:txBody>
                    <a:bodyPr/>
                    <a:lstStyle/>
                    <a:p>
                      <a:pPr marL="0" algn="ctr" defTabSz="914400" rtl="0" eaLnBrk="1" latinLnBrk="0" hangingPunct="1">
                        <a:lnSpc>
                          <a:spcPct val="100000"/>
                        </a:lnSpc>
                      </a:pPr>
                      <a:r>
                        <a:rPr lang="zh-CN" altLang="en-US" sz="2400" b="0" kern="100" dirty="0">
                          <a:solidFill>
                            <a:schemeClr val="bg2"/>
                          </a:solidFill>
                          <a:effectLst/>
                        </a:rPr>
                        <a:t>平时作业</a:t>
                      </a:r>
                      <a:endParaRPr lang="en-US" altLang="zh-CN" sz="2400" b="0" kern="100" dirty="0">
                        <a:solidFill>
                          <a:schemeClr val="bg2"/>
                        </a:solidFill>
                        <a:effectLst/>
                      </a:endParaRPr>
                    </a:p>
                    <a:p>
                      <a:pPr marL="0" algn="ctr" defTabSz="914400" rtl="0" eaLnBrk="1" latinLnBrk="0" hangingPunct="1">
                        <a:lnSpc>
                          <a:spcPct val="100000"/>
                        </a:lnSpc>
                      </a:pPr>
                      <a:r>
                        <a:rPr lang="zh-CN" altLang="en-US" sz="2400" b="0" kern="100" dirty="0">
                          <a:solidFill>
                            <a:schemeClr val="bg2"/>
                          </a:solidFill>
                          <a:effectLst/>
                        </a:rPr>
                        <a:t>（至少</a:t>
                      </a:r>
                      <a:r>
                        <a:rPr lang="en-US" altLang="zh-CN" sz="2400" b="0" kern="100" dirty="0">
                          <a:solidFill>
                            <a:schemeClr val="bg2"/>
                          </a:solidFill>
                          <a:effectLst/>
                        </a:rPr>
                        <a:t>2</a:t>
                      </a:r>
                      <a:r>
                        <a:rPr lang="zh-CN" altLang="en-US" sz="2400" b="0" kern="100" dirty="0">
                          <a:solidFill>
                            <a:schemeClr val="bg2"/>
                          </a:solidFill>
                          <a:effectLst/>
                        </a:rPr>
                        <a:t>次）</a:t>
                      </a:r>
                      <a:endParaRPr lang="en-CN" sz="2400" b="0" kern="100" dirty="0">
                        <a:solidFill>
                          <a:schemeClr val="bg2"/>
                        </a:solidFill>
                        <a:effectLst/>
                        <a:latin typeface="+mn-lt"/>
                        <a:ea typeface="+mn-ea"/>
                        <a:cs typeface="+mn-cs"/>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tc>
                  <a:txBody>
                    <a:bodyPr/>
                    <a:lstStyle/>
                    <a:p>
                      <a:pPr algn="ctr">
                        <a:lnSpc>
                          <a:spcPct val="150000"/>
                        </a:lnSpc>
                      </a:pPr>
                      <a:r>
                        <a:rPr lang="en-US" altLang="zh-CN" sz="2400" b="1" kern="100" dirty="0">
                          <a:solidFill>
                            <a:srgbClr val="FF0000"/>
                          </a:solidFill>
                          <a:effectLst/>
                        </a:rPr>
                        <a:t>20</a:t>
                      </a:r>
                      <a:r>
                        <a:rPr lang="en-US" sz="2400" b="1" kern="100" dirty="0">
                          <a:solidFill>
                            <a:srgbClr val="FF0000"/>
                          </a:solidFill>
                          <a:effectLst/>
                        </a:rPr>
                        <a:t>%</a:t>
                      </a:r>
                      <a:endParaRPr lang="en-CN" sz="2400" b="1" kern="100" dirty="0">
                        <a:solidFill>
                          <a:srgbClr val="FF0000"/>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tc>
                  <a:txBody>
                    <a:bodyPr/>
                    <a:lstStyle/>
                    <a:p>
                      <a:pPr algn="just">
                        <a:lnSpc>
                          <a:spcPct val="100000"/>
                        </a:lnSpc>
                      </a:pPr>
                      <a:r>
                        <a:rPr lang="zh-CN" altLang="en-US" sz="2400" kern="100" dirty="0">
                          <a:solidFill>
                            <a:schemeClr val="bg2"/>
                          </a:solidFill>
                          <a:effectLst/>
                        </a:rPr>
                        <a:t>三</a:t>
                      </a:r>
                      <a:r>
                        <a:rPr lang="zh-CN" sz="2400" kern="100" dirty="0">
                          <a:solidFill>
                            <a:schemeClr val="bg2"/>
                          </a:solidFill>
                          <a:effectLst/>
                        </a:rPr>
                        <a:t>次作业中选做</a:t>
                      </a:r>
                      <a:r>
                        <a:rPr lang="zh-CN" altLang="en-US" sz="2400" kern="100" dirty="0">
                          <a:solidFill>
                            <a:schemeClr val="bg2"/>
                          </a:solidFill>
                          <a:effectLst/>
                        </a:rPr>
                        <a:t>两</a:t>
                      </a:r>
                      <a:r>
                        <a:rPr lang="zh-CN" sz="2400" kern="100" dirty="0">
                          <a:solidFill>
                            <a:schemeClr val="bg2"/>
                          </a:solidFill>
                          <a:effectLst/>
                        </a:rPr>
                        <a:t>次完成，以技术报告形式提交。</a:t>
                      </a:r>
                      <a:r>
                        <a:rPr lang="zh-CN" altLang="en-US" sz="2400" kern="100" dirty="0">
                          <a:solidFill>
                            <a:schemeClr val="bg2"/>
                          </a:solidFill>
                          <a:effectLst/>
                        </a:rPr>
                        <a:t>每次作业</a:t>
                      </a:r>
                      <a:r>
                        <a:rPr lang="zh-CN" sz="2400" kern="100" dirty="0">
                          <a:solidFill>
                            <a:schemeClr val="bg2"/>
                          </a:solidFill>
                          <a:effectLst/>
                        </a:rPr>
                        <a:t>为</a:t>
                      </a:r>
                      <a:r>
                        <a:rPr lang="en-US" sz="2400" kern="100" dirty="0">
                          <a:solidFill>
                            <a:schemeClr val="bg2"/>
                          </a:solidFill>
                          <a:effectLst/>
                        </a:rPr>
                        <a:t>10</a:t>
                      </a:r>
                      <a:r>
                        <a:rPr lang="zh-CN" sz="2400" kern="100" dirty="0">
                          <a:solidFill>
                            <a:schemeClr val="bg2"/>
                          </a:solidFill>
                          <a:effectLst/>
                        </a:rPr>
                        <a:t>分。</a:t>
                      </a:r>
                      <a:endParaRPr lang="en-CN" sz="2400" kern="100" dirty="0">
                        <a:solidFill>
                          <a:schemeClr val="bg2"/>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4283464346"/>
                  </a:ext>
                </a:extLst>
              </a:tr>
              <a:tr h="1747851">
                <a:tc vMerge="1">
                  <a:txBody>
                    <a:bodyPr/>
                    <a:lstStyle/>
                    <a:p>
                      <a:pPr marL="0" algn="ctr" defTabSz="914400" rtl="0" eaLnBrk="1" latinLnBrk="0" hangingPunct="1">
                        <a:lnSpc>
                          <a:spcPct val="100000"/>
                        </a:lnSpc>
                      </a:pPr>
                      <a:endParaRPr lang="en-CN" sz="2000" b="1" kern="100" dirty="0">
                        <a:solidFill>
                          <a:schemeClr val="bg2"/>
                        </a:solidFill>
                        <a:effectLst/>
                        <a:latin typeface="+mn-lt"/>
                        <a:ea typeface="+mn-ea"/>
                        <a:cs typeface="+mn-cs"/>
                      </a:endParaRPr>
                    </a:p>
                  </a:txBody>
                  <a:tcPr marL="68580" marR="68580" marT="0" marB="0" anchor="ctr"/>
                </a:tc>
                <a:tc>
                  <a:txBody>
                    <a:bodyPr/>
                    <a:lstStyle/>
                    <a:p>
                      <a:pPr marL="0" algn="ctr" defTabSz="914400" rtl="0" eaLnBrk="1" latinLnBrk="0" hangingPunct="1">
                        <a:lnSpc>
                          <a:spcPct val="100000"/>
                        </a:lnSpc>
                      </a:pPr>
                      <a:r>
                        <a:rPr lang="zh-CN" altLang="en-US" sz="2400" b="0" kern="100" dirty="0">
                          <a:solidFill>
                            <a:schemeClr val="bg2"/>
                          </a:solidFill>
                          <a:effectLst/>
                        </a:rPr>
                        <a:t>实验报告</a:t>
                      </a:r>
                      <a:endParaRPr lang="en-CN" sz="2400" b="0" kern="100" dirty="0">
                        <a:solidFill>
                          <a:schemeClr val="bg2"/>
                        </a:solidFill>
                        <a:effectLst/>
                        <a:latin typeface="+mn-lt"/>
                        <a:ea typeface="+mn-ea"/>
                        <a:cs typeface="+mn-cs"/>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tc>
                  <a:txBody>
                    <a:bodyPr/>
                    <a:lstStyle/>
                    <a:p>
                      <a:pPr algn="ctr">
                        <a:lnSpc>
                          <a:spcPct val="150000"/>
                        </a:lnSpc>
                      </a:pPr>
                      <a:r>
                        <a:rPr lang="en-US" sz="2400" b="1" kern="100" dirty="0">
                          <a:solidFill>
                            <a:srgbClr val="FF0000"/>
                          </a:solidFill>
                          <a:effectLst/>
                        </a:rPr>
                        <a:t>20%</a:t>
                      </a:r>
                      <a:endParaRPr lang="en-CN" sz="2400" b="1" kern="100" dirty="0">
                        <a:solidFill>
                          <a:srgbClr val="FF0000"/>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tc>
                  <a:txBody>
                    <a:bodyPr/>
                    <a:lstStyle/>
                    <a:p>
                      <a:pPr algn="just">
                        <a:lnSpc>
                          <a:spcPct val="150000"/>
                        </a:lnSpc>
                      </a:pPr>
                      <a:r>
                        <a:rPr lang="zh-CN" altLang="en-US" sz="2400" kern="100" dirty="0">
                          <a:solidFill>
                            <a:schemeClr val="bg2"/>
                          </a:solidFill>
                          <a:effectLst/>
                          <a:latin typeface="+mn-lt"/>
                          <a:ea typeface="+mn-ea"/>
                          <a:cs typeface="+mn-cs"/>
                        </a:rPr>
                        <a:t>任选</a:t>
                      </a:r>
                      <a:r>
                        <a:rPr lang="en-US" sz="2400" kern="100" dirty="0">
                          <a:solidFill>
                            <a:schemeClr val="bg2"/>
                          </a:solidFill>
                          <a:effectLst/>
                          <a:latin typeface="+mn-lt"/>
                          <a:ea typeface="+mn-ea"/>
                          <a:cs typeface="+mn-cs"/>
                        </a:rPr>
                        <a:t>4</a:t>
                      </a:r>
                      <a:r>
                        <a:rPr lang="zh-CN" altLang="en-US" sz="2400" kern="100" dirty="0">
                          <a:solidFill>
                            <a:schemeClr val="bg2"/>
                          </a:solidFill>
                          <a:effectLst/>
                          <a:latin typeface="+mn-lt"/>
                          <a:ea typeface="+mn-ea"/>
                          <a:cs typeface="+mn-cs"/>
                        </a:rPr>
                        <a:t>次实验进行实验报告总结并汇总。每次实验课总结占</a:t>
                      </a:r>
                      <a:r>
                        <a:rPr lang="en-US" altLang="zh-CN" sz="2400" kern="100" dirty="0">
                          <a:solidFill>
                            <a:schemeClr val="bg2"/>
                          </a:solidFill>
                          <a:effectLst/>
                          <a:latin typeface="+mn-lt"/>
                          <a:ea typeface="+mn-ea"/>
                          <a:cs typeface="+mn-cs"/>
                        </a:rPr>
                        <a:t>5</a:t>
                      </a:r>
                      <a:r>
                        <a:rPr lang="zh-CN" altLang="en-US" sz="2400" kern="100" dirty="0">
                          <a:solidFill>
                            <a:schemeClr val="bg2"/>
                          </a:solidFill>
                          <a:effectLst/>
                          <a:latin typeface="+mn-lt"/>
                          <a:ea typeface="+mn-ea"/>
                          <a:cs typeface="+mn-cs"/>
                        </a:rPr>
                        <a:t>分，实验报告以</a:t>
                      </a:r>
                      <a:r>
                        <a:rPr lang="en-US" sz="2400" kern="100" dirty="0">
                          <a:solidFill>
                            <a:schemeClr val="bg2"/>
                          </a:solidFill>
                          <a:effectLst/>
                          <a:latin typeface="+mn-lt"/>
                          <a:ea typeface="+mn-ea"/>
                          <a:cs typeface="+mn-cs"/>
                        </a:rPr>
                        <a:t>word</a:t>
                      </a:r>
                      <a:r>
                        <a:rPr lang="zh-CN" altLang="en-US" sz="2400" kern="100" dirty="0">
                          <a:solidFill>
                            <a:schemeClr val="bg2"/>
                          </a:solidFill>
                          <a:effectLst/>
                          <a:latin typeface="+mn-lt"/>
                          <a:ea typeface="+mn-ea"/>
                          <a:cs typeface="+mn-cs"/>
                        </a:rPr>
                        <a:t>格式提交，要求格式规范、内容准确且实验流程细节充分。</a:t>
                      </a:r>
                      <a:r>
                        <a:rPr lang="en-CN" sz="2400" kern="100" dirty="0">
                          <a:solidFill>
                            <a:schemeClr val="bg2"/>
                          </a:solidFill>
                          <a:effectLst/>
                          <a:latin typeface="+mn-lt"/>
                          <a:ea typeface="+mn-ea"/>
                          <a:cs typeface="+mn-cs"/>
                        </a:rPr>
                        <a:t> </a:t>
                      </a: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569647440"/>
                  </a:ext>
                </a:extLst>
              </a:tr>
              <a:tr h="808904">
                <a:tc>
                  <a:txBody>
                    <a:bodyPr/>
                    <a:lstStyle/>
                    <a:p>
                      <a:pPr marL="0" algn="ctr" defTabSz="914400" rtl="0" eaLnBrk="1" latinLnBrk="0" hangingPunct="1">
                        <a:lnSpc>
                          <a:spcPct val="100000"/>
                        </a:lnSpc>
                      </a:pPr>
                      <a:r>
                        <a:rPr lang="zh-CN" altLang="en-US" sz="2400" b="1" kern="100" dirty="0">
                          <a:solidFill>
                            <a:schemeClr val="bg2"/>
                          </a:solidFill>
                          <a:effectLst/>
                        </a:rPr>
                        <a:t>期末开发实践</a:t>
                      </a:r>
                      <a:endParaRPr lang="en-CN" sz="2400" b="1" kern="100" dirty="0">
                        <a:solidFill>
                          <a:schemeClr val="bg2"/>
                        </a:solidFill>
                        <a:effectLst/>
                        <a:latin typeface="+mn-lt"/>
                        <a:ea typeface="+mn-ea"/>
                        <a:cs typeface="+mn-cs"/>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tcPr>
                </a:tc>
                <a:tc gridSpan="2">
                  <a:txBody>
                    <a:bodyPr/>
                    <a:lstStyle/>
                    <a:p>
                      <a:pPr algn="ctr">
                        <a:lnSpc>
                          <a:spcPct val="150000"/>
                        </a:lnSpc>
                      </a:pPr>
                      <a:r>
                        <a:rPr lang="en-US" altLang="zh-CN" sz="2400" b="1" kern="100" dirty="0">
                          <a:solidFill>
                            <a:srgbClr val="FF0000"/>
                          </a:solidFill>
                          <a:effectLst/>
                        </a:rPr>
                        <a:t>40</a:t>
                      </a:r>
                      <a:r>
                        <a:rPr lang="en-US" sz="2400" b="1" kern="100" dirty="0">
                          <a:solidFill>
                            <a:srgbClr val="FF0000"/>
                          </a:solidFill>
                          <a:effectLst/>
                        </a:rPr>
                        <a:t>%</a:t>
                      </a:r>
                      <a:endParaRPr lang="en-CN" sz="2400" b="1" kern="100" dirty="0">
                        <a:solidFill>
                          <a:srgbClr val="FF0000"/>
                        </a:solidFill>
                        <a:effectLst/>
                        <a:latin typeface="Times New Roman" panose="02020603050405020304" pitchFamily="18" charset="0"/>
                        <a:ea typeface="SimSun" panose="02010600030101010101" pitchFamily="2" charset="-122"/>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tcPr>
                </a:tc>
                <a:tc hMerge="1">
                  <a:txBody>
                    <a:bodyPr/>
                    <a:lstStyle/>
                    <a:p>
                      <a:endParaRPr dirty="0"/>
                    </a:p>
                  </a:txBody>
                  <a:tcPr marL="68580" marR="68580" marT="0" marB="0" anchor="ctr"/>
                </a:tc>
                <a:tc>
                  <a:txBody>
                    <a:bodyPr/>
                    <a:lstStyle/>
                    <a:p>
                      <a:pPr algn="just">
                        <a:lnSpc>
                          <a:spcPct val="150000"/>
                        </a:lnSpc>
                      </a:pPr>
                      <a:r>
                        <a:rPr lang="zh-CN" altLang="en-US" sz="2400" kern="100" dirty="0">
                          <a:solidFill>
                            <a:schemeClr val="bg2"/>
                          </a:solidFill>
                          <a:effectLst/>
                          <a:latin typeface="+mn-lt"/>
                          <a:ea typeface="+mn-ea"/>
                          <a:cs typeface="+mn-cs"/>
                        </a:rPr>
                        <a:t>期末考试，参考近三年计算机二级考试题库</a:t>
                      </a:r>
                      <a:endParaRPr lang="en-CN" sz="2400" kern="100" dirty="0">
                        <a:solidFill>
                          <a:schemeClr val="bg2"/>
                        </a:solidFill>
                        <a:effectLst/>
                        <a:latin typeface="+mn-lt"/>
                        <a:ea typeface="+mn-ea"/>
                        <a:cs typeface="+mn-cs"/>
                      </a:endParaRPr>
                    </a:p>
                  </a:txBody>
                  <a:tcPr marL="68580" marR="68580" marT="0" marB="0" anchor="ctr">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481735153"/>
                  </a:ext>
                </a:extLst>
              </a:tr>
            </a:tbl>
          </a:graphicData>
        </a:graphic>
      </p:graphicFrame>
      <p:sp>
        <p:nvSpPr>
          <p:cNvPr id="6" name="TextBox 5">
            <a:extLst>
              <a:ext uri="{FF2B5EF4-FFF2-40B4-BE49-F238E27FC236}">
                <a16:creationId xmlns:a16="http://schemas.microsoft.com/office/drawing/2014/main" id="{3B21EC2E-2FC7-09C0-BB71-F60E63C18709}"/>
              </a:ext>
            </a:extLst>
          </p:cNvPr>
          <p:cNvSpPr txBox="1"/>
          <p:nvPr/>
        </p:nvSpPr>
        <p:spPr>
          <a:xfrm>
            <a:off x="495299" y="876922"/>
            <a:ext cx="11334749" cy="584775"/>
          </a:xfrm>
          <a:prstGeom prst="rect">
            <a:avLst/>
          </a:prstGeom>
          <a:noFill/>
        </p:spPr>
        <p:txBody>
          <a:bodyPr wrap="square" rtlCol="0">
            <a:spAutoFit/>
          </a:bodyPr>
          <a:lstStyle/>
          <a:p>
            <a:pPr algn="just">
              <a:defRPr/>
            </a:pPr>
            <a:r>
              <a:rPr lang="en-US" altLang="zh-CN" sz="3200" b="1" dirty="0">
                <a:solidFill>
                  <a:srgbClr val="333333"/>
                </a:solidFill>
                <a:latin typeface="微软雅黑"/>
                <a:ea typeface="微软雅黑"/>
              </a:rPr>
              <a:t>5.</a:t>
            </a:r>
            <a:r>
              <a:rPr lang="zh-CN" altLang="en-US" sz="3200" b="1" dirty="0">
                <a:solidFill>
                  <a:srgbClr val="333333"/>
                </a:solidFill>
                <a:latin typeface="微软雅黑"/>
                <a:ea typeface="微软雅黑"/>
              </a:rPr>
              <a:t> 考核及成绩</a:t>
            </a:r>
            <a:endParaRPr lang="en-US" altLang="zh-CN" sz="3200" b="1" dirty="0">
              <a:solidFill>
                <a:srgbClr val="333333"/>
              </a:solidFill>
              <a:latin typeface="微软雅黑"/>
              <a:ea typeface="微软雅黑"/>
            </a:endParaRPr>
          </a:p>
        </p:txBody>
      </p:sp>
    </p:spTree>
    <p:extLst>
      <p:ext uri="{BB962C8B-B14F-4D97-AF65-F5344CB8AC3E}">
        <p14:creationId xmlns:p14="http://schemas.microsoft.com/office/powerpoint/2010/main" val="116655812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schemeClr>
        </a:solidFill>
        <a:effectLst/>
      </p:bgPr>
    </p:bg>
    <p:spTree>
      <p:nvGrpSpPr>
        <p:cNvPr id="1" name=""/>
        <p:cNvGrpSpPr/>
        <p:nvPr/>
      </p:nvGrpSpPr>
      <p:grpSpPr>
        <a:xfrm>
          <a:off x="0" y="0"/>
          <a:ext cx="0" cy="0"/>
          <a:chOff x="0" y="0"/>
          <a:chExt cx="0" cy="0"/>
        </a:xfrm>
      </p:grpSpPr>
      <p:sp>
        <p:nvSpPr>
          <p:cNvPr id="24" name="Rectangle 7"/>
          <p:cNvSpPr>
            <a:spLocks noChangeArrowheads="1"/>
          </p:cNvSpPr>
          <p:nvPr/>
        </p:nvSpPr>
        <p:spPr bwMode="auto">
          <a:xfrm>
            <a:off x="1843693" y="1685334"/>
            <a:ext cx="8501204" cy="191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defRPr/>
            </a:pPr>
            <a:r>
              <a:rPr lang="zh-CN" altLang="en-US" sz="4800" b="1" dirty="0">
                <a:solidFill>
                  <a:srgbClr val="FF0000"/>
                </a:solidFill>
                <a:latin typeface="微软雅黑"/>
                <a:ea typeface="微软雅黑"/>
              </a:rPr>
              <a:t>第一章 计算机编程与开发环境</a:t>
            </a:r>
            <a:endParaRPr lang="zh-CN" altLang="zh-CN" sz="4800" b="1" dirty="0">
              <a:solidFill>
                <a:srgbClr val="FF0000"/>
              </a:solidFill>
              <a:latin typeface="微软雅黑"/>
              <a:ea typeface="微软雅黑"/>
            </a:endParaRPr>
          </a:p>
        </p:txBody>
      </p:sp>
      <p:sp>
        <p:nvSpPr>
          <p:cNvPr id="25" name="Rectangle 8"/>
          <p:cNvSpPr>
            <a:spLocks noChangeArrowheads="1"/>
          </p:cNvSpPr>
          <p:nvPr/>
        </p:nvSpPr>
        <p:spPr bwMode="auto">
          <a:xfrm>
            <a:off x="1677909" y="3931738"/>
            <a:ext cx="8809022"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ts val="0"/>
              </a:spcBef>
              <a:buSzPct val="80000"/>
              <a:defRPr/>
            </a:pPr>
            <a:r>
              <a:rPr lang="zh-CN" altLang="en-US" sz="2800" b="1" dirty="0">
                <a:solidFill>
                  <a:srgbClr val="002060"/>
                </a:solidFill>
                <a:latin typeface="微软雅黑"/>
                <a:ea typeface="微软雅黑"/>
                <a:cs typeface="微软雅黑" charset="0"/>
              </a:rPr>
              <a:t>罗 新</a:t>
            </a:r>
            <a:endParaRPr lang="en-US" altLang="zh-CN" sz="2800" b="1" dirty="0">
              <a:solidFill>
                <a:srgbClr val="002060"/>
              </a:solidFill>
              <a:latin typeface="微软雅黑"/>
              <a:ea typeface="微软雅黑"/>
              <a:cs typeface="微软雅黑" charset="0"/>
            </a:endParaRPr>
          </a:p>
          <a:p>
            <a:pPr>
              <a:lnSpc>
                <a:spcPct val="150000"/>
              </a:lnSpc>
              <a:spcBef>
                <a:spcPts val="0"/>
              </a:spcBef>
              <a:buSzPct val="80000"/>
              <a:defRPr/>
            </a:pPr>
            <a:r>
              <a:rPr lang="zh-CN" altLang="en-US" sz="2800" b="1" dirty="0">
                <a:solidFill>
                  <a:srgbClr val="002060"/>
                </a:solidFill>
                <a:latin typeface="微软雅黑"/>
                <a:ea typeface="微软雅黑"/>
                <a:cs typeface="微软雅黑" charset="0"/>
              </a:rPr>
              <a:t>云南大学 地球科学学院</a:t>
            </a:r>
            <a:endParaRPr lang="en-US" altLang="zh-CN" sz="2800" b="1" dirty="0">
              <a:solidFill>
                <a:srgbClr val="002060"/>
              </a:solidFill>
              <a:latin typeface="微软雅黑"/>
              <a:ea typeface="微软雅黑"/>
              <a:cs typeface="微软雅黑" charset="0"/>
            </a:endParaRPr>
          </a:p>
          <a:p>
            <a:pPr>
              <a:lnSpc>
                <a:spcPct val="150000"/>
              </a:lnSpc>
              <a:spcBef>
                <a:spcPts val="0"/>
              </a:spcBef>
              <a:buSzPct val="80000"/>
              <a:defRPr/>
            </a:pPr>
            <a:endParaRPr lang="zh-CN" altLang="en-US" sz="3200" b="1"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2000" dirty="0">
              <a:solidFill>
                <a:srgbClr val="002060"/>
              </a:solidFill>
              <a:latin typeface="微软雅黑"/>
              <a:ea typeface="微软雅黑"/>
              <a:cs typeface="微软雅黑" charset="0"/>
            </a:endParaRPr>
          </a:p>
        </p:txBody>
      </p:sp>
      <p:sp>
        <p:nvSpPr>
          <p:cNvPr id="54" name="矩形 53"/>
          <p:cNvSpPr/>
          <p:nvPr/>
        </p:nvSpPr>
        <p:spPr>
          <a:xfrm flipV="1">
            <a:off x="2316000" y="3614407"/>
            <a:ext cx="7560000" cy="45719"/>
          </a:xfrm>
          <a:prstGeom prst="rect">
            <a:avLst/>
          </a:prstGeom>
          <a:gradFill flip="none" rotWithShape="1">
            <a:gsLst>
              <a:gs pos="0">
                <a:schemeClr val="accent1">
                  <a:tint val="66000"/>
                  <a:satMod val="160000"/>
                  <a:lumMod val="0"/>
                  <a:lumOff val="100000"/>
                  <a:alpha val="0"/>
                </a:schemeClr>
              </a:gs>
              <a:gs pos="50000">
                <a:schemeClr val="accent1"/>
              </a:gs>
              <a:gs pos="100000">
                <a:schemeClr val="accent1">
                  <a:tint val="23500"/>
                  <a:satMod val="160000"/>
                  <a:lumMod val="0"/>
                  <a:lumOff val="100000"/>
                  <a:alpha val="0"/>
                </a:schemeClr>
              </a:gs>
            </a:gsLst>
            <a:lin ang="10800000" scaled="1"/>
            <a:tileRect/>
          </a:gradFill>
        </p:spPr>
        <p:txBody>
          <a:bodyPr wrap="square" lIns="0" rtlCol="0" anchor="ctr">
            <a:noAutofit/>
          </a:bodyPr>
          <a:lstStyle/>
          <a:p>
            <a:pPr algn="l">
              <a:defRPr/>
            </a:pPr>
            <a:endParaRPr lang="zh-CN" altLang="en-US" b="1">
              <a:solidFill>
                <a:srgbClr val="FF0000"/>
              </a:solidFill>
              <a:latin typeface="微软雅黑" pitchFamily="34" charset="-122"/>
              <a:ea typeface="微软雅黑" pitchFamily="34" charset="-122"/>
            </a:endParaRPr>
          </a:p>
        </p:txBody>
      </p:sp>
      <p:sp>
        <p:nvSpPr>
          <p:cNvPr id="2" name="Rectangle 1">
            <a:extLst>
              <a:ext uri="{FF2B5EF4-FFF2-40B4-BE49-F238E27FC236}">
                <a16:creationId xmlns:a16="http://schemas.microsoft.com/office/drawing/2014/main" id="{C2515BE6-09AD-694B-8839-0C2DC98FAD34}"/>
              </a:ext>
            </a:extLst>
          </p:cNvPr>
          <p:cNvSpPr/>
          <p:nvPr/>
        </p:nvSpPr>
        <p:spPr>
          <a:xfrm>
            <a:off x="1831821" y="5474698"/>
            <a:ext cx="8627953" cy="861774"/>
          </a:xfrm>
          <a:prstGeom prst="rect">
            <a:avLst/>
          </a:prstGeom>
        </p:spPr>
        <p:txBody>
          <a:bodyPr wrap="square">
            <a:spAutoFit/>
          </a:bodyPr>
          <a:lstStyle/>
          <a:p>
            <a:pPr>
              <a:defRPr/>
            </a:pPr>
            <a:r>
              <a:rPr lang="en-US" sz="2000">
                <a:solidFill>
                  <a:prstClr val="black"/>
                </a:solidFill>
                <a:latin typeface="微软雅黑"/>
                <a:ea typeface="微软雅黑"/>
              </a:rPr>
              <a:t>邮箱</a:t>
            </a:r>
            <a:r>
              <a:rPr lang="en-CN" sz="2000">
                <a:solidFill>
                  <a:prstClr val="black"/>
                </a:solidFill>
                <a:latin typeface="微软雅黑"/>
                <a:ea typeface="微软雅黑"/>
              </a:rPr>
              <a:t>: xinluo_xin@ynu.edu.cn</a:t>
            </a:r>
          </a:p>
          <a:p>
            <a:pPr>
              <a:defRPr/>
            </a:pPr>
            <a:r>
              <a:rPr lang="en-CN" sz="2000">
                <a:solidFill>
                  <a:prstClr val="black"/>
                </a:solidFill>
                <a:latin typeface="微软雅黑"/>
                <a:ea typeface="微软雅黑"/>
              </a:rPr>
              <a:t>地址</a:t>
            </a:r>
            <a:r>
              <a:rPr lang="zh-CN" altLang="en-US" sz="2000">
                <a:solidFill>
                  <a:prstClr val="black"/>
                </a:solidFill>
                <a:latin typeface="微软雅黑"/>
                <a:ea typeface="微软雅黑"/>
              </a:rPr>
              <a:t>：地球科学学院</a:t>
            </a:r>
            <a:r>
              <a:rPr lang="en-US" altLang="zh-CN" sz="2000">
                <a:solidFill>
                  <a:prstClr val="black"/>
                </a:solidFill>
                <a:latin typeface="微软雅黑"/>
                <a:ea typeface="微软雅黑"/>
              </a:rPr>
              <a:t>1327</a:t>
            </a:r>
            <a:r>
              <a:rPr lang="zh-CN" altLang="en-US" sz="2000">
                <a:solidFill>
                  <a:prstClr val="black"/>
                </a:solidFill>
                <a:latin typeface="微软雅黑"/>
                <a:ea typeface="微软雅黑"/>
              </a:rPr>
              <a:t>办公室</a:t>
            </a:r>
            <a:endParaRPr lang="en-CN" sz="2000">
              <a:solidFill>
                <a:prstClr val="black"/>
              </a:solidFill>
              <a:latin typeface="微软雅黑"/>
              <a:ea typeface="微软雅黑"/>
            </a:endParaRPr>
          </a:p>
        </p:txBody>
      </p:sp>
      <p:pic>
        <p:nvPicPr>
          <p:cNvPr id="4" name="Picture 3">
            <a:extLst>
              <a:ext uri="{FF2B5EF4-FFF2-40B4-BE49-F238E27FC236}">
                <a16:creationId xmlns:a16="http://schemas.microsoft.com/office/drawing/2014/main" id="{C5A20417-E7CA-C285-EB98-9BD26873E83E}"/>
              </a:ext>
            </a:extLst>
          </p:cNvPr>
          <p:cNvPicPr>
            <a:picLocks noChangeAspect="1"/>
          </p:cNvPicPr>
          <p:nvPr/>
        </p:nvPicPr>
        <p:blipFill>
          <a:blip r:embed="rId3"/>
          <a:stretch>
            <a:fillRect/>
          </a:stretch>
        </p:blipFill>
        <p:spPr>
          <a:xfrm>
            <a:off x="1843696" y="243147"/>
            <a:ext cx="2866773" cy="1012641"/>
          </a:xfrm>
          <a:prstGeom prst="rect">
            <a:avLst/>
          </a:prstGeom>
        </p:spPr>
      </p:pic>
      <p:pic>
        <p:nvPicPr>
          <p:cNvPr id="9" name="Picture 8">
            <a:extLst>
              <a:ext uri="{FF2B5EF4-FFF2-40B4-BE49-F238E27FC236}">
                <a16:creationId xmlns:a16="http://schemas.microsoft.com/office/drawing/2014/main" id="{D79EB157-7CF0-C636-5797-94C0A73AF8D4}"/>
              </a:ext>
            </a:extLst>
          </p:cNvPr>
          <p:cNvPicPr>
            <a:picLocks noChangeAspect="1"/>
          </p:cNvPicPr>
          <p:nvPr/>
        </p:nvPicPr>
        <p:blipFill>
          <a:blip r:embed="rId4"/>
          <a:stretch>
            <a:fillRect/>
          </a:stretch>
        </p:blipFill>
        <p:spPr>
          <a:xfrm>
            <a:off x="7686264" y="6259528"/>
            <a:ext cx="2996979" cy="622992"/>
          </a:xfrm>
          <a:prstGeom prst="rect">
            <a:avLst/>
          </a:prstGeom>
        </p:spPr>
      </p:pic>
      <p:sp>
        <p:nvSpPr>
          <p:cNvPr id="3" name="TextBox 2">
            <a:extLst>
              <a:ext uri="{FF2B5EF4-FFF2-40B4-BE49-F238E27FC236}">
                <a16:creationId xmlns:a16="http://schemas.microsoft.com/office/drawing/2014/main" id="{E375549C-74EF-2C8F-6432-2C52B803FB1B}"/>
              </a:ext>
            </a:extLst>
          </p:cNvPr>
          <p:cNvSpPr txBox="1"/>
          <p:nvPr/>
        </p:nvSpPr>
        <p:spPr>
          <a:xfrm>
            <a:off x="6743692" y="243144"/>
            <a:ext cx="3716082" cy="369332"/>
          </a:xfrm>
          <a:prstGeom prst="rect">
            <a:avLst/>
          </a:prstGeom>
          <a:noFill/>
        </p:spPr>
        <p:txBody>
          <a:bodyPr wrap="none" rtlCol="0">
            <a:spAutoFit/>
          </a:bodyPr>
          <a:lstStyle/>
          <a:p>
            <a:r>
              <a:rPr lang="en-CN" sz="1800" b="1" dirty="0">
                <a:solidFill>
                  <a:schemeClr val="bg2"/>
                </a:solidFill>
                <a:latin typeface="+mn-ea"/>
                <a:ea typeface="+mn-ea"/>
              </a:rPr>
              <a:t>云南大学</a:t>
            </a:r>
            <a:r>
              <a:rPr lang="en-US" altLang="zh-CN" sz="1800" b="1" dirty="0">
                <a:solidFill>
                  <a:schemeClr val="bg2"/>
                </a:solidFill>
                <a:latin typeface="+mn-ea"/>
                <a:ea typeface="+mn-ea"/>
              </a:rPr>
              <a:t>《</a:t>
            </a:r>
            <a:r>
              <a:rPr lang="en-CN" sz="1800" b="1" dirty="0">
                <a:solidFill>
                  <a:schemeClr val="bg2"/>
                </a:solidFill>
                <a:latin typeface="+mn-ea"/>
                <a:ea typeface="+mn-ea"/>
              </a:rPr>
              <a:t> 编程基础</a:t>
            </a:r>
            <a:r>
              <a:rPr lang="en-US" altLang="zh-CN" sz="1800" b="1" dirty="0">
                <a:solidFill>
                  <a:schemeClr val="bg2"/>
                </a:solidFill>
                <a:latin typeface="+mn-ea"/>
                <a:ea typeface="+mn-ea"/>
              </a:rPr>
              <a:t>》</a:t>
            </a:r>
            <a:r>
              <a:rPr lang="en-CN" sz="1800" b="1" dirty="0">
                <a:solidFill>
                  <a:schemeClr val="bg2"/>
                </a:solidFill>
                <a:latin typeface="+mn-ea"/>
                <a:ea typeface="+mn-ea"/>
              </a:rPr>
              <a:t>课程第</a:t>
            </a:r>
            <a:r>
              <a:rPr lang="zh-CN" altLang="en-US" sz="1800" b="1" dirty="0">
                <a:solidFill>
                  <a:schemeClr val="bg2"/>
                </a:solidFill>
                <a:latin typeface="+mn-ea"/>
                <a:ea typeface="+mn-ea"/>
              </a:rPr>
              <a:t>一</a:t>
            </a:r>
            <a:r>
              <a:rPr lang="en-CN" sz="1800" b="1" dirty="0">
                <a:solidFill>
                  <a:schemeClr val="bg2"/>
                </a:solidFill>
                <a:latin typeface="+mn-ea"/>
                <a:ea typeface="+mn-ea"/>
              </a:rPr>
              <a:t>章</a:t>
            </a:r>
          </a:p>
        </p:txBody>
      </p:sp>
    </p:spTree>
    <p:extLst>
      <p:ext uri="{BB962C8B-B14F-4D97-AF65-F5344CB8AC3E}">
        <p14:creationId xmlns:p14="http://schemas.microsoft.com/office/powerpoint/2010/main" val="165860717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矩形 5"/>
          <p:cNvSpPr/>
          <p:nvPr/>
        </p:nvSpPr>
        <p:spPr>
          <a:xfrm>
            <a:off x="31110" y="0"/>
            <a:ext cx="1835696" cy="6858000"/>
          </a:xfrm>
          <a:prstGeom prst="rect">
            <a:avLst/>
          </a:prstGeom>
          <a:solidFill>
            <a:srgbClr val="0000CC"/>
          </a:solidFill>
          <a:ln w="9525">
            <a:noFill/>
            <a:miter lim="800000"/>
            <a:headEnd/>
            <a:tailEnd/>
          </a:ln>
        </p:spPr>
        <p:txBody>
          <a:bodyPr wrap="none" anchor="ctr"/>
          <a:lstStyle/>
          <a:p>
            <a:pPr fontAlgn="auto">
              <a:spcBef>
                <a:spcPts val="0"/>
              </a:spcBef>
              <a:spcAft>
                <a:spcPts val="0"/>
              </a:spcAft>
            </a:pPr>
            <a:endParaRPr lang="zh-CN" altLang="en-US">
              <a:solidFill>
                <a:prstClr val="black"/>
              </a:solidFill>
              <a:latin typeface="Calibri" pitchFamily="34" charset="0"/>
            </a:endParaRPr>
          </a:p>
        </p:txBody>
      </p:sp>
      <p:grpSp>
        <p:nvGrpSpPr>
          <p:cNvPr id="9" name="Group 8">
            <a:extLst>
              <a:ext uri="{FF2B5EF4-FFF2-40B4-BE49-F238E27FC236}">
                <a16:creationId xmlns:a16="http://schemas.microsoft.com/office/drawing/2014/main" id="{84B9B8D5-4BCC-CDFF-1E13-B005060A8BDF}"/>
              </a:ext>
            </a:extLst>
          </p:cNvPr>
          <p:cNvGrpSpPr/>
          <p:nvPr/>
        </p:nvGrpSpPr>
        <p:grpSpPr>
          <a:xfrm>
            <a:off x="2161790" y="4583174"/>
            <a:ext cx="6916338" cy="772176"/>
            <a:chOff x="2121802" y="2115450"/>
            <a:chExt cx="5430801" cy="576000"/>
          </a:xfrm>
        </p:grpSpPr>
        <p:sp>
          <p:nvSpPr>
            <p:cNvPr id="10" name="椭圆 9"/>
            <p:cNvSpPr/>
            <p:nvPr/>
          </p:nvSpPr>
          <p:spPr>
            <a:xfrm>
              <a:off x="2121802" y="2115450"/>
              <a:ext cx="576000" cy="576000"/>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3200" b="1">
                  <a:solidFill>
                    <a:schemeClr val="accent1"/>
                  </a:solidFill>
                  <a:latin typeface="微软雅黑" pitchFamily="34" charset="-122"/>
                  <a:ea typeface="微软雅黑" pitchFamily="34" charset="-122"/>
                </a:rPr>
                <a:t>三</a:t>
              </a:r>
            </a:p>
          </p:txBody>
        </p:sp>
        <p:sp>
          <p:nvSpPr>
            <p:cNvPr id="12" name="矩形 11"/>
            <p:cNvSpPr/>
            <p:nvPr/>
          </p:nvSpPr>
          <p:spPr>
            <a:xfrm>
              <a:off x="2697802" y="2173517"/>
              <a:ext cx="4854801" cy="436209"/>
            </a:xfrm>
            <a:prstGeom prst="rect">
              <a:avLst/>
            </a:prstGeom>
          </p:spPr>
          <p:txBody>
            <a:bodyPr wrap="square" anchor="ctr">
              <a:spAutoFit/>
            </a:bodyPr>
            <a:lstStyle/>
            <a:p>
              <a:pPr algn="l" fontAlgn="auto">
                <a:spcBef>
                  <a:spcPts val="0"/>
                </a:spcBef>
                <a:spcAft>
                  <a:spcPts val="0"/>
                </a:spcAft>
              </a:pPr>
              <a:r>
                <a:rPr lang="en-CN" altLang="zh-CN" sz="3200" b="1" dirty="0">
                  <a:solidFill>
                    <a:schemeClr val="accent1"/>
                  </a:solidFill>
                  <a:highlight>
                    <a:srgbClr val="FFFFFF"/>
                  </a:highlight>
                  <a:latin typeface="Arial"/>
                  <a:ea typeface="微软雅黑"/>
                </a:rPr>
                <a:t>Python</a:t>
              </a:r>
              <a:r>
                <a:rPr lang="zh-CN" altLang="en-CN" sz="3200" b="1" dirty="0">
                  <a:solidFill>
                    <a:schemeClr val="accent1"/>
                  </a:solidFill>
                  <a:highlight>
                    <a:srgbClr val="FFFFFF"/>
                  </a:highlight>
                  <a:latin typeface="Arial"/>
                  <a:ea typeface="微软雅黑"/>
                </a:rPr>
                <a:t>编程</a:t>
              </a:r>
              <a:r>
                <a:rPr lang="zh-CN" altLang="en-US" sz="3200" b="1" dirty="0">
                  <a:solidFill>
                    <a:schemeClr val="accent1"/>
                  </a:solidFill>
                  <a:highlight>
                    <a:srgbClr val="FFFFFF"/>
                  </a:highlight>
                  <a:latin typeface="Arial"/>
                  <a:ea typeface="微软雅黑"/>
                </a:rPr>
                <a:t>环境配置</a:t>
              </a:r>
            </a:p>
          </p:txBody>
        </p:sp>
      </p:grpSp>
      <p:grpSp>
        <p:nvGrpSpPr>
          <p:cNvPr id="3" name="Group 2">
            <a:extLst>
              <a:ext uri="{FF2B5EF4-FFF2-40B4-BE49-F238E27FC236}">
                <a16:creationId xmlns:a16="http://schemas.microsoft.com/office/drawing/2014/main" id="{12ED16A1-79B8-7DB1-1CC1-250B051BAD58}"/>
              </a:ext>
            </a:extLst>
          </p:cNvPr>
          <p:cNvGrpSpPr/>
          <p:nvPr/>
        </p:nvGrpSpPr>
        <p:grpSpPr>
          <a:xfrm>
            <a:off x="2161793" y="3327050"/>
            <a:ext cx="6403721" cy="717997"/>
            <a:chOff x="2121801" y="3511390"/>
            <a:chExt cx="5718901" cy="576000"/>
          </a:xfrm>
        </p:grpSpPr>
        <p:sp>
          <p:nvSpPr>
            <p:cNvPr id="13" name="椭圆 12"/>
            <p:cNvSpPr/>
            <p:nvPr/>
          </p:nvSpPr>
          <p:spPr>
            <a:xfrm>
              <a:off x="2121801" y="3511390"/>
              <a:ext cx="655111" cy="576000"/>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3200" b="1">
                  <a:solidFill>
                    <a:schemeClr val="accent1"/>
                  </a:solidFill>
                  <a:latin typeface="微软雅黑" pitchFamily="34" charset="-122"/>
                  <a:ea typeface="微软雅黑" pitchFamily="34" charset="-122"/>
                </a:rPr>
                <a:t>二</a:t>
              </a:r>
            </a:p>
          </p:txBody>
        </p:sp>
        <p:sp>
          <p:nvSpPr>
            <p:cNvPr id="14" name="矩形 13"/>
            <p:cNvSpPr/>
            <p:nvPr/>
          </p:nvSpPr>
          <p:spPr>
            <a:xfrm>
              <a:off x="2777899" y="3560440"/>
              <a:ext cx="5062803" cy="469125"/>
            </a:xfrm>
            <a:prstGeom prst="rect">
              <a:avLst/>
            </a:prstGeom>
          </p:spPr>
          <p:txBody>
            <a:bodyPr wrap="square" anchor="ctr">
              <a:spAutoFit/>
            </a:bodyPr>
            <a:lstStyle/>
            <a:p>
              <a:pPr algn="l" fontAlgn="auto">
                <a:spcBef>
                  <a:spcPts val="0"/>
                </a:spcBef>
                <a:spcAft>
                  <a:spcPts val="0"/>
                </a:spcAft>
              </a:pPr>
              <a:r>
                <a:rPr lang="en-US" altLang="zh-CN" sz="3200" b="1" dirty="0">
                  <a:solidFill>
                    <a:schemeClr val="accent1"/>
                  </a:solidFill>
                  <a:highlight>
                    <a:srgbClr val="FFFFFF"/>
                  </a:highlight>
                  <a:latin typeface="Arial"/>
                  <a:ea typeface="微软雅黑"/>
                </a:rPr>
                <a:t>Python</a:t>
              </a:r>
              <a:r>
                <a:rPr lang="zh-CN" altLang="en-US" sz="3200" b="1" dirty="0">
                  <a:solidFill>
                    <a:schemeClr val="accent1"/>
                  </a:solidFill>
                  <a:highlight>
                    <a:srgbClr val="FFFFFF"/>
                  </a:highlight>
                  <a:latin typeface="Arial"/>
                  <a:ea typeface="微软雅黑"/>
                </a:rPr>
                <a:t>程序设计简介</a:t>
              </a:r>
              <a:endParaRPr lang="en-US" altLang="zh-CN" sz="3200" b="1" dirty="0">
                <a:solidFill>
                  <a:schemeClr val="accent1"/>
                </a:solidFill>
                <a:highlight>
                  <a:srgbClr val="FFFFFF"/>
                </a:highlight>
                <a:latin typeface="Arial"/>
                <a:ea typeface="微软雅黑"/>
              </a:endParaRPr>
            </a:p>
          </p:txBody>
        </p:sp>
      </p:grpSp>
      <p:sp>
        <p:nvSpPr>
          <p:cNvPr id="19" name="TextBox 18"/>
          <p:cNvSpPr txBox="1"/>
          <p:nvPr/>
        </p:nvSpPr>
        <p:spPr>
          <a:xfrm>
            <a:off x="8696373" y="260648"/>
            <a:ext cx="1608134" cy="923330"/>
          </a:xfrm>
          <a:prstGeom prst="rect">
            <a:avLst/>
          </a:prstGeom>
          <a:noFill/>
        </p:spPr>
        <p:txBody>
          <a:bodyPr wrap="none" rtlCol="0">
            <a:spAutoFit/>
          </a:bodyPr>
          <a:lstStyle/>
          <a:p>
            <a:pPr algn="r" fontAlgn="auto">
              <a:spcBef>
                <a:spcPts val="0"/>
              </a:spcBef>
              <a:spcAft>
                <a:spcPts val="0"/>
              </a:spcAft>
            </a:pPr>
            <a:r>
              <a:rPr lang="zh-CN" altLang="en-US" sz="5400" b="1">
                <a:solidFill>
                  <a:schemeClr val="accent1"/>
                </a:solidFill>
                <a:latin typeface="Arial"/>
                <a:ea typeface="微软雅黑"/>
              </a:rPr>
              <a:t>目录</a:t>
            </a:r>
            <a:endParaRPr lang="en-US" altLang="zh-CN" sz="5400" b="1">
              <a:solidFill>
                <a:schemeClr val="accent1"/>
              </a:solidFill>
              <a:latin typeface="Arial"/>
              <a:ea typeface="微软雅黑"/>
            </a:endParaRPr>
          </a:p>
        </p:txBody>
      </p:sp>
      <p:grpSp>
        <p:nvGrpSpPr>
          <p:cNvPr id="2" name="Group 1">
            <a:extLst>
              <a:ext uri="{FF2B5EF4-FFF2-40B4-BE49-F238E27FC236}">
                <a16:creationId xmlns:a16="http://schemas.microsoft.com/office/drawing/2014/main" id="{AFCAA61D-767A-24EA-9072-7425684288BB}"/>
              </a:ext>
            </a:extLst>
          </p:cNvPr>
          <p:cNvGrpSpPr/>
          <p:nvPr/>
        </p:nvGrpSpPr>
        <p:grpSpPr>
          <a:xfrm>
            <a:off x="2161793" y="2040781"/>
            <a:ext cx="6649827" cy="772176"/>
            <a:chOff x="2121802" y="2115450"/>
            <a:chExt cx="5221533" cy="576000"/>
          </a:xfrm>
        </p:grpSpPr>
        <p:sp>
          <p:nvSpPr>
            <p:cNvPr id="4" name="椭圆 9">
              <a:extLst>
                <a:ext uri="{FF2B5EF4-FFF2-40B4-BE49-F238E27FC236}">
                  <a16:creationId xmlns:a16="http://schemas.microsoft.com/office/drawing/2014/main" id="{E22E439B-4B3F-A527-61D0-3ED55D24E856}"/>
                </a:ext>
              </a:extLst>
            </p:cNvPr>
            <p:cNvSpPr/>
            <p:nvPr/>
          </p:nvSpPr>
          <p:spPr>
            <a:xfrm>
              <a:off x="2121802" y="2115450"/>
              <a:ext cx="576000" cy="576000"/>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3200" b="1">
                  <a:solidFill>
                    <a:schemeClr val="accent1"/>
                  </a:solidFill>
                  <a:latin typeface="微软雅黑" pitchFamily="34" charset="-122"/>
                  <a:ea typeface="微软雅黑" pitchFamily="34" charset="-122"/>
                </a:rPr>
                <a:t>一</a:t>
              </a:r>
            </a:p>
          </p:txBody>
        </p:sp>
        <p:sp>
          <p:nvSpPr>
            <p:cNvPr id="5" name="矩形 11">
              <a:extLst>
                <a:ext uri="{FF2B5EF4-FFF2-40B4-BE49-F238E27FC236}">
                  <a16:creationId xmlns:a16="http://schemas.microsoft.com/office/drawing/2014/main" id="{494DAA55-5621-28DB-D255-E0EBB6C6477B}"/>
                </a:ext>
              </a:extLst>
            </p:cNvPr>
            <p:cNvSpPr/>
            <p:nvPr/>
          </p:nvSpPr>
          <p:spPr>
            <a:xfrm>
              <a:off x="2697802" y="2173516"/>
              <a:ext cx="4645533" cy="436209"/>
            </a:xfrm>
            <a:prstGeom prst="rect">
              <a:avLst/>
            </a:prstGeom>
          </p:spPr>
          <p:txBody>
            <a:bodyPr wrap="square" anchor="ctr">
              <a:spAutoFit/>
            </a:bodyPr>
            <a:lstStyle/>
            <a:p>
              <a:pPr algn="l" fontAlgn="auto">
                <a:spcBef>
                  <a:spcPts val="0"/>
                </a:spcBef>
                <a:spcAft>
                  <a:spcPts val="0"/>
                </a:spcAft>
              </a:pPr>
              <a:r>
                <a:rPr lang="zh-CN" altLang="en-US" sz="3200" b="1" dirty="0">
                  <a:solidFill>
                    <a:schemeClr val="accent1"/>
                  </a:solidFill>
                  <a:highlight>
                    <a:srgbClr val="FFFFFF"/>
                  </a:highlight>
                  <a:latin typeface="Arial"/>
                  <a:ea typeface="微软雅黑"/>
                </a:rPr>
                <a:t>计算机原理与程序设计概述</a:t>
              </a:r>
            </a:p>
          </p:txBody>
        </p:sp>
      </p:grpSp>
    </p:spTree>
    <p:extLst>
      <p:ext uri="{BB962C8B-B14F-4D97-AF65-F5344CB8AC3E}">
        <p14:creationId xmlns:p14="http://schemas.microsoft.com/office/powerpoint/2010/main" val="157612036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8663" y="3353675"/>
            <a:ext cx="12154674"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207730" y="3750704"/>
            <a:ext cx="8753057" cy="707886"/>
          </a:xfrm>
          <a:prstGeom prst="rect">
            <a:avLst/>
          </a:prstGeom>
        </p:spPr>
        <p:txBody>
          <a:bodyPr wrap="square">
            <a:spAutoFit/>
          </a:bodyPr>
          <a:lstStyle/>
          <a:p>
            <a:pPr algn="l" fontAlgn="auto">
              <a:spcBef>
                <a:spcPts val="0"/>
              </a:spcBef>
              <a:spcAft>
                <a:spcPts val="0"/>
              </a:spcAft>
            </a:pPr>
            <a:r>
              <a:rPr lang="zh-CN" altLang="en-US" sz="4000" b="1" dirty="0">
                <a:latin typeface="微软雅黑" pitchFamily="34" charset="-122"/>
                <a:ea typeface="微软雅黑" pitchFamily="34" charset="-122"/>
              </a:rPr>
              <a:t>一、计算机原理与程序设计概述</a:t>
            </a:r>
          </a:p>
        </p:txBody>
      </p:sp>
      <p:sp>
        <p:nvSpPr>
          <p:cNvPr id="8" name="矩形 7"/>
          <p:cNvSpPr/>
          <p:nvPr/>
        </p:nvSpPr>
        <p:spPr>
          <a:xfrm>
            <a:off x="18662" y="4896724"/>
            <a:ext cx="12154673" cy="73382"/>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241590120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F129A-FF63-24A6-A57D-00161683056E}"/>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994883C-DAA1-878F-1EEC-D7703207ECA1}"/>
              </a:ext>
            </a:extLst>
          </p:cNvPr>
          <p:cNvPicPr>
            <a:picLocks noChangeAspect="1"/>
          </p:cNvPicPr>
          <p:nvPr/>
        </p:nvPicPr>
        <p:blipFill>
          <a:blip r:embed="rId3"/>
          <a:stretch>
            <a:fillRect/>
          </a:stretch>
        </p:blipFill>
        <p:spPr>
          <a:xfrm>
            <a:off x="6096000" y="1636800"/>
            <a:ext cx="5861538" cy="3782483"/>
          </a:xfrm>
          <a:prstGeom prst="rect">
            <a:avLst/>
          </a:prstGeom>
        </p:spPr>
      </p:pic>
      <p:sp>
        <p:nvSpPr>
          <p:cNvPr id="3" name="标题 2">
            <a:extLst>
              <a:ext uri="{FF2B5EF4-FFF2-40B4-BE49-F238E27FC236}">
                <a16:creationId xmlns:a16="http://schemas.microsoft.com/office/drawing/2014/main" id="{99B66C00-EDCE-04F7-7400-295D59EC35A0}"/>
              </a:ext>
            </a:extLst>
          </p:cNvPr>
          <p:cNvSpPr>
            <a:spLocks noGrp="1"/>
          </p:cNvSpPr>
          <p:nvPr>
            <p:ph type="title"/>
          </p:nvPr>
        </p:nvSpPr>
        <p:spPr>
          <a:xfrm>
            <a:off x="1" y="8526"/>
            <a:ext cx="10537374" cy="792162"/>
          </a:xfrm>
        </p:spPr>
        <p:txBody>
          <a:bodyPr/>
          <a:lstStyle/>
          <a:p>
            <a:r>
              <a:rPr lang="zh-CN" altLang="en-US" dirty="0">
                <a:latin typeface="微软雅黑" pitchFamily="34" charset="-122"/>
                <a:ea typeface="微软雅黑" pitchFamily="34" charset="-122"/>
              </a:rPr>
              <a:t>一、计算机原理与程序设计概述</a:t>
            </a:r>
          </a:p>
        </p:txBody>
      </p:sp>
      <p:sp>
        <p:nvSpPr>
          <p:cNvPr id="2" name="TextBox 1">
            <a:extLst>
              <a:ext uri="{FF2B5EF4-FFF2-40B4-BE49-F238E27FC236}">
                <a16:creationId xmlns:a16="http://schemas.microsoft.com/office/drawing/2014/main" id="{71639ACD-DB86-70B8-79B8-0619E0D2588B}"/>
              </a:ext>
            </a:extLst>
          </p:cNvPr>
          <p:cNvSpPr txBox="1"/>
          <p:nvPr/>
        </p:nvSpPr>
        <p:spPr>
          <a:xfrm>
            <a:off x="4966636" y="846751"/>
            <a:ext cx="5383699"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计算机核心组成</a:t>
            </a:r>
            <a:endParaRPr lang="en-US" altLang="zh-CN" sz="3200" b="1" dirty="0">
              <a:solidFill>
                <a:srgbClr val="333333"/>
              </a:solidFill>
              <a:latin typeface="+mn-ea"/>
              <a:ea typeface="+mn-ea"/>
            </a:endParaRPr>
          </a:p>
        </p:txBody>
      </p:sp>
      <p:sp>
        <p:nvSpPr>
          <p:cNvPr id="6" name="TextBox 5">
            <a:extLst>
              <a:ext uri="{FF2B5EF4-FFF2-40B4-BE49-F238E27FC236}">
                <a16:creationId xmlns:a16="http://schemas.microsoft.com/office/drawing/2014/main" id="{7CFDB476-000D-1357-72EF-2B78C59AC79D}"/>
              </a:ext>
            </a:extLst>
          </p:cNvPr>
          <p:cNvSpPr txBox="1"/>
          <p:nvPr/>
        </p:nvSpPr>
        <p:spPr>
          <a:xfrm>
            <a:off x="234462" y="1021247"/>
            <a:ext cx="7127344" cy="4401205"/>
          </a:xfrm>
          <a:prstGeom prst="rect">
            <a:avLst/>
          </a:prstGeom>
          <a:noFill/>
        </p:spPr>
        <p:txBody>
          <a:bodyPr wrap="square">
            <a:spAutoFit/>
          </a:bodyPr>
          <a:lstStyle/>
          <a:p>
            <a:pPr algn="just"/>
            <a:r>
              <a:rPr lang="zh-CN" altLang="en-US" sz="2800" b="1" dirty="0">
                <a:solidFill>
                  <a:schemeClr val="bg2"/>
                </a:solidFill>
                <a:highlight>
                  <a:srgbClr val="FFFFFF"/>
                </a:highlight>
                <a:latin typeface="Microsoft YaHei" panose="020B0503020204020204" pitchFamily="34" charset="-122"/>
                <a:ea typeface="Microsoft YaHei" panose="020B0503020204020204" pitchFamily="34" charset="-122"/>
              </a:rPr>
              <a:t>硬件层</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r>
              <a:rPr lang="en-US" altLang="zh-CN" b="1" dirty="0">
                <a:solidFill>
                  <a:schemeClr val="accent2"/>
                </a:solidFill>
                <a:highlight>
                  <a:srgbClr val="FFFFFF"/>
                </a:highlight>
                <a:latin typeface="Microsoft YaHei" panose="020B0503020204020204" pitchFamily="34" charset="-122"/>
                <a:ea typeface="Microsoft YaHei" panose="020B0503020204020204" pitchFamily="34" charset="-122"/>
              </a:rPr>
              <a:t>CPU</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：运算器、控制器、寄存器</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r>
              <a:rPr lang="zh-CN" altLang="en-US" b="1" dirty="0">
                <a:solidFill>
                  <a:schemeClr val="accent2"/>
                </a:solidFill>
                <a:highlight>
                  <a:srgbClr val="FFFFFF"/>
                </a:highlight>
                <a:latin typeface="Microsoft YaHei" panose="020B0503020204020204" pitchFamily="34" charset="-122"/>
                <a:ea typeface="Microsoft YaHei" panose="020B0503020204020204" pitchFamily="34" charset="-122"/>
              </a:rPr>
              <a:t>内存（</a:t>
            </a:r>
            <a:r>
              <a:rPr lang="en-US" altLang="zh-CN" b="1" dirty="0">
                <a:solidFill>
                  <a:schemeClr val="accent2"/>
                </a:solidFill>
                <a:highlight>
                  <a:srgbClr val="FFFFFF"/>
                </a:highlight>
                <a:latin typeface="Microsoft YaHei" panose="020B0503020204020204" pitchFamily="34" charset="-122"/>
                <a:ea typeface="Microsoft YaHei" panose="020B0503020204020204" pitchFamily="34" charset="-122"/>
              </a:rPr>
              <a:t>RAM</a:t>
            </a:r>
            <a:r>
              <a:rPr lang="zh-CN" altLang="en-US" b="1" dirty="0">
                <a:solidFill>
                  <a:schemeClr val="accent2"/>
                </a:solidFill>
                <a:highlight>
                  <a:srgbClr val="FFFFFF"/>
                </a:highlight>
                <a:latin typeface="Microsoft YaHei" panose="020B0503020204020204" pitchFamily="34" charset="-122"/>
                <a:ea typeface="Microsoft YaHei" panose="020B0503020204020204" pitchFamily="34" charset="-122"/>
              </a:rPr>
              <a:t>）</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：临时存储程序与数据</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r>
              <a:rPr lang="zh-CN" altLang="en-US" b="1" dirty="0">
                <a:solidFill>
                  <a:schemeClr val="accent2"/>
                </a:solidFill>
                <a:highlight>
                  <a:srgbClr val="FFFFFF"/>
                </a:highlight>
                <a:latin typeface="Microsoft YaHei" panose="020B0503020204020204" pitchFamily="34" charset="-122"/>
                <a:ea typeface="Microsoft YaHei" panose="020B0503020204020204" pitchFamily="34" charset="-122"/>
              </a:rPr>
              <a:t>硬盘</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：永久存储数据。</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r>
              <a:rPr lang="zh-CN" altLang="en-US" b="1" dirty="0">
                <a:solidFill>
                  <a:schemeClr val="accent2"/>
                </a:solidFill>
                <a:highlight>
                  <a:srgbClr val="FFFFFF"/>
                </a:highlight>
                <a:latin typeface="Microsoft YaHei" panose="020B0503020204020204" pitchFamily="34" charset="-122"/>
                <a:ea typeface="Microsoft YaHei" panose="020B0503020204020204" pitchFamily="34" charset="-122"/>
              </a:rPr>
              <a:t>电源</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：为主板、</a:t>
            </a:r>
            <a:r>
              <a:rPr lang="en-US" altLang="zh-CN" dirty="0">
                <a:solidFill>
                  <a:schemeClr val="bg2"/>
                </a:solidFill>
                <a:highlight>
                  <a:srgbClr val="FFFFFF"/>
                </a:highlight>
                <a:latin typeface="Microsoft YaHei" panose="020B0503020204020204" pitchFamily="34" charset="-122"/>
                <a:ea typeface="Microsoft YaHei" panose="020B0503020204020204" pitchFamily="34" charset="-122"/>
              </a:rPr>
              <a:t>CPU</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、硬盘等供电。</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r>
              <a:rPr lang="zh-CN" altLang="en-US" b="1" dirty="0">
                <a:solidFill>
                  <a:schemeClr val="accent2"/>
                </a:solidFill>
                <a:highlight>
                  <a:srgbClr val="FFFFFF"/>
                </a:highlight>
                <a:latin typeface="Microsoft YaHei" panose="020B0503020204020204" pitchFamily="34" charset="-122"/>
                <a:ea typeface="Microsoft YaHei" panose="020B0503020204020204" pitchFamily="34" charset="-122"/>
              </a:rPr>
              <a:t>主板</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：连接并协调</a:t>
            </a:r>
            <a:r>
              <a:rPr lang="en-US" altLang="zh-CN" dirty="0">
                <a:solidFill>
                  <a:schemeClr val="bg2"/>
                </a:solidFill>
                <a:highlight>
                  <a:srgbClr val="FFFFFF"/>
                </a:highlight>
                <a:latin typeface="Microsoft YaHei" panose="020B0503020204020204" pitchFamily="34" charset="-122"/>
                <a:ea typeface="Microsoft YaHei" panose="020B0503020204020204" pitchFamily="34" charset="-122"/>
              </a:rPr>
              <a:t>CPU</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、内存等设备；</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r>
              <a:rPr lang="zh-CN" altLang="en-US" b="1" dirty="0">
                <a:solidFill>
                  <a:schemeClr val="accent2"/>
                </a:solidFill>
                <a:highlight>
                  <a:srgbClr val="FFFFFF"/>
                </a:highlight>
                <a:latin typeface="Microsoft YaHei" panose="020B0503020204020204" pitchFamily="34" charset="-122"/>
                <a:ea typeface="Microsoft YaHei" panose="020B0503020204020204" pitchFamily="34" charset="-122"/>
              </a:rPr>
              <a:t>显卡</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：处理图形图像并输出显示内容；</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r>
              <a:rPr lang="en-US" altLang="zh-CN" b="1" dirty="0">
                <a:solidFill>
                  <a:schemeClr val="accent2"/>
                </a:solidFill>
                <a:highlight>
                  <a:srgbClr val="FFFFFF"/>
                </a:highlight>
                <a:latin typeface="Microsoft YaHei" panose="020B0503020204020204" pitchFamily="34" charset="-122"/>
                <a:ea typeface="Microsoft YaHei" panose="020B0503020204020204" pitchFamily="34" charset="-122"/>
              </a:rPr>
              <a:t>I/O</a:t>
            </a:r>
            <a:r>
              <a:rPr lang="zh-CN" altLang="en-US" b="1" dirty="0">
                <a:solidFill>
                  <a:schemeClr val="accent2"/>
                </a:solidFill>
                <a:highlight>
                  <a:srgbClr val="FFFFFF"/>
                </a:highlight>
                <a:latin typeface="Microsoft YaHei" panose="020B0503020204020204" pitchFamily="34" charset="-122"/>
                <a:ea typeface="Microsoft YaHei" panose="020B0503020204020204" pitchFamily="34" charset="-122"/>
              </a:rPr>
              <a:t>设备 </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：键盘、鼠标、网络接口、显示器。</a:t>
            </a:r>
            <a:endParaRPr lang="en-US" dirty="0">
              <a:solidFill>
                <a:schemeClr val="bg2"/>
              </a:solidFill>
              <a:highlight>
                <a:srgbClr val="FFFFFF"/>
              </a:highlight>
              <a:latin typeface="Microsoft YaHei" panose="020B0503020204020204" pitchFamily="34" charset="-122"/>
              <a:ea typeface="Microsoft YaHei" panose="020B0503020204020204" pitchFamily="34" charset="-122"/>
            </a:endParaRPr>
          </a:p>
        </p:txBody>
      </p:sp>
      <p:sp>
        <p:nvSpPr>
          <p:cNvPr id="5" name="TextBox 4">
            <a:extLst>
              <a:ext uri="{FF2B5EF4-FFF2-40B4-BE49-F238E27FC236}">
                <a16:creationId xmlns:a16="http://schemas.microsoft.com/office/drawing/2014/main" id="{7AC6B5E3-0388-9AA6-FF0C-4997994FECC5}"/>
              </a:ext>
            </a:extLst>
          </p:cNvPr>
          <p:cNvSpPr txBox="1"/>
          <p:nvPr/>
        </p:nvSpPr>
        <p:spPr>
          <a:xfrm>
            <a:off x="234462" y="5578515"/>
            <a:ext cx="10807928" cy="1077218"/>
          </a:xfrm>
          <a:prstGeom prst="rect">
            <a:avLst/>
          </a:prstGeom>
          <a:noFill/>
        </p:spPr>
        <p:txBody>
          <a:bodyPr wrap="square">
            <a:spAutoFit/>
          </a:bodyPr>
          <a:lstStyle/>
          <a:p>
            <a:pPr algn="just"/>
            <a:r>
              <a:rPr lang="en-US" sz="2800" b="1" dirty="0" err="1">
                <a:solidFill>
                  <a:schemeClr val="bg2"/>
                </a:solidFill>
                <a:highlight>
                  <a:srgbClr val="FFFFFF"/>
                </a:highlight>
                <a:latin typeface="Microsoft YaHei" panose="020B0503020204020204" pitchFamily="34" charset="-122"/>
                <a:ea typeface="Microsoft YaHei" panose="020B0503020204020204" pitchFamily="34" charset="-122"/>
              </a:rPr>
              <a:t>软件层</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a:t>
            </a:r>
            <a:endParaRPr lang="en-US"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r>
              <a:rPr lang="en-US" b="1" dirty="0" err="1">
                <a:solidFill>
                  <a:schemeClr val="accent2"/>
                </a:solidFill>
                <a:highlight>
                  <a:srgbClr val="FFFFFF"/>
                </a:highlight>
                <a:latin typeface="Microsoft YaHei" panose="020B0503020204020204" pitchFamily="34" charset="-122"/>
                <a:ea typeface="Microsoft YaHei" panose="020B0503020204020204" pitchFamily="34" charset="-122"/>
              </a:rPr>
              <a:t>操作系统</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：资源管理、进程调度。</a:t>
            </a:r>
            <a:r>
              <a:rPr lang="zh-CN" altLang="en-US" b="1" dirty="0">
                <a:solidFill>
                  <a:schemeClr val="accent2"/>
                </a:solidFill>
                <a:highlight>
                  <a:srgbClr val="FFFFFF"/>
                </a:highlight>
                <a:latin typeface="Microsoft YaHei" panose="020B0503020204020204" pitchFamily="34" charset="-122"/>
                <a:ea typeface="Microsoft YaHei" panose="020B0503020204020204" pitchFamily="34" charset="-122"/>
              </a:rPr>
              <a:t>应用程序</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：如微信、</a:t>
            </a:r>
            <a:r>
              <a:rPr lang="en-US" altLang="zh-CN" dirty="0">
                <a:solidFill>
                  <a:schemeClr val="bg2"/>
                </a:solidFill>
                <a:highlight>
                  <a:srgbClr val="FFFFFF"/>
                </a:highlight>
                <a:latin typeface="Microsoft YaHei" panose="020B0503020204020204" pitchFamily="34" charset="-122"/>
                <a:ea typeface="Microsoft YaHei" panose="020B0503020204020204" pitchFamily="34" charset="-122"/>
              </a:rPr>
              <a:t>office</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办公软件等。</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588062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D71C0-BA42-82F4-F42A-EECC3E8458F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B5E75D2-E9A1-0DC6-EBC4-057A4E8943A3}"/>
              </a:ext>
            </a:extLst>
          </p:cNvPr>
          <p:cNvSpPr>
            <a:spLocks noGrp="1"/>
          </p:cNvSpPr>
          <p:nvPr>
            <p:ph type="title"/>
          </p:nvPr>
        </p:nvSpPr>
        <p:spPr>
          <a:xfrm>
            <a:off x="62205" y="8526"/>
            <a:ext cx="10475170" cy="792162"/>
          </a:xfrm>
        </p:spPr>
        <p:txBody>
          <a:bodyPr/>
          <a:lstStyle/>
          <a:p>
            <a:r>
              <a:rPr lang="zh-CN" altLang="en-US" dirty="0">
                <a:latin typeface="微软雅黑" pitchFamily="34" charset="-122"/>
                <a:ea typeface="微软雅黑" pitchFamily="34" charset="-122"/>
              </a:rPr>
              <a:t>一、计算机原理与程序设计概述</a:t>
            </a:r>
          </a:p>
        </p:txBody>
      </p:sp>
      <p:sp>
        <p:nvSpPr>
          <p:cNvPr id="2" name="TextBox 1">
            <a:extLst>
              <a:ext uri="{FF2B5EF4-FFF2-40B4-BE49-F238E27FC236}">
                <a16:creationId xmlns:a16="http://schemas.microsoft.com/office/drawing/2014/main" id="{E881F7CF-01FF-912E-A84B-89E9F0C358AE}"/>
              </a:ext>
            </a:extLst>
          </p:cNvPr>
          <p:cNvSpPr txBox="1"/>
          <p:nvPr/>
        </p:nvSpPr>
        <p:spPr>
          <a:xfrm>
            <a:off x="572278" y="846751"/>
            <a:ext cx="9778057"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计算机数据基础</a:t>
            </a:r>
            <a:endParaRPr lang="en-US" altLang="zh-CN" sz="3200" b="1" dirty="0">
              <a:solidFill>
                <a:srgbClr val="333333"/>
              </a:solidFill>
              <a:latin typeface="+mn-ea"/>
              <a:ea typeface="+mn-ea"/>
            </a:endParaRPr>
          </a:p>
        </p:txBody>
      </p:sp>
      <p:sp>
        <p:nvSpPr>
          <p:cNvPr id="6" name="TextBox 5">
            <a:extLst>
              <a:ext uri="{FF2B5EF4-FFF2-40B4-BE49-F238E27FC236}">
                <a16:creationId xmlns:a16="http://schemas.microsoft.com/office/drawing/2014/main" id="{F2C29379-9842-F50A-9123-297292711161}"/>
              </a:ext>
            </a:extLst>
          </p:cNvPr>
          <p:cNvSpPr txBox="1"/>
          <p:nvPr/>
        </p:nvSpPr>
        <p:spPr>
          <a:xfrm>
            <a:off x="416768" y="1682124"/>
            <a:ext cx="5850851" cy="4930645"/>
          </a:xfrm>
          <a:prstGeom prst="rect">
            <a:avLst/>
          </a:prstGeom>
          <a:noFill/>
        </p:spPr>
        <p:txBody>
          <a:bodyPr wrap="square">
            <a:spAutoFit/>
          </a:bodyPr>
          <a:lstStyle/>
          <a:p>
            <a:pPr algn="just">
              <a:lnSpc>
                <a:spcPct val="150000"/>
              </a:lnSpc>
            </a:pPr>
            <a:r>
              <a:rPr lang="zh-CN" altLang="en-US" sz="2800" b="1" dirty="0">
                <a:solidFill>
                  <a:schemeClr val="accent2"/>
                </a:solidFill>
                <a:highlight>
                  <a:srgbClr val="FFFFFF"/>
                </a:highlight>
                <a:latin typeface="Microsoft YaHei" panose="020B0503020204020204" pitchFamily="34" charset="-122"/>
                <a:ea typeface="Microsoft YaHei" panose="020B0503020204020204" pitchFamily="34" charset="-122"/>
              </a:rPr>
              <a:t>二进制数据：</a:t>
            </a:r>
            <a:endParaRPr lang="en-US" altLang="zh-CN" sz="2800" b="1" dirty="0">
              <a:solidFill>
                <a:schemeClr val="accent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sz="2600" b="1" dirty="0">
                <a:solidFill>
                  <a:schemeClr val="bg2"/>
                </a:solidFill>
                <a:highlight>
                  <a:srgbClr val="FFFFFF"/>
                </a:highlight>
                <a:latin typeface="Microsoft YaHei" panose="020B0503020204020204" pitchFamily="34" charset="-122"/>
                <a:ea typeface="Microsoft YaHei" panose="020B0503020204020204" pitchFamily="34" charset="-122"/>
              </a:rPr>
              <a:t>二进制数据是计算机中数据的基本形式。</a:t>
            </a:r>
            <a:endParaRPr lang="en-US" altLang="zh-CN" sz="2600" b="1"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sz="2600" b="1" dirty="0">
                <a:solidFill>
                  <a:schemeClr val="bg2"/>
                </a:solidFill>
                <a:highlight>
                  <a:srgbClr val="FFFFFF"/>
                </a:highlight>
                <a:latin typeface="Microsoft YaHei" panose="020B0503020204020204" pitchFamily="34" charset="-122"/>
                <a:ea typeface="Microsoft YaHei" panose="020B0503020204020204" pitchFamily="34" charset="-122"/>
              </a:rPr>
              <a:t>二进制定义：</a:t>
            </a:r>
            <a:r>
              <a:rPr lang="zh-CN" altLang="en-US" sz="2600" dirty="0">
                <a:solidFill>
                  <a:schemeClr val="bg2"/>
                </a:solidFill>
                <a:highlight>
                  <a:srgbClr val="FFFFFF"/>
                </a:highlight>
                <a:latin typeface="Microsoft YaHei" panose="020B0503020204020204" pitchFamily="34" charset="-122"/>
                <a:ea typeface="Microsoft YaHei" panose="020B0503020204020204" pitchFamily="34" charset="-122"/>
              </a:rPr>
              <a:t>是在数学和数字电路中以</a:t>
            </a:r>
            <a:r>
              <a:rPr lang="en-US" altLang="zh-CN" sz="2600" dirty="0">
                <a:solidFill>
                  <a:schemeClr val="bg2"/>
                </a:solidFill>
                <a:highlight>
                  <a:srgbClr val="FFFFFF"/>
                </a:highlight>
                <a:latin typeface="Microsoft YaHei" panose="020B0503020204020204" pitchFamily="34" charset="-122"/>
                <a:ea typeface="Microsoft YaHei" panose="020B0503020204020204" pitchFamily="34" charset="-122"/>
              </a:rPr>
              <a:t>2</a:t>
            </a:r>
            <a:r>
              <a:rPr lang="zh-CN" altLang="en-US" sz="2600" dirty="0">
                <a:solidFill>
                  <a:schemeClr val="bg2"/>
                </a:solidFill>
                <a:highlight>
                  <a:srgbClr val="FFFFFF"/>
                </a:highlight>
                <a:latin typeface="Microsoft YaHei" panose="020B0503020204020204" pitchFamily="34" charset="-122"/>
                <a:ea typeface="Microsoft YaHei" panose="020B0503020204020204" pitchFamily="34" charset="-122"/>
              </a:rPr>
              <a:t>为基数的记数系统。</a:t>
            </a:r>
            <a:endParaRPr lang="en-US" altLang="zh-CN" sz="2600"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sz="2800" b="1" dirty="0">
                <a:solidFill>
                  <a:srgbClr val="C00000"/>
                </a:solidFill>
                <a:highlight>
                  <a:srgbClr val="FFFFFF"/>
                </a:highlight>
                <a:latin typeface="Microsoft YaHei" panose="020B0503020204020204" pitchFamily="34" charset="-122"/>
                <a:ea typeface="Microsoft YaHei" panose="020B0503020204020204" pitchFamily="34" charset="-122"/>
              </a:rPr>
              <a:t>数据编码</a:t>
            </a:r>
            <a:r>
              <a:rPr lang="zh-CN" altLang="en-US" sz="2600" dirty="0">
                <a:solidFill>
                  <a:schemeClr val="bg2"/>
                </a:solidFill>
                <a:highlight>
                  <a:srgbClr val="FFFFFF"/>
                </a:highlight>
                <a:latin typeface="Microsoft YaHei" panose="020B0503020204020204" pitchFamily="34" charset="-122"/>
                <a:ea typeface="Microsoft YaHei" panose="020B0503020204020204" pitchFamily="34" charset="-122"/>
              </a:rPr>
              <a:t>：将原始数据转换为计算机可读取和处理的二进制格式的过程。解码为相反过程。</a:t>
            </a:r>
            <a:endParaRPr lang="en-US" altLang="zh-CN" sz="2600" dirty="0">
              <a:solidFill>
                <a:schemeClr val="bg2"/>
              </a:solidFill>
              <a:highlight>
                <a:srgbClr val="FFFFFF"/>
              </a:highlight>
              <a:latin typeface="Microsoft YaHei" panose="020B0503020204020204" pitchFamily="34" charset="-122"/>
              <a:ea typeface="Microsoft YaHei" panose="020B0503020204020204" pitchFamily="34" charset="-122"/>
            </a:endParaRPr>
          </a:p>
        </p:txBody>
      </p:sp>
      <p:pic>
        <p:nvPicPr>
          <p:cNvPr id="7" name="图片 6">
            <a:extLst>
              <a:ext uri="{FF2B5EF4-FFF2-40B4-BE49-F238E27FC236}">
                <a16:creationId xmlns:a16="http://schemas.microsoft.com/office/drawing/2014/main" id="{9B17E118-7228-5B85-5913-92F35BE4DAFC}"/>
              </a:ext>
            </a:extLst>
          </p:cNvPr>
          <p:cNvPicPr>
            <a:picLocks noChangeAspect="1"/>
          </p:cNvPicPr>
          <p:nvPr/>
        </p:nvPicPr>
        <p:blipFill>
          <a:blip r:embed="rId3"/>
          <a:srcRect l="23442" t="14008" r="15229" b="20972"/>
          <a:stretch>
            <a:fillRect/>
          </a:stretch>
        </p:blipFill>
        <p:spPr>
          <a:xfrm>
            <a:off x="6350787" y="2357509"/>
            <a:ext cx="5764776" cy="3437809"/>
          </a:xfrm>
          <a:prstGeom prst="rect">
            <a:avLst/>
          </a:prstGeom>
        </p:spPr>
      </p:pic>
    </p:spTree>
    <p:extLst>
      <p:ext uri="{BB962C8B-B14F-4D97-AF65-F5344CB8AC3E}">
        <p14:creationId xmlns:p14="http://schemas.microsoft.com/office/powerpoint/2010/main" val="188755890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B3644-7B40-BE4D-A8C1-7EB14245808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537B010-5073-A5CA-8B9F-F90C32DBB39F}"/>
              </a:ext>
            </a:extLst>
          </p:cNvPr>
          <p:cNvSpPr>
            <a:spLocks noGrp="1"/>
          </p:cNvSpPr>
          <p:nvPr>
            <p:ph type="title"/>
          </p:nvPr>
        </p:nvSpPr>
        <p:spPr>
          <a:xfrm>
            <a:off x="1" y="8526"/>
            <a:ext cx="10537374" cy="792162"/>
          </a:xfrm>
        </p:spPr>
        <p:txBody>
          <a:bodyPr/>
          <a:lstStyle/>
          <a:p>
            <a:r>
              <a:rPr lang="zh-CN" altLang="en-US" dirty="0">
                <a:latin typeface="微软雅黑" pitchFamily="34" charset="-122"/>
                <a:ea typeface="微软雅黑" pitchFamily="34" charset="-122"/>
              </a:rPr>
              <a:t>一、计算机原理与程序设计概述</a:t>
            </a:r>
          </a:p>
        </p:txBody>
      </p:sp>
      <p:sp>
        <p:nvSpPr>
          <p:cNvPr id="2" name="TextBox 1">
            <a:extLst>
              <a:ext uri="{FF2B5EF4-FFF2-40B4-BE49-F238E27FC236}">
                <a16:creationId xmlns:a16="http://schemas.microsoft.com/office/drawing/2014/main" id="{20C05DFD-20B3-3517-7CDA-8B2336C35C6D}"/>
              </a:ext>
            </a:extLst>
          </p:cNvPr>
          <p:cNvSpPr txBox="1"/>
          <p:nvPr/>
        </p:nvSpPr>
        <p:spPr>
          <a:xfrm>
            <a:off x="460766" y="846751"/>
            <a:ext cx="5429961"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计算机运行</a:t>
            </a:r>
            <a:endParaRPr lang="en-US" altLang="zh-CN" sz="3200" b="1" dirty="0">
              <a:solidFill>
                <a:srgbClr val="333333"/>
              </a:solidFill>
              <a:latin typeface="+mn-ea"/>
              <a:ea typeface="+mn-ea"/>
            </a:endParaRPr>
          </a:p>
        </p:txBody>
      </p:sp>
      <p:sp>
        <p:nvSpPr>
          <p:cNvPr id="6" name="TextBox 5">
            <a:extLst>
              <a:ext uri="{FF2B5EF4-FFF2-40B4-BE49-F238E27FC236}">
                <a16:creationId xmlns:a16="http://schemas.microsoft.com/office/drawing/2014/main" id="{7F4B6D9C-295C-FF17-34D3-16F995CEDEB5}"/>
              </a:ext>
            </a:extLst>
          </p:cNvPr>
          <p:cNvSpPr txBox="1"/>
          <p:nvPr/>
        </p:nvSpPr>
        <p:spPr>
          <a:xfrm>
            <a:off x="434263" y="1557288"/>
            <a:ext cx="8239700" cy="5025671"/>
          </a:xfrm>
          <a:prstGeom prst="rect">
            <a:avLst/>
          </a:prstGeom>
          <a:noFill/>
        </p:spPr>
        <p:txBody>
          <a:bodyPr wrap="square">
            <a:spAutoFit/>
          </a:bodyPr>
          <a:lstStyle/>
          <a:p>
            <a:pPr algn="just">
              <a:lnSpc>
                <a:spcPct val="150000"/>
              </a:lnSpc>
            </a:pPr>
            <a:r>
              <a:rPr lang="en-US" altLang="zh-CN" sz="2500" b="1" dirty="0">
                <a:solidFill>
                  <a:schemeClr val="accent2"/>
                </a:solidFill>
                <a:highlight>
                  <a:srgbClr val="FFFFFF"/>
                </a:highlight>
                <a:latin typeface="Microsoft YaHei" panose="020B0503020204020204" pitchFamily="34" charset="-122"/>
                <a:ea typeface="Microsoft YaHei" panose="020B0503020204020204" pitchFamily="34" charset="-122"/>
              </a:rPr>
              <a:t>CPU</a:t>
            </a:r>
            <a:r>
              <a:rPr lang="zh-CN" altLang="en-US" sz="2500" b="1" dirty="0">
                <a:solidFill>
                  <a:schemeClr val="accent2"/>
                </a:solidFill>
                <a:highlight>
                  <a:srgbClr val="FFFFFF"/>
                </a:highlight>
                <a:latin typeface="Microsoft YaHei" panose="020B0503020204020204" pitchFamily="34" charset="-122"/>
                <a:ea typeface="Microsoft YaHei" panose="020B0503020204020204" pitchFamily="34" charset="-122"/>
              </a:rPr>
              <a:t>如何执行指令：</a:t>
            </a:r>
            <a:endPar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endParaRPr>
          </a:p>
          <a:p>
            <a:pPr marL="457200" indent="-457200" algn="just">
              <a:lnSpc>
                <a:spcPct val="150000"/>
              </a:lnSpc>
              <a:buAutoNum type="arabicPeriod"/>
            </a:pP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取指：从内存读取指令；</a:t>
            </a:r>
            <a:endPar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endParaRPr>
          </a:p>
          <a:p>
            <a:pPr marL="457200" indent="-457200" algn="just">
              <a:lnSpc>
                <a:spcPct val="150000"/>
              </a:lnSpc>
              <a:buAutoNum type="arabicPeriod"/>
            </a:pP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解码：解析指令的操作类型、操作数和寻址方式；</a:t>
            </a:r>
            <a:endPar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endParaRPr>
          </a:p>
          <a:p>
            <a:pPr marL="457200" indent="-457200" algn="just">
              <a:lnSpc>
                <a:spcPct val="150000"/>
              </a:lnSpc>
              <a:buAutoNum type="arabicPeriod"/>
            </a:pP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执行：由运算器完成算术、逻辑或</a:t>
            </a:r>
            <a:r>
              <a:rPr lang="zh-CN" altLang="en-CN" sz="2500" dirty="0">
                <a:solidFill>
                  <a:schemeClr val="bg2"/>
                </a:solidFill>
                <a:highlight>
                  <a:srgbClr val="FFFFFF"/>
                </a:highlight>
                <a:latin typeface="Microsoft YaHei" panose="020B0503020204020204" pitchFamily="34" charset="-122"/>
                <a:ea typeface="Microsoft YaHei" panose="020B0503020204020204" pitchFamily="34" charset="-122"/>
              </a:rPr>
              <a:t>仿</a:t>
            </a: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存等操作；</a:t>
            </a:r>
            <a:endPar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endParaRPr>
          </a:p>
          <a:p>
            <a:pPr marL="457200" indent="-457200" algn="just">
              <a:lnSpc>
                <a:spcPct val="150000"/>
              </a:lnSpc>
              <a:buAutoNum type="arabicPeriod"/>
            </a:pP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写回：将结果写入寄存器</a:t>
            </a:r>
            <a:r>
              <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rPr>
              <a:t>/</a:t>
            </a: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内存。</a:t>
            </a:r>
          </a:p>
          <a:p>
            <a:pPr algn="just">
              <a:lnSpc>
                <a:spcPct val="150000"/>
              </a:lnSpc>
            </a:pP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指令示例：</a:t>
            </a:r>
            <a:r>
              <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rPr>
              <a:t>ADD</a:t>
            </a: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 </a:t>
            </a:r>
            <a:r>
              <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rPr>
              <a:t>R0 R1</a:t>
            </a: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 </a:t>
            </a:r>
            <a:r>
              <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rPr>
              <a:t>R2</a:t>
            </a: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（将寄存器中</a:t>
            </a:r>
            <a:r>
              <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rPr>
              <a:t>R1</a:t>
            </a: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和</a:t>
            </a:r>
            <a:r>
              <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rPr>
              <a:t>R2</a:t>
            </a: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的值相加，结果写入寄存器</a:t>
            </a:r>
            <a:r>
              <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rPr>
              <a:t>R0</a:t>
            </a:r>
            <a:r>
              <a:rPr lang="zh-CN" altLang="en-US" sz="2500" dirty="0">
                <a:solidFill>
                  <a:schemeClr val="bg2"/>
                </a:solidFill>
                <a:highlight>
                  <a:srgbClr val="FFFFFF"/>
                </a:highlight>
                <a:latin typeface="Microsoft YaHei" panose="020B0503020204020204" pitchFamily="34" charset="-122"/>
                <a:ea typeface="Microsoft YaHei" panose="020B0503020204020204" pitchFamily="34" charset="-122"/>
              </a:rPr>
              <a:t>）</a:t>
            </a:r>
            <a:endParaRPr lang="en-US" altLang="zh-CN" sz="2500" dirty="0">
              <a:solidFill>
                <a:schemeClr val="bg2"/>
              </a:solidFill>
              <a:highlight>
                <a:srgbClr val="FFFFFF"/>
              </a:highlight>
              <a:latin typeface="Microsoft YaHei" panose="020B0503020204020204" pitchFamily="34" charset="-122"/>
              <a:ea typeface="Microsoft YaHei" panose="020B0503020204020204" pitchFamily="34" charset="-122"/>
            </a:endParaRPr>
          </a:p>
        </p:txBody>
      </p:sp>
      <p:grpSp>
        <p:nvGrpSpPr>
          <p:cNvPr id="31" name="组合 30">
            <a:extLst>
              <a:ext uri="{FF2B5EF4-FFF2-40B4-BE49-F238E27FC236}">
                <a16:creationId xmlns:a16="http://schemas.microsoft.com/office/drawing/2014/main" id="{9444C41E-74E8-7EEA-737B-07CC3000857C}"/>
              </a:ext>
            </a:extLst>
          </p:cNvPr>
          <p:cNvGrpSpPr/>
          <p:nvPr/>
        </p:nvGrpSpPr>
        <p:grpSpPr>
          <a:xfrm>
            <a:off x="9055413" y="1059621"/>
            <a:ext cx="2564083" cy="5246824"/>
            <a:chOff x="8796516" y="926879"/>
            <a:chExt cx="2564083" cy="5246824"/>
          </a:xfrm>
        </p:grpSpPr>
        <p:sp>
          <p:nvSpPr>
            <p:cNvPr id="8" name="矩形: 圆角 7">
              <a:extLst>
                <a:ext uri="{FF2B5EF4-FFF2-40B4-BE49-F238E27FC236}">
                  <a16:creationId xmlns:a16="http://schemas.microsoft.com/office/drawing/2014/main" id="{9B794DD0-4C88-0ED1-2F40-5D566DC09EFA}"/>
                </a:ext>
              </a:extLst>
            </p:cNvPr>
            <p:cNvSpPr/>
            <p:nvPr/>
          </p:nvSpPr>
          <p:spPr>
            <a:xfrm>
              <a:off x="8802866" y="1648738"/>
              <a:ext cx="1598686" cy="792162"/>
            </a:xfrm>
            <a:prstGeom prst="roundRect">
              <a:avLst/>
            </a:prstGeom>
            <a:solidFill>
              <a:srgbClr val="AEE8CC"/>
            </a:solidFill>
            <a:ln w="19050">
              <a:solidFill>
                <a:schemeClr val="bg2"/>
              </a:solidFill>
            </a:ln>
          </p:spPr>
          <p:txBody>
            <a:bodyPr wrap="square" lIns="0" rtlCol="0" anchor="ctr">
              <a:noAutofit/>
            </a:bodyPr>
            <a:lstStyle/>
            <a:p>
              <a:r>
                <a:rPr lang="zh-CN" altLang="en-US" b="1" dirty="0">
                  <a:solidFill>
                    <a:schemeClr val="bg2"/>
                  </a:solidFill>
                  <a:latin typeface="微软雅黑" pitchFamily="34" charset="-122"/>
                  <a:ea typeface="微软雅黑" pitchFamily="34" charset="-122"/>
                </a:rPr>
                <a:t>取指令</a:t>
              </a:r>
            </a:p>
          </p:txBody>
        </p:sp>
        <p:sp>
          <p:nvSpPr>
            <p:cNvPr id="9" name="矩形: 圆角 8">
              <a:extLst>
                <a:ext uri="{FF2B5EF4-FFF2-40B4-BE49-F238E27FC236}">
                  <a16:creationId xmlns:a16="http://schemas.microsoft.com/office/drawing/2014/main" id="{2EA4A450-FF18-48FA-E8A5-674AE89CC546}"/>
                </a:ext>
              </a:extLst>
            </p:cNvPr>
            <p:cNvSpPr/>
            <p:nvPr/>
          </p:nvSpPr>
          <p:spPr>
            <a:xfrm>
              <a:off x="8802866" y="2890889"/>
              <a:ext cx="1598686" cy="792162"/>
            </a:xfrm>
            <a:prstGeom prst="roundRect">
              <a:avLst/>
            </a:prstGeom>
            <a:solidFill>
              <a:srgbClr val="AEE8CC"/>
            </a:solidFill>
            <a:ln w="19050">
              <a:solidFill>
                <a:schemeClr val="bg2"/>
              </a:solidFill>
            </a:ln>
          </p:spPr>
          <p:txBody>
            <a:bodyPr wrap="square" lIns="0" rtlCol="0" anchor="ctr">
              <a:noAutofit/>
            </a:bodyPr>
            <a:lstStyle/>
            <a:p>
              <a:r>
                <a:rPr lang="zh-CN" altLang="en-US" b="1" dirty="0">
                  <a:solidFill>
                    <a:schemeClr val="bg2"/>
                  </a:solidFill>
                  <a:latin typeface="微软雅黑" pitchFamily="34" charset="-122"/>
                  <a:ea typeface="微软雅黑" pitchFamily="34" charset="-122"/>
                </a:rPr>
                <a:t>解码</a:t>
              </a:r>
            </a:p>
          </p:txBody>
        </p:sp>
        <p:sp>
          <p:nvSpPr>
            <p:cNvPr id="10" name="矩形: 圆角 9">
              <a:extLst>
                <a:ext uri="{FF2B5EF4-FFF2-40B4-BE49-F238E27FC236}">
                  <a16:creationId xmlns:a16="http://schemas.microsoft.com/office/drawing/2014/main" id="{B770B02E-9749-88D3-3CCA-AD497BDD021E}"/>
                </a:ext>
              </a:extLst>
            </p:cNvPr>
            <p:cNvSpPr/>
            <p:nvPr/>
          </p:nvSpPr>
          <p:spPr>
            <a:xfrm>
              <a:off x="8802866" y="4133040"/>
              <a:ext cx="1598686" cy="792162"/>
            </a:xfrm>
            <a:prstGeom prst="roundRect">
              <a:avLst/>
            </a:prstGeom>
            <a:solidFill>
              <a:srgbClr val="AEE8CC"/>
            </a:solidFill>
            <a:ln w="19050">
              <a:solidFill>
                <a:schemeClr val="bg2"/>
              </a:solidFill>
            </a:ln>
          </p:spPr>
          <p:txBody>
            <a:bodyPr wrap="square" lIns="0" rtlCol="0" anchor="ctr">
              <a:noAutofit/>
            </a:bodyPr>
            <a:lstStyle/>
            <a:p>
              <a:r>
                <a:rPr lang="zh-CN" altLang="en-US" b="1" dirty="0">
                  <a:solidFill>
                    <a:schemeClr val="bg2"/>
                  </a:solidFill>
                  <a:latin typeface="微软雅黑" pitchFamily="34" charset="-122"/>
                  <a:ea typeface="微软雅黑" pitchFamily="34" charset="-122"/>
                </a:rPr>
                <a:t>执行</a:t>
              </a:r>
            </a:p>
          </p:txBody>
        </p:sp>
        <p:cxnSp>
          <p:nvCxnSpPr>
            <p:cNvPr id="12" name="连接符: 肘形 11">
              <a:extLst>
                <a:ext uri="{FF2B5EF4-FFF2-40B4-BE49-F238E27FC236}">
                  <a16:creationId xmlns:a16="http://schemas.microsoft.com/office/drawing/2014/main" id="{B2FB2615-54E9-DC7C-61F3-A9B159B4C386}"/>
                </a:ext>
              </a:extLst>
            </p:cNvPr>
            <p:cNvCxnSpPr>
              <a:cxnSpLocks/>
              <a:stCxn id="24" idx="2"/>
              <a:endCxn id="8" idx="0"/>
            </p:cNvCxnSpPr>
            <p:nvPr/>
          </p:nvCxnSpPr>
          <p:spPr bwMode="auto">
            <a:xfrm rot="5400000" flipH="1" flipV="1">
              <a:off x="7336551" y="3908046"/>
              <a:ext cx="4524965" cy="6350"/>
            </a:xfrm>
            <a:prstGeom prst="bentConnector5">
              <a:avLst>
                <a:gd name="adj1" fmla="val -5052"/>
                <a:gd name="adj2" fmla="val 25633780"/>
                <a:gd name="adj3" fmla="val 105052"/>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a:extLst>
                <a:ext uri="{FF2B5EF4-FFF2-40B4-BE49-F238E27FC236}">
                  <a16:creationId xmlns:a16="http://schemas.microsoft.com/office/drawing/2014/main" id="{01F219CF-EF2E-9795-824A-725BC1105727}"/>
                </a:ext>
              </a:extLst>
            </p:cNvPr>
            <p:cNvCxnSpPr>
              <a:cxnSpLocks/>
              <a:stCxn id="8" idx="2"/>
              <a:endCxn id="9" idx="0"/>
            </p:cNvCxnSpPr>
            <p:nvPr/>
          </p:nvCxnSpPr>
          <p:spPr bwMode="auto">
            <a:xfrm>
              <a:off x="9602209" y="2440900"/>
              <a:ext cx="0" cy="449989"/>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a:extLst>
                <a:ext uri="{FF2B5EF4-FFF2-40B4-BE49-F238E27FC236}">
                  <a16:creationId xmlns:a16="http://schemas.microsoft.com/office/drawing/2014/main" id="{BDD49A83-2EAF-FD70-8712-B89B536F855B}"/>
                </a:ext>
              </a:extLst>
            </p:cNvPr>
            <p:cNvCxnSpPr>
              <a:cxnSpLocks/>
              <a:stCxn id="9" idx="2"/>
              <a:endCxn id="10" idx="0"/>
            </p:cNvCxnSpPr>
            <p:nvPr/>
          </p:nvCxnSpPr>
          <p:spPr bwMode="auto">
            <a:xfrm>
              <a:off x="9602209" y="3683051"/>
              <a:ext cx="0" cy="449989"/>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E7E42B6C-A80B-A6FC-4C2C-CA795F7B7DEF}"/>
                </a:ext>
              </a:extLst>
            </p:cNvPr>
            <p:cNvSpPr txBox="1"/>
            <p:nvPr/>
          </p:nvSpPr>
          <p:spPr>
            <a:xfrm>
              <a:off x="8802866" y="926879"/>
              <a:ext cx="2557733" cy="461665"/>
            </a:xfrm>
            <a:prstGeom prst="rect">
              <a:avLst/>
            </a:prstGeom>
            <a:noFill/>
          </p:spPr>
          <p:txBody>
            <a:bodyPr wrap="square" rtlCol="0">
              <a:spAutoFit/>
            </a:bodyPr>
            <a:lstStyle/>
            <a:p>
              <a:r>
                <a:rPr lang="zh-CN" altLang="en-US" b="1" dirty="0">
                  <a:solidFill>
                    <a:schemeClr val="bg2"/>
                  </a:solidFill>
                </a:rPr>
                <a:t>循环下一条</a:t>
              </a:r>
            </a:p>
          </p:txBody>
        </p:sp>
        <p:sp>
          <p:nvSpPr>
            <p:cNvPr id="24" name="矩形: 圆角 23">
              <a:extLst>
                <a:ext uri="{FF2B5EF4-FFF2-40B4-BE49-F238E27FC236}">
                  <a16:creationId xmlns:a16="http://schemas.microsoft.com/office/drawing/2014/main" id="{F33A4C7E-6180-FC53-776B-497FA315D274}"/>
                </a:ext>
              </a:extLst>
            </p:cNvPr>
            <p:cNvSpPr/>
            <p:nvPr/>
          </p:nvSpPr>
          <p:spPr>
            <a:xfrm>
              <a:off x="8796516" y="5381541"/>
              <a:ext cx="1598686" cy="792162"/>
            </a:xfrm>
            <a:prstGeom prst="roundRect">
              <a:avLst/>
            </a:prstGeom>
            <a:solidFill>
              <a:srgbClr val="AEE8CC"/>
            </a:solidFill>
            <a:ln w="19050">
              <a:solidFill>
                <a:schemeClr val="bg2"/>
              </a:solidFill>
            </a:ln>
          </p:spPr>
          <p:txBody>
            <a:bodyPr wrap="square" lIns="0" rtlCol="0" anchor="ctr">
              <a:noAutofit/>
            </a:bodyPr>
            <a:lstStyle/>
            <a:p>
              <a:r>
                <a:rPr lang="zh-CN" altLang="en-US" b="1" dirty="0">
                  <a:solidFill>
                    <a:schemeClr val="bg2"/>
                  </a:solidFill>
                  <a:latin typeface="微软雅黑" pitchFamily="34" charset="-122"/>
                  <a:ea typeface="微软雅黑" pitchFamily="34" charset="-122"/>
                </a:rPr>
                <a:t>写回</a:t>
              </a:r>
            </a:p>
          </p:txBody>
        </p:sp>
        <p:cxnSp>
          <p:nvCxnSpPr>
            <p:cNvPr id="28" name="直接箭头连接符 27">
              <a:extLst>
                <a:ext uri="{FF2B5EF4-FFF2-40B4-BE49-F238E27FC236}">
                  <a16:creationId xmlns:a16="http://schemas.microsoft.com/office/drawing/2014/main" id="{82968EA1-5B7D-AD87-4471-043D2F96F24D}"/>
                </a:ext>
              </a:extLst>
            </p:cNvPr>
            <p:cNvCxnSpPr>
              <a:cxnSpLocks/>
              <a:stCxn id="10" idx="2"/>
              <a:endCxn id="24" idx="0"/>
            </p:cNvCxnSpPr>
            <p:nvPr/>
          </p:nvCxnSpPr>
          <p:spPr bwMode="auto">
            <a:xfrm flipH="1">
              <a:off x="9595859" y="4925202"/>
              <a:ext cx="6350" cy="456339"/>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88520829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5168-3385-20FC-704A-C793AB53E54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E5C1532-2A14-03E0-A2E3-2D7B12FFAAF8}"/>
              </a:ext>
            </a:extLst>
          </p:cNvPr>
          <p:cNvSpPr>
            <a:spLocks noGrp="1"/>
          </p:cNvSpPr>
          <p:nvPr>
            <p:ph type="title"/>
          </p:nvPr>
        </p:nvSpPr>
        <p:spPr>
          <a:xfrm>
            <a:off x="1" y="8526"/>
            <a:ext cx="10537374" cy="792162"/>
          </a:xfrm>
        </p:spPr>
        <p:txBody>
          <a:bodyPr/>
          <a:lstStyle/>
          <a:p>
            <a:r>
              <a:rPr lang="zh-CN" altLang="en-US" dirty="0">
                <a:latin typeface="微软雅黑" pitchFamily="34" charset="-122"/>
                <a:ea typeface="微软雅黑" pitchFamily="34" charset="-122"/>
              </a:rPr>
              <a:t>一、计算机原理与程序设计概述</a:t>
            </a:r>
          </a:p>
        </p:txBody>
      </p:sp>
      <p:sp>
        <p:nvSpPr>
          <p:cNvPr id="6" name="TextBox 5">
            <a:extLst>
              <a:ext uri="{FF2B5EF4-FFF2-40B4-BE49-F238E27FC236}">
                <a16:creationId xmlns:a16="http://schemas.microsoft.com/office/drawing/2014/main" id="{4EF4D399-DF6D-41C8-58D3-A12E6DBC7986}"/>
              </a:ext>
            </a:extLst>
          </p:cNvPr>
          <p:cNvSpPr txBox="1"/>
          <p:nvPr/>
        </p:nvSpPr>
        <p:spPr>
          <a:xfrm>
            <a:off x="332357" y="1708704"/>
            <a:ext cx="6813285" cy="3628044"/>
          </a:xfrm>
          <a:prstGeom prst="rect">
            <a:avLst/>
          </a:prstGeom>
          <a:noFill/>
        </p:spPr>
        <p:txBody>
          <a:bodyPr wrap="square">
            <a:spAutoFit/>
          </a:bodyPr>
          <a:lstStyle/>
          <a:p>
            <a:pPr algn="just">
              <a:lnSpc>
                <a:spcPct val="150000"/>
              </a:lnSpc>
            </a:pPr>
            <a:r>
              <a:rPr lang="zh-CN" altLang="en-US" sz="2800" b="1" dirty="0">
                <a:solidFill>
                  <a:schemeClr val="accent2"/>
                </a:solidFill>
                <a:highlight>
                  <a:srgbClr val="FFFFFF"/>
                </a:highlight>
                <a:latin typeface="Microsoft YaHei" panose="020B0503020204020204" pitchFamily="34" charset="-122"/>
                <a:ea typeface="Microsoft YaHei" panose="020B0503020204020204" pitchFamily="34" charset="-122"/>
              </a:rPr>
              <a:t>算法与编程：</a:t>
            </a:r>
            <a:endParaRPr lang="en-US" altLang="zh-CN" sz="2800" b="1" dirty="0">
              <a:solidFill>
                <a:schemeClr val="accent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b="1" dirty="0">
                <a:solidFill>
                  <a:schemeClr val="bg2"/>
                </a:solidFill>
                <a:highlight>
                  <a:srgbClr val="FFFFFF"/>
                </a:highlight>
                <a:latin typeface="Microsoft YaHei" panose="020B0503020204020204" pitchFamily="34" charset="-122"/>
                <a:ea typeface="Microsoft YaHei" panose="020B0503020204020204" pitchFamily="34" charset="-122"/>
              </a:rPr>
              <a:t>算法定义</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：解决问题的明确步骤</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b="1" dirty="0">
                <a:solidFill>
                  <a:schemeClr val="bg2"/>
                </a:solidFill>
                <a:highlight>
                  <a:srgbClr val="FFFFFF"/>
                </a:highlight>
                <a:latin typeface="Microsoft YaHei" panose="020B0503020204020204" pitchFamily="34" charset="-122"/>
                <a:ea typeface="Microsoft YaHei" panose="020B0503020204020204" pitchFamily="34" charset="-122"/>
              </a:rPr>
              <a:t>编程</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：将算法转换为计算机能理解和执行的代码</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b="1" dirty="0">
                <a:solidFill>
                  <a:schemeClr val="bg2"/>
                </a:solidFill>
                <a:highlight>
                  <a:srgbClr val="FFFFFF"/>
                </a:highlight>
                <a:latin typeface="Microsoft YaHei" panose="020B0503020204020204" pitchFamily="34" charset="-122"/>
                <a:ea typeface="Microsoft YaHei" panose="020B0503020204020204" pitchFamily="34" charset="-122"/>
              </a:rPr>
              <a:t>时间复杂度</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：执行时间随数据规模的增长趋势</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b="1" dirty="0">
                <a:solidFill>
                  <a:schemeClr val="bg2"/>
                </a:solidFill>
                <a:highlight>
                  <a:srgbClr val="FFFFFF"/>
                </a:highlight>
                <a:latin typeface="Microsoft YaHei" panose="020B0503020204020204" pitchFamily="34" charset="-122"/>
                <a:ea typeface="Microsoft YaHei" panose="020B0503020204020204" pitchFamily="34" charset="-122"/>
              </a:rPr>
              <a:t>空间复杂度</a:t>
            </a:r>
            <a:r>
              <a:rPr lang="zh-CN" altLang="en-US" dirty="0">
                <a:solidFill>
                  <a:schemeClr val="bg2"/>
                </a:solidFill>
                <a:highlight>
                  <a:srgbClr val="FFFFFF"/>
                </a:highlight>
                <a:latin typeface="Microsoft YaHei" panose="020B0503020204020204" pitchFamily="34" charset="-122"/>
                <a:ea typeface="Microsoft YaHei" panose="020B0503020204020204" pitchFamily="34" charset="-122"/>
              </a:rPr>
              <a:t>：内存占用随数据规模的增长趋势</a:t>
            </a:r>
            <a:endParaRPr lang="en-US" altLang="zh-CN" dirty="0">
              <a:solidFill>
                <a:schemeClr val="bg2"/>
              </a:solidFill>
              <a:highlight>
                <a:srgbClr val="FFFFFF"/>
              </a:highlight>
              <a:latin typeface="Microsoft YaHei" panose="020B0503020204020204" pitchFamily="34" charset="-122"/>
              <a:ea typeface="Microsoft YaHei" panose="020B0503020204020204" pitchFamily="34" charset="-122"/>
            </a:endParaRPr>
          </a:p>
        </p:txBody>
      </p:sp>
      <p:grpSp>
        <p:nvGrpSpPr>
          <p:cNvPr id="16" name="组合 15">
            <a:extLst>
              <a:ext uri="{FF2B5EF4-FFF2-40B4-BE49-F238E27FC236}">
                <a16:creationId xmlns:a16="http://schemas.microsoft.com/office/drawing/2014/main" id="{27C234F0-9009-D8AE-3021-694C88ADE5B8}"/>
              </a:ext>
            </a:extLst>
          </p:cNvPr>
          <p:cNvGrpSpPr/>
          <p:nvPr/>
        </p:nvGrpSpPr>
        <p:grpSpPr>
          <a:xfrm>
            <a:off x="7500752" y="1276150"/>
            <a:ext cx="4493133" cy="4599258"/>
            <a:chOff x="7249740" y="1630256"/>
            <a:chExt cx="4493133" cy="4599258"/>
          </a:xfrm>
        </p:grpSpPr>
        <p:sp>
          <p:nvSpPr>
            <p:cNvPr id="2" name="矩形 1">
              <a:extLst>
                <a:ext uri="{FF2B5EF4-FFF2-40B4-BE49-F238E27FC236}">
                  <a16:creationId xmlns:a16="http://schemas.microsoft.com/office/drawing/2014/main" id="{B813431D-3119-53AD-BFDC-AA9EEF347D94}"/>
                </a:ext>
              </a:extLst>
            </p:cNvPr>
            <p:cNvSpPr/>
            <p:nvPr/>
          </p:nvSpPr>
          <p:spPr>
            <a:xfrm>
              <a:off x="7255796" y="1630256"/>
              <a:ext cx="1986247" cy="744843"/>
            </a:xfrm>
            <a:prstGeom prst="rect">
              <a:avLst/>
            </a:prstGeom>
            <a:solidFill>
              <a:schemeClr val="accent6"/>
            </a:solidFill>
            <a:ln w="19050">
              <a:solidFill>
                <a:schemeClr val="bg2"/>
              </a:solidFill>
            </a:ln>
          </p:spPr>
          <p:txBody>
            <a:bodyPr wrap="square" lIns="0" rtlCol="0" anchor="ctr">
              <a:noAutofit/>
            </a:bodyPr>
            <a:lstStyle/>
            <a:p>
              <a:r>
                <a:rPr lang="zh-CN" altLang="en-US" b="1" dirty="0">
                  <a:solidFill>
                    <a:srgbClr val="FF0000"/>
                  </a:solidFill>
                  <a:latin typeface="微软雅黑" pitchFamily="34" charset="-122"/>
                  <a:ea typeface="微软雅黑" pitchFamily="34" charset="-122"/>
                </a:rPr>
                <a:t>提出问题</a:t>
              </a:r>
            </a:p>
          </p:txBody>
        </p:sp>
        <p:sp>
          <p:nvSpPr>
            <p:cNvPr id="4" name="矩形 3">
              <a:extLst>
                <a:ext uri="{FF2B5EF4-FFF2-40B4-BE49-F238E27FC236}">
                  <a16:creationId xmlns:a16="http://schemas.microsoft.com/office/drawing/2014/main" id="{F2F60443-0851-4193-AD1C-0B4F42E8520C}"/>
                </a:ext>
              </a:extLst>
            </p:cNvPr>
            <p:cNvSpPr/>
            <p:nvPr/>
          </p:nvSpPr>
          <p:spPr>
            <a:xfrm>
              <a:off x="7255796" y="2890839"/>
              <a:ext cx="1986247" cy="744843"/>
            </a:xfrm>
            <a:prstGeom prst="rect">
              <a:avLst/>
            </a:prstGeom>
            <a:solidFill>
              <a:schemeClr val="accent6"/>
            </a:solidFill>
            <a:ln w="19050">
              <a:solidFill>
                <a:schemeClr val="bg2"/>
              </a:solidFill>
            </a:ln>
          </p:spPr>
          <p:txBody>
            <a:bodyPr wrap="square" lIns="0" rtlCol="0" anchor="ctr">
              <a:noAutofit/>
            </a:bodyPr>
            <a:lstStyle/>
            <a:p>
              <a:r>
                <a:rPr lang="zh-CN" altLang="en-US" b="1" dirty="0">
                  <a:solidFill>
                    <a:srgbClr val="FF0000"/>
                  </a:solidFill>
                  <a:latin typeface="微软雅黑" pitchFamily="34" charset="-122"/>
                  <a:ea typeface="微软雅黑" pitchFamily="34" charset="-122"/>
                </a:rPr>
                <a:t>问题分析</a:t>
              </a:r>
            </a:p>
          </p:txBody>
        </p:sp>
        <p:sp>
          <p:nvSpPr>
            <p:cNvPr id="7" name="矩形 6">
              <a:extLst>
                <a:ext uri="{FF2B5EF4-FFF2-40B4-BE49-F238E27FC236}">
                  <a16:creationId xmlns:a16="http://schemas.microsoft.com/office/drawing/2014/main" id="{8C70776D-C431-81A0-CF92-55F71E9F6110}"/>
                </a:ext>
              </a:extLst>
            </p:cNvPr>
            <p:cNvSpPr/>
            <p:nvPr/>
          </p:nvSpPr>
          <p:spPr>
            <a:xfrm>
              <a:off x="7249740" y="4187754"/>
              <a:ext cx="1986247" cy="744843"/>
            </a:xfrm>
            <a:prstGeom prst="rect">
              <a:avLst/>
            </a:prstGeom>
            <a:solidFill>
              <a:schemeClr val="accent6"/>
            </a:solidFill>
            <a:ln w="19050">
              <a:solidFill>
                <a:schemeClr val="bg2"/>
              </a:solidFill>
            </a:ln>
          </p:spPr>
          <p:txBody>
            <a:bodyPr wrap="square" lIns="0" rtlCol="0" anchor="ctr">
              <a:noAutofit/>
            </a:bodyPr>
            <a:lstStyle/>
            <a:p>
              <a:r>
                <a:rPr lang="zh-CN" altLang="en-US" b="1" dirty="0">
                  <a:solidFill>
                    <a:srgbClr val="FF0000"/>
                  </a:solidFill>
                  <a:latin typeface="微软雅黑" pitchFamily="34" charset="-122"/>
                  <a:ea typeface="微软雅黑" pitchFamily="34" charset="-122"/>
                </a:rPr>
                <a:t>数学建模</a:t>
              </a:r>
            </a:p>
          </p:txBody>
        </p:sp>
        <p:sp>
          <p:nvSpPr>
            <p:cNvPr id="8" name="矩形 7">
              <a:extLst>
                <a:ext uri="{FF2B5EF4-FFF2-40B4-BE49-F238E27FC236}">
                  <a16:creationId xmlns:a16="http://schemas.microsoft.com/office/drawing/2014/main" id="{6D4DDAF4-6341-6172-716D-89F23F45603A}"/>
                </a:ext>
              </a:extLst>
            </p:cNvPr>
            <p:cNvSpPr/>
            <p:nvPr/>
          </p:nvSpPr>
          <p:spPr>
            <a:xfrm>
              <a:off x="7249740" y="5484671"/>
              <a:ext cx="1986247" cy="744843"/>
            </a:xfrm>
            <a:prstGeom prst="rect">
              <a:avLst/>
            </a:prstGeom>
            <a:solidFill>
              <a:schemeClr val="accent6"/>
            </a:solidFill>
            <a:ln w="19050">
              <a:solidFill>
                <a:schemeClr val="bg2"/>
              </a:solidFill>
            </a:ln>
          </p:spPr>
          <p:txBody>
            <a:bodyPr wrap="square" lIns="0" rtlCol="0" anchor="ctr">
              <a:noAutofit/>
            </a:bodyPr>
            <a:lstStyle/>
            <a:p>
              <a:r>
                <a:rPr lang="zh-CN" altLang="en-US" b="1" dirty="0">
                  <a:solidFill>
                    <a:srgbClr val="FF0000"/>
                  </a:solidFill>
                  <a:latin typeface="微软雅黑" pitchFamily="34" charset="-122"/>
                  <a:ea typeface="微软雅黑" pitchFamily="34" charset="-122"/>
                </a:rPr>
                <a:t>编写程序</a:t>
              </a:r>
            </a:p>
          </p:txBody>
        </p:sp>
        <p:sp>
          <p:nvSpPr>
            <p:cNvPr id="9" name="矩形 8">
              <a:extLst>
                <a:ext uri="{FF2B5EF4-FFF2-40B4-BE49-F238E27FC236}">
                  <a16:creationId xmlns:a16="http://schemas.microsoft.com/office/drawing/2014/main" id="{D251D070-0A3F-5E36-6345-1E726EFE16C9}"/>
                </a:ext>
              </a:extLst>
            </p:cNvPr>
            <p:cNvSpPr/>
            <p:nvPr/>
          </p:nvSpPr>
          <p:spPr>
            <a:xfrm>
              <a:off x="9756626" y="1630256"/>
              <a:ext cx="1986247" cy="744843"/>
            </a:xfrm>
            <a:prstGeom prst="rect">
              <a:avLst/>
            </a:prstGeom>
            <a:solidFill>
              <a:schemeClr val="accent6"/>
            </a:solidFill>
            <a:ln w="19050">
              <a:solidFill>
                <a:schemeClr val="bg2"/>
              </a:solidFill>
            </a:ln>
          </p:spPr>
          <p:txBody>
            <a:bodyPr wrap="square" lIns="0" rtlCol="0" anchor="ctr">
              <a:noAutofit/>
            </a:bodyPr>
            <a:lstStyle/>
            <a:p>
              <a:r>
                <a:rPr lang="zh-CN" altLang="en-US" b="1" dirty="0">
                  <a:solidFill>
                    <a:srgbClr val="FF0000"/>
                  </a:solidFill>
                  <a:latin typeface="微软雅黑" pitchFamily="34" charset="-122"/>
                  <a:ea typeface="微软雅黑" pitchFamily="34" charset="-122"/>
                </a:rPr>
                <a:t>运行程序</a:t>
              </a:r>
            </a:p>
          </p:txBody>
        </p:sp>
        <p:sp>
          <p:nvSpPr>
            <p:cNvPr id="10" name="矩形 9">
              <a:extLst>
                <a:ext uri="{FF2B5EF4-FFF2-40B4-BE49-F238E27FC236}">
                  <a16:creationId xmlns:a16="http://schemas.microsoft.com/office/drawing/2014/main" id="{383859E2-9A1A-2D41-BBF5-298B493EFB71}"/>
                </a:ext>
              </a:extLst>
            </p:cNvPr>
            <p:cNvSpPr/>
            <p:nvPr/>
          </p:nvSpPr>
          <p:spPr>
            <a:xfrm>
              <a:off x="9756626" y="2890839"/>
              <a:ext cx="1986247" cy="744843"/>
            </a:xfrm>
            <a:prstGeom prst="rect">
              <a:avLst/>
            </a:prstGeom>
            <a:solidFill>
              <a:schemeClr val="accent6"/>
            </a:solidFill>
            <a:ln w="19050">
              <a:solidFill>
                <a:schemeClr val="bg2"/>
              </a:solidFill>
            </a:ln>
          </p:spPr>
          <p:txBody>
            <a:bodyPr wrap="square" lIns="0" rtlCol="0" anchor="ctr">
              <a:noAutofit/>
            </a:bodyPr>
            <a:lstStyle/>
            <a:p>
              <a:r>
                <a:rPr lang="zh-CN" altLang="en-US" b="1" dirty="0">
                  <a:solidFill>
                    <a:srgbClr val="FF0000"/>
                  </a:solidFill>
                  <a:latin typeface="微软雅黑" pitchFamily="34" charset="-122"/>
                  <a:ea typeface="微软雅黑" pitchFamily="34" charset="-122"/>
                </a:rPr>
                <a:t>获得结果</a:t>
              </a:r>
            </a:p>
          </p:txBody>
        </p:sp>
        <p:sp>
          <p:nvSpPr>
            <p:cNvPr id="11" name="矩形 10">
              <a:extLst>
                <a:ext uri="{FF2B5EF4-FFF2-40B4-BE49-F238E27FC236}">
                  <a16:creationId xmlns:a16="http://schemas.microsoft.com/office/drawing/2014/main" id="{EDDC976F-E067-4DEA-3D75-23393A907863}"/>
                </a:ext>
              </a:extLst>
            </p:cNvPr>
            <p:cNvSpPr/>
            <p:nvPr/>
          </p:nvSpPr>
          <p:spPr>
            <a:xfrm>
              <a:off x="9756626" y="4187754"/>
              <a:ext cx="1986247" cy="744843"/>
            </a:xfrm>
            <a:prstGeom prst="rect">
              <a:avLst/>
            </a:prstGeom>
            <a:solidFill>
              <a:schemeClr val="accent6"/>
            </a:solidFill>
            <a:ln w="19050">
              <a:solidFill>
                <a:schemeClr val="bg2"/>
              </a:solidFill>
            </a:ln>
          </p:spPr>
          <p:txBody>
            <a:bodyPr wrap="square" lIns="0" rtlCol="0" anchor="ctr">
              <a:noAutofit/>
            </a:bodyPr>
            <a:lstStyle/>
            <a:p>
              <a:r>
                <a:rPr lang="zh-CN" altLang="en-US" b="1" dirty="0">
                  <a:solidFill>
                    <a:srgbClr val="FF0000"/>
                  </a:solidFill>
                  <a:latin typeface="微软雅黑" pitchFamily="34" charset="-122"/>
                  <a:ea typeface="微软雅黑" pitchFamily="34" charset="-122"/>
                </a:rPr>
                <a:t>解决问题</a:t>
              </a:r>
            </a:p>
          </p:txBody>
        </p:sp>
        <p:cxnSp>
          <p:nvCxnSpPr>
            <p:cNvPr id="13" name="连接符: 肘形 12">
              <a:extLst>
                <a:ext uri="{FF2B5EF4-FFF2-40B4-BE49-F238E27FC236}">
                  <a16:creationId xmlns:a16="http://schemas.microsoft.com/office/drawing/2014/main" id="{651632FC-96A6-7A8B-DF04-590B2AC52BF0}"/>
                </a:ext>
              </a:extLst>
            </p:cNvPr>
            <p:cNvCxnSpPr>
              <a:cxnSpLocks/>
              <a:stCxn id="8" idx="3"/>
              <a:endCxn id="9" idx="0"/>
            </p:cNvCxnSpPr>
            <p:nvPr/>
          </p:nvCxnSpPr>
          <p:spPr bwMode="auto">
            <a:xfrm flipV="1">
              <a:off x="9235987" y="1630256"/>
              <a:ext cx="1513763" cy="4226837"/>
            </a:xfrm>
            <a:prstGeom prst="bentConnector4">
              <a:avLst>
                <a:gd name="adj1" fmla="val 17197"/>
                <a:gd name="adj2" fmla="val 105408"/>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60B6EFE7-4327-14B1-1A2E-FF44973C924F}"/>
                </a:ext>
              </a:extLst>
            </p:cNvPr>
            <p:cNvCxnSpPr>
              <a:stCxn id="2" idx="2"/>
              <a:endCxn id="4" idx="0"/>
            </p:cNvCxnSpPr>
            <p:nvPr/>
          </p:nvCxnSpPr>
          <p:spPr bwMode="auto">
            <a:xfrm>
              <a:off x="8248920" y="2375099"/>
              <a:ext cx="0" cy="51574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a:extLst>
                <a:ext uri="{FF2B5EF4-FFF2-40B4-BE49-F238E27FC236}">
                  <a16:creationId xmlns:a16="http://schemas.microsoft.com/office/drawing/2014/main" id="{C1021103-A8B9-15C2-6BAB-7A63522D5C98}"/>
                </a:ext>
              </a:extLst>
            </p:cNvPr>
            <p:cNvCxnSpPr>
              <a:cxnSpLocks/>
              <a:stCxn id="4" idx="2"/>
              <a:endCxn id="7" idx="0"/>
            </p:cNvCxnSpPr>
            <p:nvPr/>
          </p:nvCxnSpPr>
          <p:spPr bwMode="auto">
            <a:xfrm flipH="1">
              <a:off x="8242864" y="3635682"/>
              <a:ext cx="6056" cy="552072"/>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5E9C8D11-EAFE-B194-2FBD-115B7477CB31}"/>
                </a:ext>
              </a:extLst>
            </p:cNvPr>
            <p:cNvCxnSpPr>
              <a:cxnSpLocks/>
              <a:stCxn id="7" idx="2"/>
              <a:endCxn id="8" idx="0"/>
            </p:cNvCxnSpPr>
            <p:nvPr/>
          </p:nvCxnSpPr>
          <p:spPr bwMode="auto">
            <a:xfrm>
              <a:off x="8242864" y="4932597"/>
              <a:ext cx="0" cy="552074"/>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6FC0F6FA-A8EE-82FA-5F2E-953AD364F6B3}"/>
                </a:ext>
              </a:extLst>
            </p:cNvPr>
            <p:cNvCxnSpPr>
              <a:cxnSpLocks/>
              <a:stCxn id="9" idx="2"/>
              <a:endCxn id="10" idx="0"/>
            </p:cNvCxnSpPr>
            <p:nvPr/>
          </p:nvCxnSpPr>
          <p:spPr bwMode="auto">
            <a:xfrm>
              <a:off x="10749750" y="2375099"/>
              <a:ext cx="0" cy="51574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EDA14B9E-C0A5-73D3-038C-B1BCF723451A}"/>
                </a:ext>
              </a:extLst>
            </p:cNvPr>
            <p:cNvCxnSpPr>
              <a:cxnSpLocks/>
              <a:stCxn id="10" idx="2"/>
              <a:endCxn id="11" idx="0"/>
            </p:cNvCxnSpPr>
            <p:nvPr/>
          </p:nvCxnSpPr>
          <p:spPr bwMode="auto">
            <a:xfrm>
              <a:off x="10749750" y="3635682"/>
              <a:ext cx="0" cy="552072"/>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grpSp>
      <p:sp>
        <p:nvSpPr>
          <p:cNvPr id="12" name="TextBox 1">
            <a:extLst>
              <a:ext uri="{FF2B5EF4-FFF2-40B4-BE49-F238E27FC236}">
                <a16:creationId xmlns:a16="http://schemas.microsoft.com/office/drawing/2014/main" id="{C456BE67-AF53-BFA2-0E1B-8C5835563AE9}"/>
              </a:ext>
            </a:extLst>
          </p:cNvPr>
          <p:cNvSpPr txBox="1"/>
          <p:nvPr/>
        </p:nvSpPr>
        <p:spPr>
          <a:xfrm>
            <a:off x="378920" y="846751"/>
            <a:ext cx="5832583"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计算机程序设计概述</a:t>
            </a:r>
            <a:endParaRPr lang="en-US" altLang="zh-CN" sz="3200" b="1" dirty="0">
              <a:solidFill>
                <a:srgbClr val="333333"/>
              </a:solidFill>
              <a:latin typeface="+mn-ea"/>
              <a:ea typeface="+mn-ea"/>
            </a:endParaRPr>
          </a:p>
        </p:txBody>
      </p:sp>
      <p:sp>
        <p:nvSpPr>
          <p:cNvPr id="5" name="文本框 4">
            <a:extLst>
              <a:ext uri="{FF2B5EF4-FFF2-40B4-BE49-F238E27FC236}">
                <a16:creationId xmlns:a16="http://schemas.microsoft.com/office/drawing/2014/main" id="{35C93FDF-9E42-F354-4443-434A673B8B7D}"/>
              </a:ext>
            </a:extLst>
          </p:cNvPr>
          <p:cNvSpPr txBox="1"/>
          <p:nvPr/>
        </p:nvSpPr>
        <p:spPr>
          <a:xfrm>
            <a:off x="7500752" y="5921195"/>
            <a:ext cx="4493128" cy="369332"/>
          </a:xfrm>
          <a:prstGeom prst="rect">
            <a:avLst/>
          </a:prstGeom>
          <a:noFill/>
        </p:spPr>
        <p:txBody>
          <a:bodyPr wrap="square" rtlCol="0">
            <a:spAutoFit/>
          </a:bodyPr>
          <a:lstStyle/>
          <a:p>
            <a:r>
              <a:rPr lang="zh-CN" altLang="en-US" sz="1800" b="1" dirty="0">
                <a:solidFill>
                  <a:schemeClr val="accent2"/>
                </a:solidFill>
                <a:latin typeface="+mn-ea"/>
                <a:ea typeface="+mn-ea"/>
              </a:rPr>
              <a:t>程序设计过程</a:t>
            </a:r>
          </a:p>
        </p:txBody>
      </p:sp>
    </p:spTree>
    <p:extLst>
      <p:ext uri="{BB962C8B-B14F-4D97-AF65-F5344CB8AC3E}">
        <p14:creationId xmlns:p14="http://schemas.microsoft.com/office/powerpoint/2010/main" val="76557170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D5122-F886-F434-1B74-466A64DC50F9}"/>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107DB98C-8FC2-1089-9099-0DCAB50E6E9D}"/>
              </a:ext>
            </a:extLst>
          </p:cNvPr>
          <p:cNvSpPr/>
          <p:nvPr/>
        </p:nvSpPr>
        <p:spPr>
          <a:xfrm>
            <a:off x="6364466" y="1590736"/>
            <a:ext cx="4971672" cy="4632871"/>
          </a:xfrm>
          <a:prstGeom prst="rect">
            <a:avLst/>
          </a:prstGeom>
          <a:noFill/>
          <a:ln w="28575">
            <a:solidFill>
              <a:schemeClr val="accent1"/>
            </a:solidFill>
          </a:ln>
        </p:spPr>
        <p:txBody>
          <a:bodyPr wrap="square" lIns="0" rtlCol="0" anchor="ctr">
            <a:noAutofit/>
          </a:bodyPr>
          <a:lstStyle/>
          <a:p>
            <a:pPr algn="l"/>
            <a:endParaRPr lang="zh-CN" altLang="en-US" b="1" dirty="0">
              <a:solidFill>
                <a:srgbClr val="FF0000"/>
              </a:solidFill>
              <a:latin typeface="微软雅黑" pitchFamily="34" charset="-122"/>
              <a:ea typeface="微软雅黑" pitchFamily="34" charset="-122"/>
            </a:endParaRPr>
          </a:p>
        </p:txBody>
      </p:sp>
      <p:sp>
        <p:nvSpPr>
          <p:cNvPr id="3" name="标题 2">
            <a:extLst>
              <a:ext uri="{FF2B5EF4-FFF2-40B4-BE49-F238E27FC236}">
                <a16:creationId xmlns:a16="http://schemas.microsoft.com/office/drawing/2014/main" id="{695B237E-85F7-993B-F078-BAF9BFA448DC}"/>
              </a:ext>
            </a:extLst>
          </p:cNvPr>
          <p:cNvSpPr>
            <a:spLocks noGrp="1"/>
          </p:cNvSpPr>
          <p:nvPr>
            <p:ph type="title"/>
          </p:nvPr>
        </p:nvSpPr>
        <p:spPr>
          <a:xfrm>
            <a:off x="1" y="8526"/>
            <a:ext cx="10537374" cy="792162"/>
          </a:xfrm>
        </p:spPr>
        <p:txBody>
          <a:bodyPr/>
          <a:lstStyle/>
          <a:p>
            <a:r>
              <a:rPr lang="zh-CN" altLang="en-US" dirty="0">
                <a:latin typeface="微软雅黑" pitchFamily="34" charset="-122"/>
                <a:ea typeface="微软雅黑" pitchFamily="34" charset="-122"/>
              </a:rPr>
              <a:t>一、计算机原理与程序设计概述</a:t>
            </a:r>
          </a:p>
        </p:txBody>
      </p:sp>
      <p:sp>
        <p:nvSpPr>
          <p:cNvPr id="2" name="TextBox 1">
            <a:extLst>
              <a:ext uri="{FF2B5EF4-FFF2-40B4-BE49-F238E27FC236}">
                <a16:creationId xmlns:a16="http://schemas.microsoft.com/office/drawing/2014/main" id="{CCC68D2D-B1C4-E65C-6581-EFB90DBC6E31}"/>
              </a:ext>
            </a:extLst>
          </p:cNvPr>
          <p:cNvSpPr txBox="1"/>
          <p:nvPr/>
        </p:nvSpPr>
        <p:spPr>
          <a:xfrm>
            <a:off x="378920" y="846751"/>
            <a:ext cx="5832583"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计算机程序设计概述</a:t>
            </a:r>
            <a:endParaRPr lang="en-US" altLang="zh-CN" sz="3200" b="1" dirty="0">
              <a:solidFill>
                <a:srgbClr val="333333"/>
              </a:solidFill>
              <a:latin typeface="+mn-ea"/>
              <a:ea typeface="+mn-ea"/>
            </a:endParaRPr>
          </a:p>
        </p:txBody>
      </p:sp>
      <p:sp>
        <p:nvSpPr>
          <p:cNvPr id="6" name="TextBox 5">
            <a:extLst>
              <a:ext uri="{FF2B5EF4-FFF2-40B4-BE49-F238E27FC236}">
                <a16:creationId xmlns:a16="http://schemas.microsoft.com/office/drawing/2014/main" id="{838C915E-166B-DC37-C9BE-099FED014CF1}"/>
              </a:ext>
            </a:extLst>
          </p:cNvPr>
          <p:cNvSpPr txBox="1"/>
          <p:nvPr/>
        </p:nvSpPr>
        <p:spPr>
          <a:xfrm>
            <a:off x="396063" y="1590737"/>
            <a:ext cx="5696306" cy="4632871"/>
          </a:xfrm>
          <a:prstGeom prst="rect">
            <a:avLst/>
          </a:prstGeom>
          <a:noFill/>
        </p:spPr>
        <p:txBody>
          <a:bodyPr wrap="square">
            <a:spAutoFit/>
          </a:bodyPr>
          <a:lstStyle/>
          <a:p>
            <a:pPr algn="just">
              <a:lnSpc>
                <a:spcPct val="150000"/>
              </a:lnSpc>
            </a:pPr>
            <a:r>
              <a:rPr lang="zh-CN" altLang="en-US" sz="3200" b="1" dirty="0">
                <a:solidFill>
                  <a:schemeClr val="accent2"/>
                </a:solidFill>
                <a:highlight>
                  <a:srgbClr val="FFFFFF"/>
                </a:highlight>
                <a:latin typeface="Microsoft YaHei" panose="020B0503020204020204" pitchFamily="34" charset="-122"/>
                <a:ea typeface="Microsoft YaHei" panose="020B0503020204020204" pitchFamily="34" charset="-122"/>
              </a:rPr>
              <a:t>程序设计语言层级：</a:t>
            </a:r>
            <a:endParaRPr lang="en-US" altLang="zh-CN" sz="3200" b="1" dirty="0">
              <a:solidFill>
                <a:schemeClr val="accent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sz="2800" b="1" dirty="0">
                <a:solidFill>
                  <a:schemeClr val="bg2"/>
                </a:solidFill>
                <a:highlight>
                  <a:srgbClr val="FFFFFF"/>
                </a:highlight>
                <a:latin typeface="Microsoft YaHei" panose="020B0503020204020204" pitchFamily="34" charset="-122"/>
                <a:ea typeface="Microsoft YaHei" panose="020B0503020204020204" pitchFamily="34" charset="-122"/>
              </a:rPr>
              <a:t>机器语言</a:t>
            </a:r>
            <a:r>
              <a:rPr lang="zh-CN" altLang="en-US" sz="2800" dirty="0">
                <a:solidFill>
                  <a:schemeClr val="bg2"/>
                </a:solidFill>
                <a:highlight>
                  <a:srgbClr val="FFFFFF"/>
                </a:highlight>
                <a:latin typeface="Microsoft YaHei" panose="020B0503020204020204" pitchFamily="34" charset="-122"/>
                <a:ea typeface="Microsoft YaHei" panose="020B0503020204020204" pitchFamily="34" charset="-122"/>
              </a:rPr>
              <a:t>：二进制指令（</a:t>
            </a:r>
            <a:r>
              <a:rPr lang="en-US" altLang="zh-CN" sz="2800" dirty="0">
                <a:solidFill>
                  <a:schemeClr val="bg2"/>
                </a:solidFill>
                <a:highlight>
                  <a:srgbClr val="FFFFFF"/>
                </a:highlight>
                <a:latin typeface="Microsoft YaHei" panose="020B0503020204020204" pitchFamily="34" charset="-122"/>
                <a:ea typeface="Microsoft YaHei" panose="020B0503020204020204" pitchFamily="34" charset="-122"/>
              </a:rPr>
              <a:t>CPU</a:t>
            </a:r>
            <a:r>
              <a:rPr lang="zh-CN" altLang="en-US" sz="2800" dirty="0">
                <a:solidFill>
                  <a:schemeClr val="bg2"/>
                </a:solidFill>
                <a:highlight>
                  <a:srgbClr val="FFFFFF"/>
                </a:highlight>
                <a:latin typeface="Microsoft YaHei" panose="020B0503020204020204" pitchFamily="34" charset="-122"/>
                <a:ea typeface="Microsoft YaHei" panose="020B0503020204020204" pitchFamily="34" charset="-122"/>
              </a:rPr>
              <a:t>直接执行）</a:t>
            </a:r>
            <a:endParaRPr lang="en-US" altLang="zh-CN" sz="2800"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sz="2800" b="1" dirty="0">
                <a:solidFill>
                  <a:schemeClr val="bg2"/>
                </a:solidFill>
                <a:highlight>
                  <a:srgbClr val="FFFFFF"/>
                </a:highlight>
                <a:latin typeface="Microsoft YaHei" panose="020B0503020204020204" pitchFamily="34" charset="-122"/>
                <a:ea typeface="Microsoft YaHei" panose="020B0503020204020204" pitchFamily="34" charset="-122"/>
              </a:rPr>
              <a:t>汇编语言</a:t>
            </a:r>
            <a:r>
              <a:rPr lang="zh-CN" altLang="en-US" sz="2800" dirty="0">
                <a:solidFill>
                  <a:schemeClr val="bg2"/>
                </a:solidFill>
                <a:highlight>
                  <a:srgbClr val="FFFFFF"/>
                </a:highlight>
                <a:latin typeface="Microsoft YaHei" panose="020B0503020204020204" pitchFamily="34" charset="-122"/>
                <a:ea typeface="Microsoft YaHei" panose="020B0503020204020204" pitchFamily="34" charset="-122"/>
              </a:rPr>
              <a:t>：接近机器语言，是一种低级编程语言</a:t>
            </a:r>
            <a:endParaRPr lang="en-US" altLang="zh-CN" sz="2800" dirty="0">
              <a:solidFill>
                <a:schemeClr val="bg2"/>
              </a:solidFill>
              <a:highlight>
                <a:srgbClr val="FFFFFF"/>
              </a:highlight>
              <a:latin typeface="Microsoft YaHei" panose="020B0503020204020204" pitchFamily="34" charset="-122"/>
              <a:ea typeface="Microsoft YaHei" panose="020B0503020204020204" pitchFamily="34" charset="-122"/>
            </a:endParaRPr>
          </a:p>
          <a:p>
            <a:pPr algn="just">
              <a:lnSpc>
                <a:spcPct val="150000"/>
              </a:lnSpc>
            </a:pPr>
            <a:r>
              <a:rPr lang="zh-CN" altLang="en-US" sz="2800" b="1" dirty="0">
                <a:solidFill>
                  <a:schemeClr val="bg2"/>
                </a:solidFill>
                <a:highlight>
                  <a:srgbClr val="FFFFFF"/>
                </a:highlight>
                <a:latin typeface="Microsoft YaHei" panose="020B0503020204020204" pitchFamily="34" charset="-122"/>
                <a:ea typeface="Microsoft YaHei" panose="020B0503020204020204" pitchFamily="34" charset="-122"/>
              </a:rPr>
              <a:t>高级语言</a:t>
            </a:r>
            <a:r>
              <a:rPr lang="zh-CN" altLang="en-US" sz="2800" dirty="0">
                <a:solidFill>
                  <a:schemeClr val="bg2"/>
                </a:solidFill>
                <a:highlight>
                  <a:srgbClr val="FFFFFF"/>
                </a:highlight>
                <a:latin typeface="Microsoft YaHei" panose="020B0503020204020204" pitchFamily="34" charset="-122"/>
                <a:ea typeface="Microsoft YaHei" panose="020B0503020204020204" pitchFamily="34" charset="-122"/>
              </a:rPr>
              <a:t>：</a:t>
            </a:r>
            <a:r>
              <a:rPr lang="en-US" altLang="zh-CN" sz="2800" dirty="0">
                <a:solidFill>
                  <a:schemeClr val="bg2"/>
                </a:solidFill>
                <a:highlight>
                  <a:srgbClr val="FFFFFF"/>
                </a:highlight>
                <a:latin typeface="Microsoft YaHei" panose="020B0503020204020204" pitchFamily="34" charset="-122"/>
                <a:ea typeface="Microsoft YaHei" panose="020B0503020204020204" pitchFamily="34" charset="-122"/>
              </a:rPr>
              <a:t>Python</a:t>
            </a:r>
            <a:r>
              <a:rPr lang="zh-CN" altLang="en-US" sz="2800" dirty="0">
                <a:solidFill>
                  <a:schemeClr val="bg2"/>
                </a:solidFill>
                <a:highlight>
                  <a:srgbClr val="FFFFFF"/>
                </a:highlight>
                <a:latin typeface="Microsoft YaHei" panose="020B0503020204020204" pitchFamily="34" charset="-122"/>
                <a:ea typeface="Microsoft YaHei" panose="020B0503020204020204" pitchFamily="34" charset="-122"/>
              </a:rPr>
              <a:t>、</a:t>
            </a:r>
            <a:r>
              <a:rPr lang="en-US" altLang="zh-CN" sz="2800" dirty="0">
                <a:solidFill>
                  <a:schemeClr val="bg2"/>
                </a:solidFill>
                <a:highlight>
                  <a:srgbClr val="FFFFFF"/>
                </a:highlight>
                <a:latin typeface="Microsoft YaHei" panose="020B0503020204020204" pitchFamily="34" charset="-122"/>
                <a:ea typeface="Microsoft YaHei" panose="020B0503020204020204" pitchFamily="34" charset="-122"/>
              </a:rPr>
              <a:t>C</a:t>
            </a:r>
            <a:r>
              <a:rPr lang="zh-CN" altLang="en-US" sz="2800" dirty="0">
                <a:solidFill>
                  <a:schemeClr val="bg2"/>
                </a:solidFill>
                <a:highlight>
                  <a:srgbClr val="FFFFFF"/>
                </a:highlight>
                <a:latin typeface="Microsoft YaHei" panose="020B0503020204020204" pitchFamily="34" charset="-122"/>
                <a:ea typeface="Microsoft YaHei" panose="020B0503020204020204" pitchFamily="34" charset="-122"/>
              </a:rPr>
              <a:t>、</a:t>
            </a:r>
            <a:r>
              <a:rPr lang="en-US" altLang="zh-CN" sz="2800" dirty="0">
                <a:solidFill>
                  <a:schemeClr val="bg2"/>
                </a:solidFill>
                <a:highlight>
                  <a:srgbClr val="FFFFFF"/>
                </a:highlight>
                <a:latin typeface="Microsoft YaHei" panose="020B0503020204020204" pitchFamily="34" charset="-122"/>
                <a:ea typeface="Microsoft YaHei" panose="020B0503020204020204" pitchFamily="34" charset="-122"/>
              </a:rPr>
              <a:t>Java</a:t>
            </a:r>
          </a:p>
        </p:txBody>
      </p:sp>
      <p:grpSp>
        <p:nvGrpSpPr>
          <p:cNvPr id="17" name="组合 16">
            <a:extLst>
              <a:ext uri="{FF2B5EF4-FFF2-40B4-BE49-F238E27FC236}">
                <a16:creationId xmlns:a16="http://schemas.microsoft.com/office/drawing/2014/main" id="{7774422F-D8E3-2A3E-7E64-9DD6504C2B52}"/>
              </a:ext>
            </a:extLst>
          </p:cNvPr>
          <p:cNvGrpSpPr/>
          <p:nvPr/>
        </p:nvGrpSpPr>
        <p:grpSpPr>
          <a:xfrm>
            <a:off x="6474074" y="5183358"/>
            <a:ext cx="2509727" cy="954946"/>
            <a:chOff x="7969207" y="3757576"/>
            <a:chExt cx="2509727" cy="954946"/>
          </a:xfrm>
        </p:grpSpPr>
        <p:sp>
          <p:nvSpPr>
            <p:cNvPr id="13" name="TextBox 12">
              <a:extLst>
                <a:ext uri="{FF2B5EF4-FFF2-40B4-BE49-F238E27FC236}">
                  <a16:creationId xmlns:a16="http://schemas.microsoft.com/office/drawing/2014/main" id="{C37D0B22-ACD6-5CAD-307D-087E91AF68FD}"/>
                </a:ext>
              </a:extLst>
            </p:cNvPr>
            <p:cNvSpPr txBox="1"/>
            <p:nvPr/>
          </p:nvSpPr>
          <p:spPr>
            <a:xfrm>
              <a:off x="7969207" y="3757576"/>
              <a:ext cx="1689520" cy="461665"/>
            </a:xfrm>
            <a:prstGeom prst="rect">
              <a:avLst/>
            </a:prstGeom>
            <a:noFill/>
          </p:spPr>
          <p:txBody>
            <a:bodyPr wrap="square" rtlCol="0">
              <a:spAutoFit/>
            </a:bodyPr>
            <a:lstStyle/>
            <a:p>
              <a:pPr algn="l"/>
              <a:r>
                <a:rPr lang="en-CN" b="1" dirty="0">
                  <a:solidFill>
                    <a:srgbClr val="C00000"/>
                  </a:solidFill>
                  <a:latin typeface="+mn-ea"/>
                  <a:ea typeface="+mn-ea"/>
                </a:rPr>
                <a:t>汇编语言</a:t>
              </a:r>
            </a:p>
          </p:txBody>
        </p:sp>
        <p:sp>
          <p:nvSpPr>
            <p:cNvPr id="8" name="文本框 7">
              <a:extLst>
                <a:ext uri="{FF2B5EF4-FFF2-40B4-BE49-F238E27FC236}">
                  <a16:creationId xmlns:a16="http://schemas.microsoft.com/office/drawing/2014/main" id="{9EF604A1-DA48-7384-C5B0-144CDD8089D2}"/>
                </a:ext>
              </a:extLst>
            </p:cNvPr>
            <p:cNvSpPr txBox="1"/>
            <p:nvPr/>
          </p:nvSpPr>
          <p:spPr>
            <a:xfrm>
              <a:off x="7969207" y="4250857"/>
              <a:ext cx="2509727" cy="461665"/>
            </a:xfrm>
            <a:prstGeom prst="rect">
              <a:avLst/>
            </a:prstGeom>
            <a:noFill/>
          </p:spPr>
          <p:txBody>
            <a:bodyPr wrap="square">
              <a:spAutoFit/>
            </a:bodyPr>
            <a:lstStyle/>
            <a:p>
              <a:pPr algn="l"/>
              <a:r>
                <a:rPr lang="en-US" altLang="zh-CN" b="1" dirty="0">
                  <a:solidFill>
                    <a:srgbClr val="333399"/>
                  </a:solidFill>
                  <a:highlight>
                    <a:srgbClr val="FFFFFF"/>
                  </a:highlight>
                  <a:latin typeface="Microsoft YaHei" panose="020B0503020204020204" pitchFamily="34" charset="-122"/>
                  <a:ea typeface="Microsoft YaHei" panose="020B0503020204020204" pitchFamily="34" charset="-122"/>
                </a:rPr>
                <a:t>ADD</a:t>
              </a:r>
              <a:r>
                <a:rPr lang="zh-CN" altLang="en-US" b="1" dirty="0">
                  <a:solidFill>
                    <a:srgbClr val="333399"/>
                  </a:solidFill>
                  <a:highlight>
                    <a:srgbClr val="FFFFFF"/>
                  </a:highlight>
                  <a:latin typeface="Microsoft YaHei" panose="020B0503020204020204" pitchFamily="34" charset="-122"/>
                  <a:ea typeface="Microsoft YaHei" panose="020B0503020204020204" pitchFamily="34" charset="-122"/>
                </a:rPr>
                <a:t> </a:t>
              </a:r>
              <a:r>
                <a:rPr lang="en-US" altLang="zh-CN" b="1" dirty="0">
                  <a:solidFill>
                    <a:srgbClr val="333399"/>
                  </a:solidFill>
                  <a:highlight>
                    <a:srgbClr val="FFFFFF"/>
                  </a:highlight>
                  <a:latin typeface="Microsoft YaHei" panose="020B0503020204020204" pitchFamily="34" charset="-122"/>
                  <a:ea typeface="Microsoft YaHei" panose="020B0503020204020204" pitchFamily="34" charset="-122"/>
                </a:rPr>
                <a:t>R0 R1</a:t>
              </a:r>
              <a:r>
                <a:rPr lang="zh-CN" altLang="en-US" b="1" dirty="0">
                  <a:solidFill>
                    <a:srgbClr val="333399"/>
                  </a:solidFill>
                  <a:highlight>
                    <a:srgbClr val="FFFFFF"/>
                  </a:highlight>
                  <a:latin typeface="Microsoft YaHei" panose="020B0503020204020204" pitchFamily="34" charset="-122"/>
                  <a:ea typeface="Microsoft YaHei" panose="020B0503020204020204" pitchFamily="34" charset="-122"/>
                </a:rPr>
                <a:t> </a:t>
              </a:r>
              <a:r>
                <a:rPr lang="en-US" altLang="zh-CN" b="1" dirty="0">
                  <a:solidFill>
                    <a:srgbClr val="333399"/>
                  </a:solidFill>
                  <a:highlight>
                    <a:srgbClr val="FFFFFF"/>
                  </a:highlight>
                  <a:latin typeface="Microsoft YaHei" panose="020B0503020204020204" pitchFamily="34" charset="-122"/>
                  <a:ea typeface="Microsoft YaHei" panose="020B0503020204020204" pitchFamily="34" charset="-122"/>
                </a:rPr>
                <a:t>R2</a:t>
              </a:r>
              <a:r>
                <a:rPr lang="zh-CN" altLang="en-US" b="1" dirty="0">
                  <a:solidFill>
                    <a:srgbClr val="333399"/>
                  </a:solidFill>
                  <a:highlight>
                    <a:srgbClr val="FFFFFF"/>
                  </a:highlight>
                  <a:latin typeface="Microsoft YaHei" panose="020B0503020204020204" pitchFamily="34" charset="-122"/>
                  <a:ea typeface="Microsoft YaHei" panose="020B0503020204020204" pitchFamily="34" charset="-122"/>
                </a:rPr>
                <a:t> </a:t>
              </a:r>
              <a:endParaRPr lang="zh-CN" altLang="en-US" b="1" dirty="0">
                <a:solidFill>
                  <a:srgbClr val="333399"/>
                </a:solidFill>
              </a:endParaRPr>
            </a:p>
          </p:txBody>
        </p:sp>
      </p:grpSp>
      <p:sp>
        <p:nvSpPr>
          <p:cNvPr id="10" name="TextBox 6">
            <a:extLst>
              <a:ext uri="{FF2B5EF4-FFF2-40B4-BE49-F238E27FC236}">
                <a16:creationId xmlns:a16="http://schemas.microsoft.com/office/drawing/2014/main" id="{5579C601-7411-5262-0453-BD21073817FF}"/>
              </a:ext>
            </a:extLst>
          </p:cNvPr>
          <p:cNvSpPr txBox="1"/>
          <p:nvPr/>
        </p:nvSpPr>
        <p:spPr>
          <a:xfrm>
            <a:off x="6459786" y="3096861"/>
            <a:ext cx="1980030" cy="523220"/>
          </a:xfrm>
          <a:prstGeom prst="rect">
            <a:avLst/>
          </a:prstGeom>
          <a:noFill/>
        </p:spPr>
        <p:txBody>
          <a:bodyPr wrap="none" rtlCol="0">
            <a:spAutoFit/>
          </a:bodyPr>
          <a:lstStyle/>
          <a:p>
            <a:r>
              <a:rPr lang="en-CN" sz="2800" b="1" dirty="0">
                <a:solidFill>
                  <a:schemeClr val="bg2"/>
                </a:solidFill>
                <a:latin typeface="+mn-ea"/>
                <a:ea typeface="+mn-ea"/>
              </a:rPr>
              <a:t>两整数相加</a:t>
            </a:r>
          </a:p>
        </p:txBody>
      </p:sp>
      <p:grpSp>
        <p:nvGrpSpPr>
          <p:cNvPr id="16" name="组合 15">
            <a:extLst>
              <a:ext uri="{FF2B5EF4-FFF2-40B4-BE49-F238E27FC236}">
                <a16:creationId xmlns:a16="http://schemas.microsoft.com/office/drawing/2014/main" id="{10957EA3-4933-E419-FAC8-DCF0111748B3}"/>
              </a:ext>
            </a:extLst>
          </p:cNvPr>
          <p:cNvGrpSpPr/>
          <p:nvPr/>
        </p:nvGrpSpPr>
        <p:grpSpPr>
          <a:xfrm>
            <a:off x="8969514" y="1647671"/>
            <a:ext cx="1960456" cy="3250560"/>
            <a:chOff x="9546965" y="737847"/>
            <a:chExt cx="1960456" cy="3250560"/>
          </a:xfrm>
        </p:grpSpPr>
        <p:pic>
          <p:nvPicPr>
            <p:cNvPr id="5" name="Picture 4" descr="A close-up of a number&#10;&#10;AI-generated content may be incorrect.">
              <a:extLst>
                <a:ext uri="{FF2B5EF4-FFF2-40B4-BE49-F238E27FC236}">
                  <a16:creationId xmlns:a16="http://schemas.microsoft.com/office/drawing/2014/main" id="{12B5E0E6-8B48-0219-8826-C977ED627A82}"/>
                </a:ext>
              </a:extLst>
            </p:cNvPr>
            <p:cNvPicPr>
              <a:picLocks noChangeAspect="1"/>
            </p:cNvPicPr>
            <p:nvPr/>
          </p:nvPicPr>
          <p:blipFill>
            <a:blip r:embed="rId3"/>
            <a:stretch>
              <a:fillRect/>
            </a:stretch>
          </p:blipFill>
          <p:spPr>
            <a:xfrm>
              <a:off x="9567329" y="1205072"/>
              <a:ext cx="1940092" cy="2783335"/>
            </a:xfrm>
            <a:prstGeom prst="rect">
              <a:avLst/>
            </a:prstGeom>
            <a:ln>
              <a:solidFill>
                <a:schemeClr val="bg2"/>
              </a:solidFill>
            </a:ln>
          </p:spPr>
        </p:pic>
        <p:sp>
          <p:nvSpPr>
            <p:cNvPr id="15" name="TextBox 6">
              <a:extLst>
                <a:ext uri="{FF2B5EF4-FFF2-40B4-BE49-F238E27FC236}">
                  <a16:creationId xmlns:a16="http://schemas.microsoft.com/office/drawing/2014/main" id="{5959EFDD-D348-B712-D018-25919B274190}"/>
                </a:ext>
              </a:extLst>
            </p:cNvPr>
            <p:cNvSpPr txBox="1"/>
            <p:nvPr/>
          </p:nvSpPr>
          <p:spPr>
            <a:xfrm>
              <a:off x="9546965" y="737847"/>
              <a:ext cx="1960456" cy="461665"/>
            </a:xfrm>
            <a:prstGeom prst="rect">
              <a:avLst/>
            </a:prstGeom>
            <a:noFill/>
          </p:spPr>
          <p:txBody>
            <a:bodyPr wrap="square" rtlCol="0">
              <a:spAutoFit/>
            </a:bodyPr>
            <a:lstStyle/>
            <a:p>
              <a:r>
                <a:rPr lang="zh-CN" altLang="en-US" b="1" dirty="0">
                  <a:solidFill>
                    <a:srgbClr val="C00000"/>
                  </a:solidFill>
                  <a:latin typeface="+mn-ea"/>
                  <a:ea typeface="+mn-ea"/>
                </a:rPr>
                <a:t>机器语言</a:t>
              </a:r>
              <a:endParaRPr lang="en-CN" b="1" dirty="0">
                <a:solidFill>
                  <a:srgbClr val="C00000"/>
                </a:solidFill>
                <a:latin typeface="+mn-ea"/>
                <a:ea typeface="+mn-ea"/>
              </a:endParaRPr>
            </a:p>
          </p:txBody>
        </p:sp>
      </p:grpSp>
      <p:grpSp>
        <p:nvGrpSpPr>
          <p:cNvPr id="19" name="组合 18">
            <a:extLst>
              <a:ext uri="{FF2B5EF4-FFF2-40B4-BE49-F238E27FC236}">
                <a16:creationId xmlns:a16="http://schemas.microsoft.com/office/drawing/2014/main" id="{AE35E75E-9E39-3C39-E8BE-A14E23628190}"/>
              </a:ext>
            </a:extLst>
          </p:cNvPr>
          <p:cNvGrpSpPr/>
          <p:nvPr/>
        </p:nvGrpSpPr>
        <p:grpSpPr>
          <a:xfrm>
            <a:off x="9198154" y="5170469"/>
            <a:ext cx="2765696" cy="967835"/>
            <a:chOff x="8738016" y="5691985"/>
            <a:chExt cx="2765696" cy="967835"/>
          </a:xfrm>
        </p:grpSpPr>
        <p:sp>
          <p:nvSpPr>
            <p:cNvPr id="14" name="TextBox 13">
              <a:extLst>
                <a:ext uri="{FF2B5EF4-FFF2-40B4-BE49-F238E27FC236}">
                  <a16:creationId xmlns:a16="http://schemas.microsoft.com/office/drawing/2014/main" id="{A44F04E4-95AA-EA43-1B81-1017B392FE22}"/>
                </a:ext>
              </a:extLst>
            </p:cNvPr>
            <p:cNvSpPr txBox="1"/>
            <p:nvPr/>
          </p:nvSpPr>
          <p:spPr>
            <a:xfrm>
              <a:off x="8739618" y="5691985"/>
              <a:ext cx="1291316" cy="461665"/>
            </a:xfrm>
            <a:prstGeom prst="rect">
              <a:avLst/>
            </a:prstGeom>
            <a:noFill/>
          </p:spPr>
          <p:txBody>
            <a:bodyPr wrap="none" rtlCol="0">
              <a:spAutoFit/>
            </a:bodyPr>
            <a:lstStyle/>
            <a:p>
              <a:r>
                <a:rPr lang="en-US" b="1" dirty="0">
                  <a:solidFill>
                    <a:srgbClr val="C00000"/>
                  </a:solidFill>
                  <a:latin typeface="+mn-ea"/>
                  <a:ea typeface="+mn-ea"/>
                </a:rPr>
                <a:t>P</a:t>
              </a:r>
              <a:r>
                <a:rPr lang="en-CN" b="1" dirty="0">
                  <a:solidFill>
                    <a:srgbClr val="C00000"/>
                  </a:solidFill>
                  <a:latin typeface="+mn-ea"/>
                  <a:ea typeface="+mn-ea"/>
                </a:rPr>
                <a:t>ython</a:t>
              </a:r>
            </a:p>
          </p:txBody>
        </p:sp>
        <p:sp>
          <p:nvSpPr>
            <p:cNvPr id="18" name="文本框 17">
              <a:extLst>
                <a:ext uri="{FF2B5EF4-FFF2-40B4-BE49-F238E27FC236}">
                  <a16:creationId xmlns:a16="http://schemas.microsoft.com/office/drawing/2014/main" id="{96FC6AB4-ED62-DFBC-4A55-CC78F9E09965}"/>
                </a:ext>
              </a:extLst>
            </p:cNvPr>
            <p:cNvSpPr txBox="1"/>
            <p:nvPr/>
          </p:nvSpPr>
          <p:spPr>
            <a:xfrm>
              <a:off x="8738016" y="6198155"/>
              <a:ext cx="2765696" cy="461665"/>
            </a:xfrm>
            <a:prstGeom prst="rect">
              <a:avLst/>
            </a:prstGeom>
            <a:noFill/>
          </p:spPr>
          <p:txBody>
            <a:bodyPr wrap="square">
              <a:spAutoFit/>
            </a:bodyPr>
            <a:lstStyle/>
            <a:p>
              <a:pPr algn="l"/>
              <a:r>
                <a:rPr lang="en-US" altLang="zh-CN" b="1" dirty="0">
                  <a:solidFill>
                    <a:srgbClr val="333399"/>
                  </a:solidFill>
                  <a:highlight>
                    <a:srgbClr val="FFFFFF"/>
                  </a:highlight>
                  <a:latin typeface="Microsoft YaHei" panose="020B0503020204020204" pitchFamily="34" charset="-122"/>
                  <a:ea typeface="Microsoft YaHei" panose="020B0503020204020204" pitchFamily="34" charset="-122"/>
                </a:rPr>
                <a:t>R0</a:t>
              </a:r>
              <a:r>
                <a:rPr lang="zh-CN" altLang="en-US" b="1" dirty="0">
                  <a:solidFill>
                    <a:srgbClr val="333399"/>
                  </a:solidFill>
                  <a:highlight>
                    <a:srgbClr val="FFFFFF"/>
                  </a:highlight>
                  <a:latin typeface="Microsoft YaHei" panose="020B0503020204020204" pitchFamily="34" charset="-122"/>
                  <a:ea typeface="Microsoft YaHei" panose="020B0503020204020204" pitchFamily="34" charset="-122"/>
                </a:rPr>
                <a:t> </a:t>
              </a:r>
              <a:r>
                <a:rPr lang="en-US" altLang="zh-CN" b="1" dirty="0">
                  <a:solidFill>
                    <a:srgbClr val="333399"/>
                  </a:solidFill>
                  <a:highlight>
                    <a:srgbClr val="FFFFFF"/>
                  </a:highlight>
                  <a:latin typeface="Microsoft YaHei" panose="020B0503020204020204" pitchFamily="34" charset="-122"/>
                  <a:ea typeface="Microsoft YaHei" panose="020B0503020204020204" pitchFamily="34" charset="-122"/>
                </a:rPr>
                <a:t>=</a:t>
              </a:r>
              <a:r>
                <a:rPr lang="zh-CN" altLang="en-US" b="1" dirty="0">
                  <a:solidFill>
                    <a:srgbClr val="333399"/>
                  </a:solidFill>
                  <a:highlight>
                    <a:srgbClr val="FFFFFF"/>
                  </a:highlight>
                  <a:latin typeface="Microsoft YaHei" panose="020B0503020204020204" pitchFamily="34" charset="-122"/>
                  <a:ea typeface="Microsoft YaHei" panose="020B0503020204020204" pitchFamily="34" charset="-122"/>
                </a:rPr>
                <a:t> </a:t>
              </a:r>
              <a:r>
                <a:rPr lang="en-US" altLang="zh-CN" b="1" dirty="0">
                  <a:solidFill>
                    <a:srgbClr val="333399"/>
                  </a:solidFill>
                  <a:highlight>
                    <a:srgbClr val="FFFFFF"/>
                  </a:highlight>
                  <a:latin typeface="Microsoft YaHei" panose="020B0503020204020204" pitchFamily="34" charset="-122"/>
                  <a:ea typeface="Microsoft YaHei" panose="020B0503020204020204" pitchFamily="34" charset="-122"/>
                </a:rPr>
                <a:t>R1+R2</a:t>
              </a:r>
              <a:endParaRPr lang="zh-CN" altLang="en-US" b="1" dirty="0">
                <a:solidFill>
                  <a:srgbClr val="333399"/>
                </a:solidFill>
              </a:endParaRPr>
            </a:p>
          </p:txBody>
        </p:sp>
      </p:grpSp>
    </p:spTree>
    <p:extLst>
      <p:ext uri="{BB962C8B-B14F-4D97-AF65-F5344CB8AC3E}">
        <p14:creationId xmlns:p14="http://schemas.microsoft.com/office/powerpoint/2010/main" val="314840471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71863"/>
            <a:ext cx="12192000"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254224" y="3868892"/>
            <a:ext cx="11670743" cy="707886"/>
          </a:xfrm>
          <a:prstGeom prst="rect">
            <a:avLst/>
          </a:prstGeom>
        </p:spPr>
        <p:txBody>
          <a:bodyPr wrap="square">
            <a:spAutoFit/>
          </a:bodyPr>
          <a:lstStyle/>
          <a:p>
            <a:pPr algn="l" fontAlgn="auto">
              <a:spcBef>
                <a:spcPts val="0"/>
              </a:spcBef>
              <a:spcAft>
                <a:spcPts val="0"/>
              </a:spcAft>
            </a:pPr>
            <a:r>
              <a:rPr lang="zh-CN" altLang="en-US" sz="4000" b="1" dirty="0">
                <a:latin typeface="微软雅黑" pitchFamily="34" charset="-122"/>
                <a:ea typeface="微软雅黑" pitchFamily="34" charset="-122"/>
              </a:rPr>
              <a:t>二、</a:t>
            </a:r>
            <a:r>
              <a:rPr lang="en-US" altLang="zh-CN" sz="4000" b="1" dirty="0">
                <a:latin typeface="微软雅黑" pitchFamily="34" charset="-122"/>
                <a:ea typeface="微软雅黑" pitchFamily="34" charset="-122"/>
              </a:rPr>
              <a:t>Python</a:t>
            </a:r>
            <a:r>
              <a:rPr lang="zh-CN" altLang="en-US" sz="4000" b="1" dirty="0">
                <a:latin typeface="微软雅黑" pitchFamily="34" charset="-122"/>
                <a:ea typeface="微软雅黑" pitchFamily="34" charset="-122"/>
              </a:rPr>
              <a:t>程序设计简介</a:t>
            </a:r>
          </a:p>
        </p:txBody>
      </p:sp>
      <p:sp>
        <p:nvSpPr>
          <p:cNvPr id="8" name="矩形 7"/>
          <p:cNvSpPr/>
          <p:nvPr/>
        </p:nvSpPr>
        <p:spPr>
          <a:xfrm>
            <a:off x="0" y="5014912"/>
            <a:ext cx="12192000"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48112259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r>
              <a:rPr lang="zh-CN" altLang="en-US" dirty="0">
                <a:latin typeface="+mn-ea"/>
              </a:rPr>
              <a:t>一、</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编程基础</a:t>
            </a:r>
            <a:endParaRPr lang="zh-CN" altLang="en-US" dirty="0"/>
          </a:p>
        </p:txBody>
      </p:sp>
      <p:sp>
        <p:nvSpPr>
          <p:cNvPr id="2" name="TextBox 1">
            <a:extLst>
              <a:ext uri="{FF2B5EF4-FFF2-40B4-BE49-F238E27FC236}">
                <a16:creationId xmlns:a16="http://schemas.microsoft.com/office/drawing/2014/main" id="{631AADB6-C88A-D817-4683-FC087E4E240F}"/>
              </a:ext>
            </a:extLst>
          </p:cNvPr>
          <p:cNvSpPr txBox="1"/>
          <p:nvPr/>
        </p:nvSpPr>
        <p:spPr>
          <a:xfrm>
            <a:off x="547397" y="846748"/>
            <a:ext cx="9802938"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1</a:t>
            </a:r>
            <a:r>
              <a:rPr lang="zh-CN" altLang="en-US" sz="3200" b="1" dirty="0">
                <a:solidFill>
                  <a:srgbClr val="333333"/>
                </a:solidFill>
                <a:latin typeface="+mn-ea"/>
                <a:ea typeface="+mn-ea"/>
              </a:rPr>
              <a:t>、</a:t>
            </a:r>
            <a:r>
              <a:rPr lang="en-US" altLang="zh-CN" sz="3200" b="1" dirty="0">
                <a:solidFill>
                  <a:srgbClr val="333333"/>
                </a:solidFill>
                <a:latin typeface="+mn-ea"/>
                <a:ea typeface="+mn-ea"/>
              </a:rPr>
              <a:t>Python</a:t>
            </a:r>
            <a:r>
              <a:rPr lang="zh-CN" altLang="en-US" sz="3200" b="1" dirty="0">
                <a:solidFill>
                  <a:srgbClr val="333333"/>
                </a:solidFill>
                <a:latin typeface="+mn-ea"/>
                <a:ea typeface="+mn-ea"/>
              </a:rPr>
              <a:t>编程语言简介</a:t>
            </a:r>
            <a:endParaRPr lang="en-US" altLang="zh-CN" sz="3200" b="1" dirty="0">
              <a:solidFill>
                <a:srgbClr val="333333"/>
              </a:solidFill>
              <a:latin typeface="+mn-ea"/>
              <a:ea typeface="+mn-ea"/>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547397" y="1497481"/>
            <a:ext cx="7500534" cy="4486613"/>
          </a:xfrm>
          <a:prstGeom prst="rect">
            <a:avLst/>
          </a:prstGeom>
          <a:noFill/>
        </p:spPr>
        <p:txBody>
          <a:bodyPr wrap="square">
            <a:spAutoFit/>
          </a:bodyPr>
          <a:lstStyle/>
          <a:p>
            <a:pPr algn="just">
              <a:lnSpc>
                <a:spcPct val="200000"/>
              </a:lnSpc>
            </a:pPr>
            <a:r>
              <a:rPr lang="zh-CN" altLang="zh-CN" sz="2800" b="1" dirty="0">
                <a:solidFill>
                  <a:srgbClr val="151515"/>
                </a:solidFill>
                <a:latin typeface="+mn-ea"/>
                <a:ea typeface="+mn-ea"/>
              </a:rPr>
              <a:t>Python</a:t>
            </a:r>
            <a:r>
              <a:rPr lang="zh-CN" altLang="zh-CN" sz="2800" dirty="0">
                <a:solidFill>
                  <a:srgbClr val="151515"/>
                </a:solidFill>
                <a:latin typeface="+mn-ea"/>
                <a:ea typeface="+mn-ea"/>
              </a:rPr>
              <a:t>（英国发音：</a:t>
            </a:r>
            <a:r>
              <a:rPr lang="zh-CN" altLang="zh-CN" sz="2800" dirty="0">
                <a:solidFill>
                  <a:srgbClr val="151515"/>
                </a:solidFill>
                <a:latin typeface="+mn-ea"/>
                <a:ea typeface="+mn-ea"/>
                <a:hlinkClick r:id="rId3" tooltip="Help:英语国际音标">
                  <a:extLst>
                    <a:ext uri="{A12FA001-AC4F-418D-AE19-62706E023703}">
                      <ahyp:hlinkClr xmlns:ahyp="http://schemas.microsoft.com/office/drawing/2018/hyperlinkcolor" val="tx"/>
                    </a:ext>
                  </a:extLst>
                </a:hlinkClick>
              </a:rPr>
              <a:t>/ˈpaɪθən/</a:t>
            </a:r>
            <a:r>
              <a:rPr lang="zh-CN" altLang="zh-CN" sz="2800" dirty="0">
                <a:solidFill>
                  <a:srgbClr val="151515"/>
                </a:solidFill>
                <a:latin typeface="+mn-ea"/>
                <a:ea typeface="+mn-ea"/>
              </a:rPr>
              <a:t>；美国发音：</a:t>
            </a:r>
            <a:r>
              <a:rPr lang="zh-CN" altLang="zh-CN" sz="2800" dirty="0">
                <a:solidFill>
                  <a:srgbClr val="151515"/>
                </a:solidFill>
                <a:latin typeface="+mn-ea"/>
                <a:ea typeface="+mn-ea"/>
                <a:hlinkClick r:id="rId3" tooltip="Help:英语国际音标">
                  <a:extLst>
                    <a:ext uri="{A12FA001-AC4F-418D-AE19-62706E023703}">
                      <ahyp:hlinkClr xmlns:ahyp="http://schemas.microsoft.com/office/drawing/2018/hyperlinkcolor" val="tx"/>
                    </a:ext>
                  </a:extLst>
                </a:hlinkClick>
              </a:rPr>
              <a:t>/ˈpaɪθɑːn/</a:t>
            </a:r>
            <a:r>
              <a:rPr lang="zh-CN" altLang="zh-CN" sz="2800" dirty="0">
                <a:solidFill>
                  <a:srgbClr val="151515"/>
                </a:solidFill>
                <a:latin typeface="+mn-ea"/>
                <a:ea typeface="+mn-ea"/>
              </a:rPr>
              <a:t>），是一种广泛使用的</a:t>
            </a:r>
            <a:r>
              <a:rPr lang="zh-CN" altLang="en-US" sz="2800" b="1" u="sng" dirty="0">
                <a:solidFill>
                  <a:srgbClr val="151515"/>
                </a:solidFill>
                <a:latin typeface="+mn-ea"/>
                <a:ea typeface="+mn-ea"/>
              </a:rPr>
              <a:t>解释型</a:t>
            </a:r>
            <a:r>
              <a:rPr lang="zh-CN" altLang="en-US" sz="2800" dirty="0">
                <a:solidFill>
                  <a:srgbClr val="151515"/>
                </a:solidFill>
                <a:latin typeface="+mn-ea"/>
                <a:ea typeface="+mn-ea"/>
              </a:rPr>
              <a:t>、</a:t>
            </a:r>
            <a:r>
              <a:rPr lang="zh-CN" altLang="en-US" sz="2800" b="1" u="sng" dirty="0">
                <a:solidFill>
                  <a:srgbClr val="151515"/>
                </a:solidFill>
                <a:latin typeface="+mn-ea"/>
                <a:ea typeface="+mn-ea"/>
              </a:rPr>
              <a:t>高级的</a:t>
            </a:r>
            <a:r>
              <a:rPr lang="zh-CN" altLang="en-US" sz="2800" dirty="0">
                <a:solidFill>
                  <a:srgbClr val="151515"/>
                </a:solidFill>
                <a:latin typeface="+mn-ea"/>
                <a:ea typeface="+mn-ea"/>
              </a:rPr>
              <a:t>、和</a:t>
            </a:r>
            <a:r>
              <a:rPr lang="zh-CN" altLang="en-US" sz="2800" b="1" u="sng" dirty="0">
                <a:solidFill>
                  <a:srgbClr val="151515"/>
                </a:solidFill>
                <a:latin typeface="+mn-ea"/>
                <a:ea typeface="+mn-ea"/>
              </a:rPr>
              <a:t>通用的</a:t>
            </a:r>
            <a:r>
              <a:rPr lang="zh-CN" altLang="en-US" sz="2800" dirty="0">
                <a:solidFill>
                  <a:srgbClr val="151515"/>
                </a:solidFill>
                <a:latin typeface="+mn-ea"/>
                <a:ea typeface="+mn-ea"/>
              </a:rPr>
              <a:t>编程语言。</a:t>
            </a:r>
            <a:endParaRPr lang="en-US" altLang="zh-CN" sz="2800" dirty="0">
              <a:solidFill>
                <a:srgbClr val="151515"/>
              </a:solidFill>
              <a:latin typeface="+mn-ea"/>
              <a:ea typeface="+mn-ea"/>
            </a:endParaRPr>
          </a:p>
          <a:p>
            <a:pPr algn="just">
              <a:lnSpc>
                <a:spcPct val="200000"/>
              </a:lnSpc>
            </a:pPr>
            <a:r>
              <a:rPr lang="en-US" altLang="zh-CN" sz="2800" dirty="0">
                <a:solidFill>
                  <a:srgbClr val="151515"/>
                </a:solidFill>
                <a:latin typeface="+mn-ea"/>
                <a:ea typeface="+mn-ea"/>
              </a:rPr>
              <a:t>Python</a:t>
            </a:r>
            <a:r>
              <a:rPr lang="zh-CN" altLang="en-US" sz="2800" dirty="0">
                <a:solidFill>
                  <a:srgbClr val="151515"/>
                </a:solidFill>
                <a:latin typeface="+mn-ea"/>
                <a:ea typeface="+mn-ea"/>
              </a:rPr>
              <a:t>是</a:t>
            </a:r>
            <a:r>
              <a:rPr lang="zh-CN" altLang="en-US" sz="2800" b="1" u="sng" dirty="0">
                <a:solidFill>
                  <a:srgbClr val="151515"/>
                </a:solidFill>
                <a:latin typeface="+mn-ea"/>
                <a:ea typeface="+mn-ea"/>
              </a:rPr>
              <a:t>吉多</a:t>
            </a:r>
            <a:r>
              <a:rPr lang="en-US" altLang="zh-CN" sz="2800" b="1" u="sng" dirty="0">
                <a:solidFill>
                  <a:srgbClr val="151515"/>
                </a:solidFill>
                <a:latin typeface="+mn-ea"/>
                <a:ea typeface="+mn-ea"/>
              </a:rPr>
              <a:t>·</a:t>
            </a:r>
            <a:r>
              <a:rPr lang="zh-CN" altLang="en-US" sz="2800" b="1" u="sng" dirty="0">
                <a:solidFill>
                  <a:srgbClr val="151515"/>
                </a:solidFill>
                <a:latin typeface="+mn-ea"/>
                <a:ea typeface="+mn-ea"/>
              </a:rPr>
              <a:t>范罗苏姆</a:t>
            </a:r>
            <a:r>
              <a:rPr lang="zh-CN" altLang="en-US" sz="2800" dirty="0">
                <a:solidFill>
                  <a:srgbClr val="151515"/>
                </a:solidFill>
                <a:latin typeface="+mn-ea"/>
                <a:ea typeface="+mn-ea"/>
              </a:rPr>
              <a:t>于</a:t>
            </a:r>
            <a:r>
              <a:rPr lang="en-US" altLang="zh-CN" sz="2800" dirty="0">
                <a:solidFill>
                  <a:srgbClr val="151515"/>
                </a:solidFill>
                <a:latin typeface="+mn-ea"/>
                <a:ea typeface="+mn-ea"/>
              </a:rPr>
              <a:t>1980</a:t>
            </a:r>
            <a:r>
              <a:rPr lang="zh-CN" altLang="en-US" sz="2800" dirty="0">
                <a:solidFill>
                  <a:srgbClr val="151515"/>
                </a:solidFill>
                <a:latin typeface="+mn-ea"/>
                <a:ea typeface="+mn-ea"/>
              </a:rPr>
              <a:t>年代后期开始研发，于</a:t>
            </a:r>
            <a:r>
              <a:rPr lang="en-US" altLang="zh-CN" sz="2800" dirty="0">
                <a:solidFill>
                  <a:srgbClr val="151515"/>
                </a:solidFill>
                <a:latin typeface="+mn-ea"/>
                <a:ea typeface="+mn-ea"/>
              </a:rPr>
              <a:t>1991</a:t>
            </a:r>
            <a:r>
              <a:rPr lang="zh-CN" altLang="en-US" sz="2800" dirty="0">
                <a:solidFill>
                  <a:srgbClr val="151515"/>
                </a:solidFill>
                <a:latin typeface="+mn-ea"/>
                <a:ea typeface="+mn-ea"/>
              </a:rPr>
              <a:t>年首次发布的编程语言。</a:t>
            </a:r>
            <a:endParaRPr lang="en-US" altLang="zh-CN" sz="2800" dirty="0">
              <a:solidFill>
                <a:srgbClr val="151515"/>
              </a:solidFill>
              <a:latin typeface="+mn-ea"/>
              <a:ea typeface="+mn-ea"/>
            </a:endParaRPr>
          </a:p>
        </p:txBody>
      </p:sp>
      <p:pic>
        <p:nvPicPr>
          <p:cNvPr id="1030" name="Picture 6">
            <a:extLst>
              <a:ext uri="{FF2B5EF4-FFF2-40B4-BE49-F238E27FC236}">
                <a16:creationId xmlns:a16="http://schemas.microsoft.com/office/drawing/2014/main" id="{289F6CD5-270F-AD2C-1153-8170963AB5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0037" y="1472601"/>
            <a:ext cx="2775658" cy="4163488"/>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E3F871B1-EAE8-7534-2805-0EB36E0D9C90}"/>
              </a:ext>
            </a:extLst>
          </p:cNvPr>
          <p:cNvSpPr txBox="1"/>
          <p:nvPr/>
        </p:nvSpPr>
        <p:spPr>
          <a:xfrm>
            <a:off x="8420037" y="5625161"/>
            <a:ext cx="2775658" cy="784830"/>
          </a:xfrm>
          <a:prstGeom prst="rect">
            <a:avLst/>
          </a:prstGeom>
          <a:noFill/>
        </p:spPr>
        <p:txBody>
          <a:bodyPr wrap="square" rtlCol="0">
            <a:spAutoFit/>
          </a:bodyPr>
          <a:lstStyle/>
          <a:p>
            <a:r>
              <a:rPr lang="zh-CN" altLang="en-US" sz="1800" dirty="0">
                <a:solidFill>
                  <a:schemeClr val="bg2"/>
                </a:solidFill>
                <a:latin typeface="+mn-ea"/>
                <a:ea typeface="+mn-ea"/>
              </a:rPr>
              <a:t>吉多</a:t>
            </a:r>
            <a:r>
              <a:rPr lang="en-US" altLang="zh-CN" sz="1800" dirty="0">
                <a:solidFill>
                  <a:srgbClr val="151515"/>
                </a:solidFill>
                <a:latin typeface="+mn-ea"/>
                <a:ea typeface="+mn-ea"/>
              </a:rPr>
              <a:t>·</a:t>
            </a:r>
            <a:r>
              <a:rPr lang="zh-CN" altLang="en-US" sz="1800" dirty="0">
                <a:solidFill>
                  <a:srgbClr val="151515"/>
                </a:solidFill>
                <a:latin typeface="+mn-ea"/>
                <a:ea typeface="+mn-ea"/>
              </a:rPr>
              <a:t>范罗苏姆</a:t>
            </a:r>
            <a:endParaRPr lang="en-US" altLang="zh-CN" sz="1800" dirty="0">
              <a:solidFill>
                <a:srgbClr val="151515"/>
              </a:solidFill>
              <a:latin typeface="+mn-ea"/>
              <a:ea typeface="+mn-ea"/>
            </a:endParaRPr>
          </a:p>
          <a:p>
            <a:r>
              <a:rPr lang="zh-CN" altLang="en-US" sz="1800" dirty="0">
                <a:solidFill>
                  <a:srgbClr val="151515"/>
                </a:solidFill>
                <a:latin typeface="+mn-ea"/>
                <a:ea typeface="+mn-ea"/>
              </a:rPr>
              <a:t>（摄于</a:t>
            </a:r>
            <a:r>
              <a:rPr lang="en-US" altLang="zh-CN" sz="1800" dirty="0">
                <a:solidFill>
                  <a:srgbClr val="151515"/>
                </a:solidFill>
                <a:latin typeface="+mn-ea"/>
                <a:ea typeface="+mn-ea"/>
              </a:rPr>
              <a:t>2006</a:t>
            </a:r>
            <a:r>
              <a:rPr lang="zh-CN" altLang="en-US" sz="1800" dirty="0">
                <a:solidFill>
                  <a:srgbClr val="151515"/>
                </a:solidFill>
                <a:latin typeface="+mn-ea"/>
                <a:ea typeface="+mn-ea"/>
              </a:rPr>
              <a:t>）</a:t>
            </a:r>
            <a:endParaRPr lang="zh-CN" altLang="en-US" sz="1800" dirty="0">
              <a:solidFill>
                <a:schemeClr val="bg2"/>
              </a:solidFill>
              <a:latin typeface="+mn-ea"/>
              <a:ea typeface="+mn-ea"/>
            </a:endParaRPr>
          </a:p>
        </p:txBody>
      </p:sp>
    </p:spTree>
    <p:extLst>
      <p:ext uri="{BB962C8B-B14F-4D97-AF65-F5344CB8AC3E}">
        <p14:creationId xmlns:p14="http://schemas.microsoft.com/office/powerpoint/2010/main" val="406757760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r>
              <a:rPr lang="zh-CN" altLang="en-US" dirty="0">
                <a:latin typeface="+mn-ea"/>
              </a:rPr>
              <a:t>一、</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编程基础</a:t>
            </a:r>
            <a:endParaRPr lang="zh-CN" altLang="en-US" dirty="0"/>
          </a:p>
        </p:txBody>
      </p:sp>
      <p:sp>
        <p:nvSpPr>
          <p:cNvPr id="2" name="TextBox 1">
            <a:extLst>
              <a:ext uri="{FF2B5EF4-FFF2-40B4-BE49-F238E27FC236}">
                <a16:creationId xmlns:a16="http://schemas.microsoft.com/office/drawing/2014/main" id="{631AADB6-C88A-D817-4683-FC087E4E240F}"/>
              </a:ext>
            </a:extLst>
          </p:cNvPr>
          <p:cNvSpPr txBox="1"/>
          <p:nvPr/>
        </p:nvSpPr>
        <p:spPr>
          <a:xfrm>
            <a:off x="534955" y="846748"/>
            <a:ext cx="9815380"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1</a:t>
            </a:r>
            <a:r>
              <a:rPr lang="zh-CN" altLang="en-US" sz="3200" b="1" dirty="0">
                <a:solidFill>
                  <a:srgbClr val="333333"/>
                </a:solidFill>
                <a:latin typeface="+mn-ea"/>
                <a:ea typeface="+mn-ea"/>
              </a:rPr>
              <a:t>、</a:t>
            </a:r>
            <a:r>
              <a:rPr lang="en-US" altLang="zh-CN" sz="3200" b="1" dirty="0">
                <a:solidFill>
                  <a:srgbClr val="333333"/>
                </a:solidFill>
                <a:latin typeface="+mn-ea"/>
                <a:ea typeface="+mn-ea"/>
              </a:rPr>
              <a:t>Python</a:t>
            </a:r>
            <a:r>
              <a:rPr lang="zh-CN" altLang="en-US" sz="3200" b="1" dirty="0">
                <a:solidFill>
                  <a:srgbClr val="333333"/>
                </a:solidFill>
                <a:latin typeface="+mn-ea"/>
                <a:ea typeface="+mn-ea"/>
              </a:rPr>
              <a:t>编程语言简介</a:t>
            </a:r>
            <a:endParaRPr lang="en-US" altLang="zh-CN" sz="3200" b="1" dirty="0">
              <a:solidFill>
                <a:srgbClr val="333333"/>
              </a:solidFill>
              <a:latin typeface="+mn-ea"/>
              <a:ea typeface="+mn-ea"/>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278780" y="2295279"/>
            <a:ext cx="6255835" cy="3172472"/>
          </a:xfrm>
          <a:prstGeom prst="rect">
            <a:avLst/>
          </a:prstGeom>
          <a:noFill/>
        </p:spPr>
        <p:txBody>
          <a:bodyPr wrap="square">
            <a:spAutoFit/>
          </a:bodyPr>
          <a:lstStyle/>
          <a:p>
            <a:pPr algn="just">
              <a:lnSpc>
                <a:spcPct val="200000"/>
              </a:lnSpc>
            </a:pPr>
            <a:r>
              <a:rPr lang="en-US" altLang="zh-CN" sz="2600" dirty="0">
                <a:solidFill>
                  <a:srgbClr val="151515"/>
                </a:solidFill>
                <a:latin typeface="+mn-ea"/>
                <a:ea typeface="+mn-ea"/>
              </a:rPr>
              <a:t>Python</a:t>
            </a:r>
            <a:r>
              <a:rPr lang="zh-CN" altLang="en-US" sz="2600" dirty="0">
                <a:solidFill>
                  <a:srgbClr val="151515"/>
                </a:solidFill>
                <a:latin typeface="+mn-ea"/>
                <a:ea typeface="+mn-ea"/>
              </a:rPr>
              <a:t>的设计哲学，强调</a:t>
            </a:r>
            <a:r>
              <a:rPr lang="zh-CN" altLang="en-US" sz="2600" b="1" u="sng" dirty="0">
                <a:solidFill>
                  <a:srgbClr val="151515"/>
                </a:solidFill>
                <a:latin typeface="+mn-ea"/>
                <a:ea typeface="+mn-ea"/>
              </a:rPr>
              <a:t>代码的可读性和简洁的语法</a:t>
            </a:r>
            <a:r>
              <a:rPr lang="zh-CN" altLang="en-US" sz="2600" dirty="0">
                <a:solidFill>
                  <a:srgbClr val="151515"/>
                </a:solidFill>
                <a:latin typeface="+mn-ea"/>
                <a:ea typeface="+mn-ea"/>
              </a:rPr>
              <a:t>。相比于</a:t>
            </a:r>
            <a:r>
              <a:rPr lang="en-US" altLang="zh-CN" sz="2600" dirty="0">
                <a:solidFill>
                  <a:srgbClr val="151515"/>
                </a:solidFill>
                <a:latin typeface="+mn-ea"/>
                <a:ea typeface="+mn-ea"/>
              </a:rPr>
              <a:t>C</a:t>
            </a:r>
            <a:r>
              <a:rPr lang="zh-CN" altLang="en-US" sz="2600" dirty="0">
                <a:solidFill>
                  <a:srgbClr val="151515"/>
                </a:solidFill>
                <a:latin typeface="+mn-ea"/>
                <a:ea typeface="+mn-ea"/>
              </a:rPr>
              <a:t>语言或</a:t>
            </a:r>
            <a:r>
              <a:rPr lang="en-US" altLang="zh-CN" sz="2600" dirty="0">
                <a:solidFill>
                  <a:srgbClr val="151515"/>
                </a:solidFill>
                <a:latin typeface="+mn-ea"/>
                <a:ea typeface="+mn-ea"/>
              </a:rPr>
              <a:t>Java</a:t>
            </a:r>
            <a:r>
              <a:rPr lang="zh-CN" altLang="en-US" sz="2600" dirty="0">
                <a:solidFill>
                  <a:srgbClr val="151515"/>
                </a:solidFill>
                <a:latin typeface="+mn-ea"/>
                <a:ea typeface="+mn-ea"/>
              </a:rPr>
              <a:t>，</a:t>
            </a:r>
            <a:r>
              <a:rPr lang="en-US" altLang="zh-CN" sz="2600" b="1" u="sng" dirty="0">
                <a:solidFill>
                  <a:srgbClr val="151515"/>
                </a:solidFill>
                <a:latin typeface="+mn-ea"/>
                <a:ea typeface="+mn-ea"/>
              </a:rPr>
              <a:t>Python</a:t>
            </a:r>
            <a:r>
              <a:rPr lang="zh-CN" altLang="en-US" sz="2600" b="1" u="sng" dirty="0">
                <a:solidFill>
                  <a:srgbClr val="151515"/>
                </a:solidFill>
                <a:latin typeface="+mn-ea"/>
                <a:ea typeface="+mn-ea"/>
              </a:rPr>
              <a:t>让开发者能够用更少的代码表达想法</a:t>
            </a:r>
            <a:r>
              <a:rPr lang="zh-CN" altLang="en-US" sz="2600" dirty="0">
                <a:solidFill>
                  <a:srgbClr val="151515"/>
                </a:solidFill>
                <a:latin typeface="+mn-ea"/>
                <a:ea typeface="+mn-ea"/>
              </a:rPr>
              <a:t>。</a:t>
            </a:r>
            <a:endParaRPr lang="en-US" altLang="zh-CN" sz="2600" dirty="0">
              <a:solidFill>
                <a:srgbClr val="151515"/>
              </a:solidFill>
              <a:latin typeface="+mn-ea"/>
              <a:ea typeface="+mn-ea"/>
            </a:endParaRPr>
          </a:p>
        </p:txBody>
      </p:sp>
      <p:grpSp>
        <p:nvGrpSpPr>
          <p:cNvPr id="22" name="组合 21">
            <a:extLst>
              <a:ext uri="{FF2B5EF4-FFF2-40B4-BE49-F238E27FC236}">
                <a16:creationId xmlns:a16="http://schemas.microsoft.com/office/drawing/2014/main" id="{8B29464D-8065-7C6D-E2B4-8C76D002430A}"/>
              </a:ext>
            </a:extLst>
          </p:cNvPr>
          <p:cNvGrpSpPr/>
          <p:nvPr/>
        </p:nvGrpSpPr>
        <p:grpSpPr>
          <a:xfrm>
            <a:off x="6679434" y="1282210"/>
            <a:ext cx="4617262" cy="2350630"/>
            <a:chOff x="4265480" y="1444374"/>
            <a:chExt cx="4747891" cy="2350630"/>
          </a:xfrm>
        </p:grpSpPr>
        <p:pic>
          <p:nvPicPr>
            <p:cNvPr id="14" name="图片 13">
              <a:extLst>
                <a:ext uri="{FF2B5EF4-FFF2-40B4-BE49-F238E27FC236}">
                  <a16:creationId xmlns:a16="http://schemas.microsoft.com/office/drawing/2014/main" id="{4680B48F-5950-7F4F-4FE2-3B263AFDC660}"/>
                </a:ext>
              </a:extLst>
            </p:cNvPr>
            <p:cNvPicPr>
              <a:picLocks noChangeAspect="1"/>
            </p:cNvPicPr>
            <p:nvPr/>
          </p:nvPicPr>
          <p:blipFill>
            <a:blip r:embed="rId3"/>
            <a:stretch>
              <a:fillRect/>
            </a:stretch>
          </p:blipFill>
          <p:spPr>
            <a:xfrm>
              <a:off x="4271963" y="1851496"/>
              <a:ext cx="4741408" cy="1943508"/>
            </a:xfrm>
            <a:prstGeom prst="rect">
              <a:avLst/>
            </a:prstGeom>
          </p:spPr>
        </p:pic>
        <p:sp>
          <p:nvSpPr>
            <p:cNvPr id="19" name="文本框 18">
              <a:extLst>
                <a:ext uri="{FF2B5EF4-FFF2-40B4-BE49-F238E27FC236}">
                  <a16:creationId xmlns:a16="http://schemas.microsoft.com/office/drawing/2014/main" id="{3ADAFA4E-D3F7-C2EC-494B-3A08BA9CB11D}"/>
                </a:ext>
              </a:extLst>
            </p:cNvPr>
            <p:cNvSpPr txBox="1"/>
            <p:nvPr/>
          </p:nvSpPr>
          <p:spPr>
            <a:xfrm>
              <a:off x="4265480" y="1444374"/>
              <a:ext cx="4741408" cy="430887"/>
            </a:xfrm>
            <a:prstGeom prst="rect">
              <a:avLst/>
            </a:prstGeom>
            <a:noFill/>
          </p:spPr>
          <p:txBody>
            <a:bodyPr wrap="square" rtlCol="0">
              <a:spAutoFit/>
            </a:bodyPr>
            <a:lstStyle/>
            <a:p>
              <a:r>
                <a:rPr lang="en-US" altLang="zh-CN" sz="2200" b="1" dirty="0">
                  <a:solidFill>
                    <a:srgbClr val="00B050"/>
                  </a:solidFill>
                  <a:latin typeface="+mn-ea"/>
                  <a:ea typeface="+mn-ea"/>
                </a:rPr>
                <a:t>C</a:t>
              </a:r>
              <a:r>
                <a:rPr lang="zh-CN" altLang="en-US" sz="2200" b="1" dirty="0">
                  <a:solidFill>
                    <a:srgbClr val="00B050"/>
                  </a:solidFill>
                  <a:latin typeface="+mn-ea"/>
                  <a:ea typeface="+mn-ea"/>
                </a:rPr>
                <a:t>语言</a:t>
              </a:r>
            </a:p>
          </p:txBody>
        </p:sp>
      </p:grpSp>
      <p:grpSp>
        <p:nvGrpSpPr>
          <p:cNvPr id="23" name="组合 22">
            <a:extLst>
              <a:ext uri="{FF2B5EF4-FFF2-40B4-BE49-F238E27FC236}">
                <a16:creationId xmlns:a16="http://schemas.microsoft.com/office/drawing/2014/main" id="{F931663A-00D0-B0A4-01B6-40831AD07B6B}"/>
              </a:ext>
            </a:extLst>
          </p:cNvPr>
          <p:cNvGrpSpPr/>
          <p:nvPr/>
        </p:nvGrpSpPr>
        <p:grpSpPr>
          <a:xfrm>
            <a:off x="6692496" y="3645905"/>
            <a:ext cx="4610958" cy="1656227"/>
            <a:chOff x="4271962" y="3813127"/>
            <a:chExt cx="4741409" cy="1656227"/>
          </a:xfrm>
        </p:grpSpPr>
        <p:pic>
          <p:nvPicPr>
            <p:cNvPr id="16" name="图片 15">
              <a:extLst>
                <a:ext uri="{FF2B5EF4-FFF2-40B4-BE49-F238E27FC236}">
                  <a16:creationId xmlns:a16="http://schemas.microsoft.com/office/drawing/2014/main" id="{2E466837-FB43-79DE-A9EC-822EB8AC5159}"/>
                </a:ext>
              </a:extLst>
            </p:cNvPr>
            <p:cNvPicPr>
              <a:picLocks noChangeAspect="1"/>
            </p:cNvPicPr>
            <p:nvPr/>
          </p:nvPicPr>
          <p:blipFill>
            <a:blip r:embed="rId4"/>
            <a:stretch>
              <a:fillRect/>
            </a:stretch>
          </p:blipFill>
          <p:spPr>
            <a:xfrm>
              <a:off x="4271962" y="4187594"/>
              <a:ext cx="4741409" cy="1281760"/>
            </a:xfrm>
            <a:prstGeom prst="rect">
              <a:avLst/>
            </a:prstGeom>
          </p:spPr>
        </p:pic>
        <p:sp>
          <p:nvSpPr>
            <p:cNvPr id="20" name="文本框 19">
              <a:extLst>
                <a:ext uri="{FF2B5EF4-FFF2-40B4-BE49-F238E27FC236}">
                  <a16:creationId xmlns:a16="http://schemas.microsoft.com/office/drawing/2014/main" id="{B6311F16-09EF-F498-7EFB-A1324ABA72E2}"/>
                </a:ext>
              </a:extLst>
            </p:cNvPr>
            <p:cNvSpPr txBox="1"/>
            <p:nvPr/>
          </p:nvSpPr>
          <p:spPr>
            <a:xfrm>
              <a:off x="4284204" y="3813127"/>
              <a:ext cx="4729167" cy="430887"/>
            </a:xfrm>
            <a:prstGeom prst="rect">
              <a:avLst/>
            </a:prstGeom>
            <a:noFill/>
          </p:spPr>
          <p:txBody>
            <a:bodyPr wrap="square" rtlCol="0">
              <a:spAutoFit/>
            </a:bodyPr>
            <a:lstStyle/>
            <a:p>
              <a:r>
                <a:rPr lang="en-US" altLang="zh-CN" sz="2200" b="1" dirty="0">
                  <a:solidFill>
                    <a:srgbClr val="00B050"/>
                  </a:solidFill>
                  <a:latin typeface="+mn-ea"/>
                  <a:ea typeface="+mn-ea"/>
                </a:rPr>
                <a:t>JAVA</a:t>
              </a:r>
              <a:endParaRPr lang="zh-CN" altLang="en-US" sz="2200" b="1" dirty="0">
                <a:solidFill>
                  <a:srgbClr val="00B050"/>
                </a:solidFill>
                <a:latin typeface="+mn-ea"/>
                <a:ea typeface="+mn-ea"/>
              </a:endParaRPr>
            </a:p>
          </p:txBody>
        </p:sp>
      </p:grpSp>
      <p:grpSp>
        <p:nvGrpSpPr>
          <p:cNvPr id="24" name="组合 23">
            <a:extLst>
              <a:ext uri="{FF2B5EF4-FFF2-40B4-BE49-F238E27FC236}">
                <a16:creationId xmlns:a16="http://schemas.microsoft.com/office/drawing/2014/main" id="{55BCAAFE-EC7F-F2ED-F313-2E4F57C52873}"/>
              </a:ext>
            </a:extLst>
          </p:cNvPr>
          <p:cNvGrpSpPr/>
          <p:nvPr/>
        </p:nvGrpSpPr>
        <p:grpSpPr>
          <a:xfrm>
            <a:off x="6704738" y="5288343"/>
            <a:ext cx="4617262" cy="1244751"/>
            <a:chOff x="4265480" y="5384897"/>
            <a:chExt cx="4747891" cy="1244751"/>
          </a:xfrm>
        </p:grpSpPr>
        <p:pic>
          <p:nvPicPr>
            <p:cNvPr id="18" name="图片 17">
              <a:extLst>
                <a:ext uri="{FF2B5EF4-FFF2-40B4-BE49-F238E27FC236}">
                  <a16:creationId xmlns:a16="http://schemas.microsoft.com/office/drawing/2014/main" id="{863200F9-3801-6655-4303-8E40B86C3232}"/>
                </a:ext>
              </a:extLst>
            </p:cNvPr>
            <p:cNvPicPr>
              <a:picLocks noChangeAspect="1"/>
            </p:cNvPicPr>
            <p:nvPr/>
          </p:nvPicPr>
          <p:blipFill>
            <a:blip r:embed="rId5"/>
            <a:stretch>
              <a:fillRect/>
            </a:stretch>
          </p:blipFill>
          <p:spPr>
            <a:xfrm>
              <a:off x="4265480" y="5801292"/>
              <a:ext cx="4747891" cy="828356"/>
            </a:xfrm>
            <a:prstGeom prst="rect">
              <a:avLst/>
            </a:prstGeom>
          </p:spPr>
        </p:pic>
        <p:sp>
          <p:nvSpPr>
            <p:cNvPr id="21" name="文本框 20">
              <a:extLst>
                <a:ext uri="{FF2B5EF4-FFF2-40B4-BE49-F238E27FC236}">
                  <a16:creationId xmlns:a16="http://schemas.microsoft.com/office/drawing/2014/main" id="{E0CE082D-7C58-EB19-487B-AF76E1109811}"/>
                </a:ext>
              </a:extLst>
            </p:cNvPr>
            <p:cNvSpPr txBox="1"/>
            <p:nvPr/>
          </p:nvSpPr>
          <p:spPr>
            <a:xfrm>
              <a:off x="4271962" y="5384897"/>
              <a:ext cx="4741409" cy="430887"/>
            </a:xfrm>
            <a:prstGeom prst="rect">
              <a:avLst/>
            </a:prstGeom>
            <a:noFill/>
          </p:spPr>
          <p:txBody>
            <a:bodyPr wrap="square" rtlCol="0">
              <a:spAutoFit/>
            </a:bodyPr>
            <a:lstStyle/>
            <a:p>
              <a:r>
                <a:rPr lang="en-US" altLang="zh-CN" sz="2200" b="1" dirty="0">
                  <a:solidFill>
                    <a:srgbClr val="00B050"/>
                  </a:solidFill>
                  <a:latin typeface="+mn-ea"/>
                  <a:ea typeface="+mn-ea"/>
                </a:rPr>
                <a:t>Python</a:t>
              </a:r>
              <a:endParaRPr lang="zh-CN" altLang="en-US" sz="2200" b="1" dirty="0">
                <a:solidFill>
                  <a:srgbClr val="00B050"/>
                </a:solidFill>
                <a:latin typeface="+mn-ea"/>
                <a:ea typeface="+mn-ea"/>
              </a:endParaRPr>
            </a:p>
          </p:txBody>
        </p:sp>
      </p:grpSp>
    </p:spTree>
    <p:extLst>
      <p:ext uri="{BB962C8B-B14F-4D97-AF65-F5344CB8AC3E}">
        <p14:creationId xmlns:p14="http://schemas.microsoft.com/office/powerpoint/2010/main" val="300790234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r>
              <a:rPr lang="zh-CN" altLang="en-US" dirty="0">
                <a:latin typeface="+mn-ea"/>
              </a:rPr>
              <a:t>一、</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编程基础</a:t>
            </a:r>
            <a:endParaRPr lang="zh-CN" altLang="en-US" dirty="0"/>
          </a:p>
        </p:txBody>
      </p:sp>
      <p:sp>
        <p:nvSpPr>
          <p:cNvPr id="2" name="TextBox 1">
            <a:extLst>
              <a:ext uri="{FF2B5EF4-FFF2-40B4-BE49-F238E27FC236}">
                <a16:creationId xmlns:a16="http://schemas.microsoft.com/office/drawing/2014/main" id="{631AADB6-C88A-D817-4683-FC087E4E240F}"/>
              </a:ext>
            </a:extLst>
          </p:cNvPr>
          <p:cNvSpPr txBox="1"/>
          <p:nvPr/>
        </p:nvSpPr>
        <p:spPr>
          <a:xfrm>
            <a:off x="625309" y="846748"/>
            <a:ext cx="9725026"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1</a:t>
            </a:r>
            <a:r>
              <a:rPr lang="zh-CN" altLang="en-US" sz="3200" b="1" dirty="0">
                <a:solidFill>
                  <a:srgbClr val="333333"/>
                </a:solidFill>
                <a:latin typeface="+mn-ea"/>
                <a:ea typeface="+mn-ea"/>
              </a:rPr>
              <a:t>、</a:t>
            </a:r>
            <a:r>
              <a:rPr lang="en-US" altLang="zh-CN" sz="3200" b="1" dirty="0">
                <a:solidFill>
                  <a:srgbClr val="333333"/>
                </a:solidFill>
                <a:latin typeface="+mn-ea"/>
                <a:ea typeface="+mn-ea"/>
              </a:rPr>
              <a:t>Python</a:t>
            </a:r>
            <a:r>
              <a:rPr lang="zh-CN" altLang="en-US" sz="3200" b="1" dirty="0">
                <a:solidFill>
                  <a:srgbClr val="333333"/>
                </a:solidFill>
                <a:latin typeface="+mn-ea"/>
                <a:ea typeface="+mn-ea"/>
              </a:rPr>
              <a:t>编程语言简介</a:t>
            </a:r>
            <a:endParaRPr lang="en-US" altLang="zh-CN" sz="3200" b="1" dirty="0">
              <a:solidFill>
                <a:srgbClr val="333333"/>
              </a:solidFill>
              <a:latin typeface="+mn-ea"/>
              <a:ea typeface="+mn-ea"/>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671069" y="1604182"/>
            <a:ext cx="9912065" cy="1231106"/>
          </a:xfrm>
          <a:prstGeom prst="rect">
            <a:avLst/>
          </a:prstGeom>
          <a:noFill/>
        </p:spPr>
        <p:txBody>
          <a:bodyPr wrap="square">
            <a:spAutoFit/>
          </a:bodyPr>
          <a:lstStyle/>
          <a:p>
            <a:pPr algn="just"/>
            <a:r>
              <a:rPr lang="en-US" altLang="zh-CN" sz="3200" b="1" dirty="0">
                <a:solidFill>
                  <a:schemeClr val="accent2"/>
                </a:solidFill>
                <a:latin typeface="+mn-ea"/>
                <a:ea typeface="+mn-ea"/>
              </a:rPr>
              <a:t>Python</a:t>
            </a:r>
            <a:r>
              <a:rPr lang="zh-CN" altLang="en-US" sz="3200" b="1" dirty="0">
                <a:solidFill>
                  <a:schemeClr val="accent2"/>
                </a:solidFill>
                <a:latin typeface="+mn-ea"/>
                <a:ea typeface="+mn-ea"/>
              </a:rPr>
              <a:t>为什么流行</a:t>
            </a:r>
            <a:r>
              <a:rPr lang="en-US" altLang="zh-CN" sz="3200" b="1" dirty="0">
                <a:solidFill>
                  <a:schemeClr val="accent2"/>
                </a:solidFill>
                <a:latin typeface="+mn-ea"/>
                <a:ea typeface="+mn-ea"/>
              </a:rPr>
              <a:t>?</a:t>
            </a:r>
          </a:p>
          <a:p>
            <a:pPr marL="457200" indent="-457200" algn="just">
              <a:buAutoNum type="arabicPeriod"/>
            </a:pPr>
            <a:r>
              <a:rPr lang="en-US" altLang="zh-CN" sz="2800" dirty="0">
                <a:solidFill>
                  <a:srgbClr val="151515"/>
                </a:solidFill>
                <a:latin typeface="+mn-ea"/>
                <a:ea typeface="+mn-ea"/>
              </a:rPr>
              <a:t>Python</a:t>
            </a:r>
            <a:r>
              <a:rPr lang="zh-CN" altLang="en-US" sz="2800" dirty="0">
                <a:solidFill>
                  <a:srgbClr val="151515"/>
                </a:solidFill>
                <a:latin typeface="+mn-ea"/>
                <a:ea typeface="+mn-ea"/>
              </a:rPr>
              <a:t>强调</a:t>
            </a:r>
            <a:r>
              <a:rPr lang="zh-CN" altLang="en-US" sz="2800" b="1" u="sng" dirty="0">
                <a:solidFill>
                  <a:srgbClr val="151515"/>
                </a:solidFill>
                <a:latin typeface="+mn-ea"/>
                <a:ea typeface="+mn-ea"/>
              </a:rPr>
              <a:t>代码的可读性和简洁的语法</a:t>
            </a:r>
            <a:r>
              <a:rPr lang="zh-CN" altLang="en-US" sz="2800" dirty="0">
                <a:solidFill>
                  <a:srgbClr val="151515"/>
                </a:solidFill>
                <a:latin typeface="+mn-ea"/>
                <a:ea typeface="+mn-ea"/>
              </a:rPr>
              <a:t>，对初学者友好。</a:t>
            </a:r>
            <a:endParaRPr lang="en-US" altLang="zh-CN" sz="2800" dirty="0">
              <a:solidFill>
                <a:srgbClr val="151515"/>
              </a:solidFill>
              <a:latin typeface="+mn-ea"/>
              <a:ea typeface="+mn-ea"/>
            </a:endParaRPr>
          </a:p>
        </p:txBody>
      </p:sp>
      <p:pic>
        <p:nvPicPr>
          <p:cNvPr id="2050" name="Picture 2" descr="图1.1 Python 拥有丰富的生态系统">
            <a:extLst>
              <a:ext uri="{FF2B5EF4-FFF2-40B4-BE49-F238E27FC236}">
                <a16:creationId xmlns:a16="http://schemas.microsoft.com/office/drawing/2014/main" id="{AAC73176-B659-3538-0003-38733D339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2302" y="3022114"/>
            <a:ext cx="6228401" cy="3646209"/>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E780D258-7A2F-FAD8-6FC0-04714DD16862}"/>
              </a:ext>
            </a:extLst>
          </p:cNvPr>
          <p:cNvSpPr txBox="1"/>
          <p:nvPr/>
        </p:nvSpPr>
        <p:spPr>
          <a:xfrm>
            <a:off x="671069" y="3135644"/>
            <a:ext cx="5151233" cy="2816990"/>
          </a:xfrm>
          <a:prstGeom prst="rect">
            <a:avLst/>
          </a:prstGeom>
          <a:noFill/>
        </p:spPr>
        <p:txBody>
          <a:bodyPr wrap="square">
            <a:spAutoFit/>
          </a:bodyPr>
          <a:lstStyle/>
          <a:p>
            <a:pPr algn="just">
              <a:lnSpc>
                <a:spcPct val="150000"/>
              </a:lnSpc>
            </a:pPr>
            <a:r>
              <a:rPr lang="en-US" altLang="zh-CN" sz="2800" dirty="0">
                <a:solidFill>
                  <a:srgbClr val="151515"/>
                </a:solidFill>
                <a:latin typeface="+mn-ea"/>
                <a:ea typeface="+mn-ea"/>
              </a:rPr>
              <a:t>2. </a:t>
            </a:r>
            <a:r>
              <a:rPr lang="zh-CN" altLang="en-US" sz="2800" dirty="0">
                <a:solidFill>
                  <a:srgbClr val="151515"/>
                </a:solidFill>
                <a:latin typeface="+mn-ea"/>
                <a:ea typeface="+mn-ea"/>
              </a:rPr>
              <a:t>丰富的</a:t>
            </a:r>
            <a:r>
              <a:rPr lang="en-US" altLang="zh-CN" sz="2800" dirty="0">
                <a:solidFill>
                  <a:srgbClr val="151515"/>
                </a:solidFill>
                <a:latin typeface="+mn-ea"/>
                <a:ea typeface="+mn-ea"/>
              </a:rPr>
              <a:t>Python</a:t>
            </a:r>
            <a:r>
              <a:rPr lang="zh-CN" altLang="en-US" sz="2800" dirty="0">
                <a:solidFill>
                  <a:srgbClr val="151515"/>
                </a:solidFill>
                <a:latin typeface="+mn-ea"/>
                <a:ea typeface="+mn-ea"/>
              </a:rPr>
              <a:t>生态系统，包含众多第三方开源库。</a:t>
            </a:r>
            <a:endParaRPr lang="en-US" altLang="zh-CN" sz="2800" dirty="0">
              <a:solidFill>
                <a:srgbClr val="151515"/>
              </a:solidFill>
              <a:latin typeface="+mn-ea"/>
              <a:ea typeface="+mn-ea"/>
            </a:endParaRPr>
          </a:p>
          <a:p>
            <a:pPr algn="just">
              <a:lnSpc>
                <a:spcPct val="150000"/>
              </a:lnSpc>
            </a:pPr>
            <a:r>
              <a:rPr lang="en-US" altLang="zh-CN" sz="2800" dirty="0">
                <a:solidFill>
                  <a:srgbClr val="151515"/>
                </a:solidFill>
                <a:latin typeface="+mn-ea"/>
                <a:ea typeface="+mn-ea"/>
              </a:rPr>
              <a:t>3. </a:t>
            </a:r>
            <a:r>
              <a:rPr lang="zh-CN" altLang="en-US" sz="2800" dirty="0">
                <a:solidFill>
                  <a:srgbClr val="151515"/>
                </a:solidFill>
                <a:latin typeface="+mn-ea"/>
                <a:ea typeface="+mn-ea"/>
              </a:rPr>
              <a:t>近年来机器学习、深度学习、人工智能技术的广泛应用。</a:t>
            </a:r>
            <a:endParaRPr lang="en-US" altLang="zh-CN" sz="2800" dirty="0">
              <a:solidFill>
                <a:srgbClr val="151515"/>
              </a:solidFill>
              <a:latin typeface="+mn-ea"/>
              <a:ea typeface="+mn-ea"/>
            </a:endParaRPr>
          </a:p>
        </p:txBody>
      </p:sp>
    </p:spTree>
    <p:extLst>
      <p:ext uri="{BB962C8B-B14F-4D97-AF65-F5344CB8AC3E}">
        <p14:creationId xmlns:p14="http://schemas.microsoft.com/office/powerpoint/2010/main" val="120156507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r>
              <a:rPr lang="zh-CN" altLang="en-US" dirty="0">
                <a:latin typeface="微软雅黑" pitchFamily="34" charset="-122"/>
                <a:ea typeface="微软雅黑" pitchFamily="34" charset="-122"/>
              </a:rPr>
              <a:t>一、</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简介</a:t>
            </a:r>
          </a:p>
        </p:txBody>
      </p:sp>
      <p:sp>
        <p:nvSpPr>
          <p:cNvPr id="2" name="TextBox 1">
            <a:extLst>
              <a:ext uri="{FF2B5EF4-FFF2-40B4-BE49-F238E27FC236}">
                <a16:creationId xmlns:a16="http://schemas.microsoft.com/office/drawing/2014/main" id="{631AADB6-C88A-D817-4683-FC087E4E240F}"/>
              </a:ext>
            </a:extLst>
          </p:cNvPr>
          <p:cNvSpPr txBox="1"/>
          <p:nvPr/>
        </p:nvSpPr>
        <p:spPr>
          <a:xfrm>
            <a:off x="709127" y="846751"/>
            <a:ext cx="9641208"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P</a:t>
            </a:r>
            <a:r>
              <a:rPr lang="en-CN" altLang="zh-CN" sz="3200" b="1" dirty="0">
                <a:solidFill>
                  <a:srgbClr val="333333"/>
                </a:solidFill>
                <a:latin typeface="+mn-ea"/>
                <a:ea typeface="+mn-ea"/>
              </a:rPr>
              <a:t>ython</a:t>
            </a:r>
            <a:r>
              <a:rPr lang="zh-CN" altLang="en-US" sz="3200" b="1" dirty="0">
                <a:solidFill>
                  <a:srgbClr val="333333"/>
                </a:solidFill>
                <a:latin typeface="+mn-ea"/>
                <a:ea typeface="+mn-ea"/>
              </a:rPr>
              <a:t>发行历史</a:t>
            </a:r>
            <a:endParaRPr lang="en-US" altLang="zh-CN" sz="3200" b="1" dirty="0">
              <a:solidFill>
                <a:srgbClr val="333333"/>
              </a:solidFill>
              <a:latin typeface="+mn-ea"/>
              <a:ea typeface="+mn-ea"/>
            </a:endParaRPr>
          </a:p>
        </p:txBody>
      </p:sp>
      <p:sp>
        <p:nvSpPr>
          <p:cNvPr id="8" name="TextBox 7">
            <a:extLst>
              <a:ext uri="{FF2B5EF4-FFF2-40B4-BE49-F238E27FC236}">
                <a16:creationId xmlns:a16="http://schemas.microsoft.com/office/drawing/2014/main" id="{CF0A46FB-7B1F-38BA-4783-7D8B17F03C9F}"/>
              </a:ext>
            </a:extLst>
          </p:cNvPr>
          <p:cNvSpPr txBox="1"/>
          <p:nvPr/>
        </p:nvSpPr>
        <p:spPr>
          <a:xfrm>
            <a:off x="847788" y="5103930"/>
            <a:ext cx="10234014" cy="662554"/>
          </a:xfrm>
          <a:prstGeom prst="rect">
            <a:avLst/>
          </a:prstGeom>
          <a:solidFill>
            <a:schemeClr val="tx1"/>
          </a:solidFill>
        </p:spPr>
        <p:txBody>
          <a:bodyPr wrap="square">
            <a:spAutoFit/>
          </a:bodyPr>
          <a:lstStyle/>
          <a:p>
            <a:pPr>
              <a:lnSpc>
                <a:spcPct val="150000"/>
              </a:lnSpc>
            </a:pPr>
            <a:r>
              <a:rPr lang="en-US" sz="2800" dirty="0">
                <a:solidFill>
                  <a:srgbClr val="151515"/>
                </a:solidFill>
                <a:latin typeface="+mn-ea"/>
                <a:ea typeface="+mn-ea"/>
              </a:rPr>
              <a:t>2025年</a:t>
            </a:r>
            <a:r>
              <a:rPr lang="zh-CN" altLang="en-US" sz="2800" dirty="0">
                <a:solidFill>
                  <a:srgbClr val="151515"/>
                </a:solidFill>
                <a:latin typeface="+mn-ea"/>
                <a:ea typeface="+mn-ea"/>
              </a:rPr>
              <a:t>，发布</a:t>
            </a:r>
            <a:r>
              <a:rPr lang="en-US" altLang="zh-CN" sz="2800" b="1" dirty="0">
                <a:solidFill>
                  <a:schemeClr val="accent2"/>
                </a:solidFill>
                <a:latin typeface="+mn-ea"/>
                <a:ea typeface="+mn-ea"/>
              </a:rPr>
              <a:t>Python 3.14</a:t>
            </a:r>
            <a:r>
              <a:rPr lang="zh-CN" altLang="en-US" sz="2800" dirty="0">
                <a:solidFill>
                  <a:srgbClr val="151515"/>
                </a:solidFill>
                <a:latin typeface="+mn-ea"/>
                <a:ea typeface="+mn-ea"/>
              </a:rPr>
              <a:t>版本。</a:t>
            </a:r>
            <a:endParaRPr lang="en-US" sz="2800" dirty="0">
              <a:solidFill>
                <a:srgbClr val="151515"/>
              </a:solidFill>
              <a:latin typeface="+mn-ea"/>
              <a:ea typeface="+mn-ea"/>
            </a:endParaRPr>
          </a:p>
        </p:txBody>
      </p:sp>
      <p:pic>
        <p:nvPicPr>
          <p:cNvPr id="9" name="图片 8">
            <a:extLst>
              <a:ext uri="{FF2B5EF4-FFF2-40B4-BE49-F238E27FC236}">
                <a16:creationId xmlns:a16="http://schemas.microsoft.com/office/drawing/2014/main" id="{5D24C029-A3B8-515E-0089-D11F9B3EB864}"/>
              </a:ext>
            </a:extLst>
          </p:cNvPr>
          <p:cNvPicPr>
            <a:picLocks noChangeAspect="1"/>
          </p:cNvPicPr>
          <p:nvPr/>
        </p:nvPicPr>
        <p:blipFill>
          <a:blip r:embed="rId3"/>
          <a:srcRect l="7897" t="36182" r="11419" b="21717"/>
          <a:stretch>
            <a:fillRect/>
          </a:stretch>
        </p:blipFill>
        <p:spPr>
          <a:xfrm>
            <a:off x="339113" y="1951189"/>
            <a:ext cx="11305861" cy="2955621"/>
          </a:xfrm>
          <a:prstGeom prst="rect">
            <a:avLst/>
          </a:prstGeom>
        </p:spPr>
      </p:pic>
    </p:spTree>
    <p:extLst>
      <p:ext uri="{BB962C8B-B14F-4D97-AF65-F5344CB8AC3E}">
        <p14:creationId xmlns:p14="http://schemas.microsoft.com/office/powerpoint/2010/main" val="206287084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71863"/>
            <a:ext cx="12192000"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254224" y="3868895"/>
            <a:ext cx="11670743" cy="646331"/>
          </a:xfrm>
          <a:prstGeom prst="rect">
            <a:avLst/>
          </a:prstGeom>
        </p:spPr>
        <p:txBody>
          <a:bodyPr wrap="square">
            <a:spAutoFit/>
          </a:bodyPr>
          <a:lstStyle/>
          <a:p>
            <a:pPr algn="l" fontAlgn="auto">
              <a:spcBef>
                <a:spcPts val="0"/>
              </a:spcBef>
              <a:spcAft>
                <a:spcPts val="0"/>
              </a:spcAft>
            </a:pPr>
            <a:r>
              <a:rPr lang="zh-CN" altLang="en-US" sz="3600" b="1" dirty="0">
                <a:latin typeface="微软雅黑" pitchFamily="34" charset="-122"/>
                <a:ea typeface="微软雅黑" pitchFamily="34" charset="-122"/>
              </a:rPr>
              <a:t>三、</a:t>
            </a:r>
            <a:r>
              <a:rPr lang="en-US" altLang="zh-CN" sz="3600" b="1" dirty="0">
                <a:latin typeface="微软雅黑" pitchFamily="34" charset="-122"/>
                <a:ea typeface="微软雅黑" pitchFamily="34" charset="-122"/>
              </a:rPr>
              <a:t>Python</a:t>
            </a:r>
            <a:r>
              <a:rPr lang="zh-CN" altLang="en-US" sz="3600" b="1" dirty="0">
                <a:latin typeface="微软雅黑" pitchFamily="34" charset="-122"/>
                <a:ea typeface="微软雅黑" pitchFamily="34" charset="-122"/>
              </a:rPr>
              <a:t>编程环境配置</a:t>
            </a:r>
          </a:p>
        </p:txBody>
      </p:sp>
      <p:sp>
        <p:nvSpPr>
          <p:cNvPr id="8" name="矩形 7"/>
          <p:cNvSpPr/>
          <p:nvPr/>
        </p:nvSpPr>
        <p:spPr>
          <a:xfrm>
            <a:off x="0" y="5014912"/>
            <a:ext cx="12192000"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97216377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2" name="TextBox 1">
            <a:extLst>
              <a:ext uri="{FF2B5EF4-FFF2-40B4-BE49-F238E27FC236}">
                <a16:creationId xmlns:a16="http://schemas.microsoft.com/office/drawing/2014/main" id="{631AADB6-C88A-D817-4683-FC087E4E240F}"/>
              </a:ext>
            </a:extLst>
          </p:cNvPr>
          <p:cNvSpPr txBox="1"/>
          <p:nvPr/>
        </p:nvSpPr>
        <p:spPr>
          <a:xfrm>
            <a:off x="502618" y="902171"/>
            <a:ext cx="9847718"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1</a:t>
            </a:r>
            <a:r>
              <a:rPr lang="zh-CN" altLang="en-US" sz="3200" b="1" dirty="0">
                <a:solidFill>
                  <a:srgbClr val="333333"/>
                </a:solidFill>
                <a:latin typeface="+mn-ea"/>
                <a:ea typeface="+mn-ea"/>
              </a:rPr>
              <a:t>、</a:t>
            </a:r>
            <a:r>
              <a:rPr lang="en-US" altLang="zh-CN" sz="3200" b="1" dirty="0">
                <a:solidFill>
                  <a:srgbClr val="333333"/>
                </a:solidFill>
                <a:latin typeface="+mn-ea"/>
                <a:ea typeface="+mn-ea"/>
              </a:rPr>
              <a:t>Python</a:t>
            </a:r>
            <a:r>
              <a:rPr lang="zh-CN" altLang="en-US" sz="3200" b="1" dirty="0">
                <a:solidFill>
                  <a:srgbClr val="333333"/>
                </a:solidFill>
                <a:latin typeface="+mn-ea"/>
                <a:ea typeface="+mn-ea"/>
              </a:rPr>
              <a:t>开发环境概念</a:t>
            </a:r>
            <a:endParaRPr lang="en-US" altLang="zh-CN" sz="3200" b="1" dirty="0">
              <a:solidFill>
                <a:srgbClr val="333333"/>
              </a:solidFill>
              <a:latin typeface="+mn-ea"/>
              <a:ea typeface="+mn-ea"/>
            </a:endParaRPr>
          </a:p>
        </p:txBody>
      </p:sp>
      <p:sp>
        <p:nvSpPr>
          <p:cNvPr id="17" name="TextBox 16">
            <a:extLst>
              <a:ext uri="{FF2B5EF4-FFF2-40B4-BE49-F238E27FC236}">
                <a16:creationId xmlns:a16="http://schemas.microsoft.com/office/drawing/2014/main" id="{9E05FFCA-3371-AF5C-381D-71D984055F5A}"/>
              </a:ext>
            </a:extLst>
          </p:cNvPr>
          <p:cNvSpPr txBox="1"/>
          <p:nvPr/>
        </p:nvSpPr>
        <p:spPr>
          <a:xfrm>
            <a:off x="405728" y="1564660"/>
            <a:ext cx="7056758" cy="5223033"/>
          </a:xfrm>
          <a:prstGeom prst="rect">
            <a:avLst/>
          </a:prstGeom>
          <a:noFill/>
        </p:spPr>
        <p:txBody>
          <a:bodyPr wrap="square">
            <a:spAutoFit/>
          </a:bodyPr>
          <a:lstStyle/>
          <a:p>
            <a:pPr algn="l">
              <a:lnSpc>
                <a:spcPct val="150000"/>
              </a:lnSpc>
            </a:pPr>
            <a:r>
              <a:rPr lang="zh-CN" altLang="en-US" sz="2600" dirty="0">
                <a:solidFill>
                  <a:srgbClr val="333333"/>
                </a:solidFill>
                <a:latin typeface="Microsoft YaHei" panose="020B0503020204020204" pitchFamily="34" charset="-122"/>
                <a:ea typeface="Microsoft YaHei" panose="020B0503020204020204" pitchFamily="34" charset="-122"/>
              </a:rPr>
              <a:t>开发环境顾名思义是指程序员在编写代码时所使用的环境。配置开发环境目的在于最大程度提高程序员的开发效率。</a:t>
            </a:r>
            <a:endParaRPr lang="en-US" altLang="zh-CN" sz="2600" dirty="0">
              <a:solidFill>
                <a:srgbClr val="333333"/>
              </a:solidFill>
              <a:latin typeface="Microsoft YaHei" panose="020B0503020204020204" pitchFamily="34" charset="-122"/>
              <a:ea typeface="Microsoft YaHei" panose="020B0503020204020204" pitchFamily="34" charset="-122"/>
            </a:endParaRPr>
          </a:p>
          <a:p>
            <a:pPr algn="l">
              <a:lnSpc>
                <a:spcPct val="150000"/>
              </a:lnSpc>
            </a:pPr>
            <a:r>
              <a:rPr lang="en-US" altLang="zh-CN" sz="2600" dirty="0">
                <a:solidFill>
                  <a:srgbClr val="333333"/>
                </a:solidFill>
                <a:latin typeface="Microsoft YaHei" panose="020B0503020204020204" pitchFamily="34" charset="-122"/>
                <a:ea typeface="Microsoft YaHei" panose="020B0503020204020204" pitchFamily="34" charset="-122"/>
              </a:rPr>
              <a:t>Python</a:t>
            </a:r>
            <a:r>
              <a:rPr lang="zh-CN" altLang="en-US" sz="2600" dirty="0">
                <a:solidFill>
                  <a:srgbClr val="333333"/>
                </a:solidFill>
                <a:latin typeface="Microsoft YaHei" panose="020B0503020204020204" pitchFamily="34" charset="-122"/>
                <a:ea typeface="Microsoft YaHei" panose="020B0503020204020204" pitchFamily="34" charset="-122"/>
              </a:rPr>
              <a:t>开发环境一般包括</a:t>
            </a:r>
            <a:r>
              <a:rPr lang="zh-CN" altLang="en-US" sz="2600" b="1" u="sng" dirty="0">
                <a:solidFill>
                  <a:srgbClr val="333333"/>
                </a:solidFill>
                <a:latin typeface="Microsoft YaHei" panose="020B0503020204020204" pitchFamily="34" charset="-122"/>
                <a:ea typeface="Microsoft YaHei" panose="020B0503020204020204" pitchFamily="34" charset="-122"/>
              </a:rPr>
              <a:t>（</a:t>
            </a:r>
            <a:r>
              <a:rPr lang="en-US" altLang="zh-CN" sz="2600" b="1" u="sng" dirty="0">
                <a:solidFill>
                  <a:srgbClr val="333333"/>
                </a:solidFill>
                <a:latin typeface="Microsoft YaHei" panose="020B0503020204020204" pitchFamily="34" charset="-122"/>
                <a:ea typeface="Microsoft YaHei" panose="020B0503020204020204" pitchFamily="34" charset="-122"/>
              </a:rPr>
              <a:t>1</a:t>
            </a:r>
            <a:r>
              <a:rPr lang="zh-CN" altLang="en-US" sz="2600" b="1" u="sng" dirty="0">
                <a:solidFill>
                  <a:srgbClr val="333333"/>
                </a:solidFill>
                <a:latin typeface="Microsoft YaHei" panose="020B0503020204020204" pitchFamily="34" charset="-122"/>
                <a:ea typeface="Microsoft YaHei" panose="020B0503020204020204" pitchFamily="34" charset="-122"/>
              </a:rPr>
              <a:t>）电脑操作系统</a:t>
            </a:r>
            <a:r>
              <a:rPr lang="zh-CN" altLang="en-US" sz="2600" dirty="0">
                <a:solidFill>
                  <a:srgbClr val="333333"/>
                </a:solidFill>
                <a:latin typeface="Microsoft YaHei" panose="020B0503020204020204" pitchFamily="34" charset="-122"/>
                <a:ea typeface="Microsoft YaHei" panose="020B0503020204020204" pitchFamily="34" charset="-122"/>
              </a:rPr>
              <a:t>；</a:t>
            </a:r>
            <a:r>
              <a:rPr lang="zh-CN" altLang="en-US" sz="2600" b="1" u="sng" dirty="0">
                <a:solidFill>
                  <a:srgbClr val="333333"/>
                </a:solidFill>
                <a:latin typeface="Microsoft YaHei" panose="020B0503020204020204" pitchFamily="34" charset="-122"/>
                <a:ea typeface="Microsoft YaHei" panose="020B0503020204020204" pitchFamily="34" charset="-122"/>
              </a:rPr>
              <a:t>（</a:t>
            </a:r>
            <a:r>
              <a:rPr lang="en-US" altLang="zh-CN" sz="2600" b="1" u="sng" dirty="0">
                <a:solidFill>
                  <a:srgbClr val="333333"/>
                </a:solidFill>
                <a:latin typeface="Microsoft YaHei" panose="020B0503020204020204" pitchFamily="34" charset="-122"/>
                <a:ea typeface="Microsoft YaHei" panose="020B0503020204020204" pitchFamily="34" charset="-122"/>
              </a:rPr>
              <a:t>3</a:t>
            </a:r>
            <a:r>
              <a:rPr lang="zh-CN" altLang="en-US" sz="2600" b="1" u="sng" dirty="0">
                <a:solidFill>
                  <a:srgbClr val="333333"/>
                </a:solidFill>
                <a:latin typeface="Microsoft YaHei" panose="020B0503020204020204" pitchFamily="34" charset="-122"/>
                <a:ea typeface="Microsoft YaHei" panose="020B0503020204020204" pitchFamily="34" charset="-122"/>
              </a:rPr>
              <a:t>）代码编辑器</a:t>
            </a:r>
            <a:r>
              <a:rPr lang="zh-CN" altLang="en-US" sz="2600" dirty="0">
                <a:solidFill>
                  <a:srgbClr val="333333"/>
                </a:solidFill>
                <a:latin typeface="Microsoft YaHei" panose="020B0503020204020204" pitchFamily="34" charset="-122"/>
                <a:ea typeface="Microsoft YaHei" panose="020B0503020204020204" pitchFamily="34" charset="-122"/>
              </a:rPr>
              <a:t>；</a:t>
            </a:r>
            <a:r>
              <a:rPr lang="zh-CN" altLang="en-US" sz="2600" b="1" u="sng" dirty="0">
                <a:solidFill>
                  <a:srgbClr val="333333"/>
                </a:solidFill>
                <a:latin typeface="Microsoft YaHei" panose="020B0503020204020204" pitchFamily="34" charset="-122"/>
                <a:ea typeface="Microsoft YaHei" panose="020B0503020204020204" pitchFamily="34" charset="-122"/>
              </a:rPr>
              <a:t>（</a:t>
            </a:r>
            <a:r>
              <a:rPr lang="en-US" altLang="zh-CN" sz="2600" b="1" u="sng" dirty="0">
                <a:solidFill>
                  <a:srgbClr val="333333"/>
                </a:solidFill>
                <a:latin typeface="Microsoft YaHei" panose="020B0503020204020204" pitchFamily="34" charset="-122"/>
                <a:ea typeface="Microsoft YaHei" panose="020B0503020204020204" pitchFamily="34" charset="-122"/>
              </a:rPr>
              <a:t>2</a:t>
            </a:r>
            <a:r>
              <a:rPr lang="zh-CN" altLang="en-US" sz="2600" b="1" u="sng" dirty="0">
                <a:solidFill>
                  <a:srgbClr val="333333"/>
                </a:solidFill>
                <a:latin typeface="Microsoft YaHei" panose="020B0503020204020204" pitchFamily="34" charset="-122"/>
                <a:ea typeface="Microsoft YaHei" panose="020B0503020204020204" pitchFamily="34" charset="-122"/>
              </a:rPr>
              <a:t>）</a:t>
            </a:r>
            <a:r>
              <a:rPr lang="en-US" altLang="zh-CN" sz="2600" b="1" u="sng" dirty="0">
                <a:solidFill>
                  <a:srgbClr val="333333"/>
                </a:solidFill>
                <a:latin typeface="Microsoft YaHei" panose="020B0503020204020204" pitchFamily="34" charset="-122"/>
                <a:ea typeface="Microsoft YaHei" panose="020B0503020204020204" pitchFamily="34" charset="-122"/>
              </a:rPr>
              <a:t>Python</a:t>
            </a:r>
            <a:r>
              <a:rPr lang="zh-CN" altLang="en-US" sz="2600" b="1" u="sng" dirty="0">
                <a:solidFill>
                  <a:srgbClr val="333333"/>
                </a:solidFill>
                <a:latin typeface="Microsoft YaHei" panose="020B0503020204020204" pitchFamily="34" charset="-122"/>
                <a:ea typeface="Microsoft YaHei" panose="020B0503020204020204" pitchFamily="34" charset="-122"/>
              </a:rPr>
              <a:t>解释器</a:t>
            </a:r>
            <a:r>
              <a:rPr lang="zh-CN" altLang="en-US" sz="2600" dirty="0">
                <a:solidFill>
                  <a:srgbClr val="333333"/>
                </a:solidFill>
                <a:latin typeface="Microsoft YaHei" panose="020B0503020204020204" pitchFamily="34" charset="-122"/>
                <a:ea typeface="Microsoft YaHei" panose="020B0503020204020204" pitchFamily="34" charset="-122"/>
              </a:rPr>
              <a:t>；</a:t>
            </a:r>
            <a:r>
              <a:rPr lang="zh-CN" altLang="en-US" sz="2600" b="1" u="sng" dirty="0">
                <a:solidFill>
                  <a:srgbClr val="333333"/>
                </a:solidFill>
                <a:latin typeface="Microsoft YaHei" panose="020B0503020204020204" pitchFamily="34" charset="-122"/>
                <a:ea typeface="Microsoft YaHei" panose="020B0503020204020204" pitchFamily="34" charset="-122"/>
              </a:rPr>
              <a:t>（</a:t>
            </a:r>
            <a:r>
              <a:rPr lang="en-US" altLang="zh-CN" sz="2600" b="1" u="sng" dirty="0">
                <a:solidFill>
                  <a:schemeClr val="bg2"/>
                </a:solidFill>
                <a:latin typeface="Microsoft YaHei" panose="020B0503020204020204" pitchFamily="34" charset="-122"/>
                <a:ea typeface="Microsoft YaHei" panose="020B0503020204020204" pitchFamily="34" charset="-122"/>
              </a:rPr>
              <a:t> 4 </a:t>
            </a:r>
            <a:r>
              <a:rPr lang="zh-CN" altLang="en-US" sz="2600" b="1" u="sng" dirty="0">
                <a:solidFill>
                  <a:srgbClr val="333333"/>
                </a:solidFill>
                <a:latin typeface="Microsoft YaHei" panose="020B0503020204020204" pitchFamily="34" charset="-122"/>
                <a:ea typeface="Microsoft YaHei" panose="020B0503020204020204" pitchFamily="34" charset="-122"/>
              </a:rPr>
              <a:t>）</a:t>
            </a:r>
            <a:r>
              <a:rPr lang="en-US" altLang="zh-CN" sz="2600" b="1" u="sng" dirty="0">
                <a:solidFill>
                  <a:schemeClr val="bg2"/>
                </a:solidFill>
                <a:latin typeface="Microsoft YaHei" panose="020B0503020204020204" pitchFamily="34" charset="-122"/>
                <a:ea typeface="Microsoft YaHei" panose="020B0503020204020204" pitchFamily="34" charset="-122"/>
              </a:rPr>
              <a:t>Python</a:t>
            </a:r>
            <a:r>
              <a:rPr lang="zh-CN" altLang="en-US" sz="2600" b="1" u="sng" dirty="0">
                <a:solidFill>
                  <a:schemeClr val="bg2"/>
                </a:solidFill>
                <a:latin typeface="Microsoft YaHei" panose="020B0503020204020204" pitchFamily="34" charset="-122"/>
                <a:ea typeface="Microsoft YaHei" panose="020B0503020204020204" pitchFamily="34" charset="-122"/>
              </a:rPr>
              <a:t>第三方软件包</a:t>
            </a:r>
            <a:r>
              <a:rPr lang="zh-CN" altLang="en-US" sz="2600" b="1" dirty="0">
                <a:solidFill>
                  <a:schemeClr val="bg2"/>
                </a:solidFill>
                <a:latin typeface="Microsoft YaHei" panose="020B0503020204020204" pitchFamily="34" charset="-122"/>
                <a:ea typeface="Microsoft YaHei" panose="020B0503020204020204" pitchFamily="34" charset="-122"/>
              </a:rPr>
              <a:t>。</a:t>
            </a:r>
            <a:endParaRPr lang="en-US" altLang="zh-CN" sz="2600" b="1" dirty="0">
              <a:solidFill>
                <a:schemeClr val="bg2"/>
              </a:solidFill>
              <a:latin typeface="Microsoft YaHei" panose="020B0503020204020204" pitchFamily="34" charset="-122"/>
              <a:ea typeface="Microsoft YaHei" panose="020B0503020204020204" pitchFamily="34" charset="-122"/>
            </a:endParaRPr>
          </a:p>
          <a:p>
            <a:pPr algn="l">
              <a:lnSpc>
                <a:spcPct val="150000"/>
              </a:lnSpc>
            </a:pPr>
            <a:r>
              <a:rPr lang="en-US" altLang="zh-CN" sz="2600" dirty="0">
                <a:solidFill>
                  <a:srgbClr val="333333"/>
                </a:solidFill>
                <a:latin typeface="Microsoft YaHei" panose="020B0503020204020204" pitchFamily="34" charset="-122"/>
                <a:ea typeface="Microsoft YaHei" panose="020B0503020204020204" pitchFamily="34" charset="-122"/>
              </a:rPr>
              <a:t>Python</a:t>
            </a:r>
            <a:r>
              <a:rPr lang="zh-CN" altLang="en-US" sz="2600" dirty="0">
                <a:solidFill>
                  <a:srgbClr val="333333"/>
                </a:solidFill>
                <a:latin typeface="Microsoft YaHei" panose="020B0503020204020204" pitchFamily="34" charset="-122"/>
                <a:ea typeface="Microsoft YaHei" panose="020B0503020204020204" pitchFamily="34" charset="-122"/>
              </a:rPr>
              <a:t>第三方软件包管理可用</a:t>
            </a:r>
            <a:r>
              <a:rPr lang="en-US" altLang="zh-CN" sz="2600" dirty="0">
                <a:solidFill>
                  <a:srgbClr val="333333"/>
                </a:solidFill>
                <a:latin typeface="Microsoft YaHei" panose="020B0503020204020204" pitchFamily="34" charset="-122"/>
                <a:ea typeface="Microsoft YaHei" panose="020B0503020204020204" pitchFamily="34" charset="-122"/>
              </a:rPr>
              <a:t>python</a:t>
            </a:r>
            <a:r>
              <a:rPr lang="zh-CN" altLang="en-US" sz="2600" dirty="0">
                <a:solidFill>
                  <a:srgbClr val="333333"/>
                </a:solidFill>
                <a:latin typeface="Microsoft YaHei" panose="020B0503020204020204" pitchFamily="34" charset="-122"/>
                <a:ea typeface="Microsoft YaHei" panose="020B0503020204020204" pitchFamily="34" charset="-122"/>
              </a:rPr>
              <a:t>内置的</a:t>
            </a:r>
            <a:r>
              <a:rPr lang="en-US" altLang="zh-CN" sz="2600" b="1" dirty="0">
                <a:solidFill>
                  <a:srgbClr val="333333"/>
                </a:solidFill>
                <a:latin typeface="Microsoft YaHei" panose="020B0503020204020204" pitchFamily="34" charset="-122"/>
                <a:ea typeface="Microsoft YaHei" panose="020B0503020204020204" pitchFamily="34" charset="-122"/>
              </a:rPr>
              <a:t>pip</a:t>
            </a:r>
            <a:r>
              <a:rPr lang="zh-CN" altLang="en-US" sz="2600" dirty="0">
                <a:solidFill>
                  <a:srgbClr val="333333"/>
                </a:solidFill>
                <a:latin typeface="Microsoft YaHei" panose="020B0503020204020204" pitchFamily="34" charset="-122"/>
                <a:ea typeface="Microsoft YaHei" panose="020B0503020204020204" pitchFamily="34" charset="-122"/>
              </a:rPr>
              <a:t>工具。</a:t>
            </a:r>
            <a:endParaRPr lang="en-US" altLang="zh-CN" sz="2600" dirty="0">
              <a:solidFill>
                <a:srgbClr val="333333"/>
              </a:solidFill>
              <a:latin typeface="Microsoft YaHei" panose="020B0503020204020204" pitchFamily="34" charset="-122"/>
              <a:ea typeface="Microsoft YaHei" panose="020B0503020204020204" pitchFamily="34" charset="-122"/>
            </a:endParaRPr>
          </a:p>
        </p:txBody>
      </p:sp>
      <p:pic>
        <p:nvPicPr>
          <p:cNvPr id="7" name="图片 6">
            <a:extLst>
              <a:ext uri="{FF2B5EF4-FFF2-40B4-BE49-F238E27FC236}">
                <a16:creationId xmlns:a16="http://schemas.microsoft.com/office/drawing/2014/main" id="{CB6886CF-3E2F-2951-35DE-5316AB6614F2}"/>
              </a:ext>
            </a:extLst>
          </p:cNvPr>
          <p:cNvPicPr>
            <a:picLocks noChangeAspect="1"/>
          </p:cNvPicPr>
          <p:nvPr/>
        </p:nvPicPr>
        <p:blipFill>
          <a:blip r:embed="rId3"/>
          <a:srcRect l="19400"/>
          <a:stretch>
            <a:fillRect/>
          </a:stretch>
        </p:blipFill>
        <p:spPr>
          <a:xfrm>
            <a:off x="7575592" y="2066956"/>
            <a:ext cx="4413014" cy="3643502"/>
          </a:xfrm>
          <a:prstGeom prst="rect">
            <a:avLst/>
          </a:prstGeom>
        </p:spPr>
      </p:pic>
    </p:spTree>
    <p:extLst>
      <p:ext uri="{BB962C8B-B14F-4D97-AF65-F5344CB8AC3E}">
        <p14:creationId xmlns:p14="http://schemas.microsoft.com/office/powerpoint/2010/main" val="118930540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24003" y="8526"/>
            <a:ext cx="9013371" cy="792162"/>
          </a:xfrm>
        </p:spPr>
        <p:txBody>
          <a:bodyPr/>
          <a:lstStyle/>
          <a:p>
            <a:r>
              <a:rPr lang="zh-CN" altLang="en-US">
                <a:latin typeface="微软雅黑" pitchFamily="34" charset="-122"/>
                <a:ea typeface="微软雅黑" pitchFamily="34" charset="-122"/>
              </a:rPr>
              <a:t>二、</a:t>
            </a:r>
            <a:r>
              <a:rPr lang="zh-CN" altLang="en-CN">
                <a:latin typeface="微软雅黑" pitchFamily="34" charset="-122"/>
                <a:ea typeface="微软雅黑" pitchFamily="34" charset="-122"/>
              </a:rPr>
              <a:t>开源</a:t>
            </a:r>
            <a:r>
              <a:rPr lang="zh-CN" altLang="en-US">
                <a:latin typeface="微软雅黑" pitchFamily="34" charset="-122"/>
                <a:ea typeface="微软雅黑" pitchFamily="34" charset="-122"/>
              </a:rPr>
              <a:t>软件开发工具</a:t>
            </a:r>
          </a:p>
        </p:txBody>
      </p:sp>
      <p:sp>
        <p:nvSpPr>
          <p:cNvPr id="2" name="TextBox 1">
            <a:extLst>
              <a:ext uri="{FF2B5EF4-FFF2-40B4-BE49-F238E27FC236}">
                <a16:creationId xmlns:a16="http://schemas.microsoft.com/office/drawing/2014/main" id="{631AADB6-C88A-D817-4683-FC087E4E240F}"/>
              </a:ext>
            </a:extLst>
          </p:cNvPr>
          <p:cNvSpPr txBox="1"/>
          <p:nvPr/>
        </p:nvSpPr>
        <p:spPr>
          <a:xfrm>
            <a:off x="321980" y="846751"/>
            <a:ext cx="10028355"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1</a:t>
            </a:r>
            <a:r>
              <a:rPr lang="zh-CN" altLang="en-US" sz="3200" b="1" dirty="0">
                <a:solidFill>
                  <a:srgbClr val="333333"/>
                </a:solidFill>
                <a:latin typeface="+mn-ea"/>
                <a:ea typeface="+mn-ea"/>
              </a:rPr>
              <a:t>、代码编辑器</a:t>
            </a:r>
            <a:r>
              <a:rPr lang="en-US" altLang="zh-CN" sz="3200" b="1" dirty="0" err="1">
                <a:solidFill>
                  <a:srgbClr val="333333"/>
                </a:solidFill>
                <a:latin typeface="+mn-ea"/>
                <a:ea typeface="+mn-ea"/>
              </a:rPr>
              <a:t>VSCode</a:t>
            </a:r>
            <a:r>
              <a:rPr lang="zh-CN" altLang="en-US" sz="3200" b="1" dirty="0">
                <a:solidFill>
                  <a:srgbClr val="333333"/>
                </a:solidFill>
                <a:latin typeface="+mn-ea"/>
                <a:ea typeface="+mn-ea"/>
              </a:rPr>
              <a:t>。</a:t>
            </a:r>
            <a:endParaRPr lang="en-US" altLang="zh-CN" sz="3200" b="1" dirty="0">
              <a:solidFill>
                <a:srgbClr val="333333"/>
              </a:solidFill>
              <a:latin typeface="+mn-ea"/>
              <a:ea typeface="+mn-ea"/>
            </a:endParaRPr>
          </a:p>
        </p:txBody>
      </p:sp>
      <p:pic>
        <p:nvPicPr>
          <p:cNvPr id="1030" name="Picture 6" descr="GitHub - microsoft/vscode: Visual Studio Code">
            <a:extLst>
              <a:ext uri="{FF2B5EF4-FFF2-40B4-BE49-F238E27FC236}">
                <a16:creationId xmlns:a16="http://schemas.microsoft.com/office/drawing/2014/main" id="{C93DB76E-C02F-05AC-2014-674F7E808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0025" y="1745801"/>
            <a:ext cx="5940216" cy="44551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741FEA2-C046-FD82-2800-2CB513792080}"/>
              </a:ext>
            </a:extLst>
          </p:cNvPr>
          <p:cNvSpPr txBox="1"/>
          <p:nvPr/>
        </p:nvSpPr>
        <p:spPr>
          <a:xfrm>
            <a:off x="321980" y="1690837"/>
            <a:ext cx="5554824" cy="5013039"/>
          </a:xfrm>
          <a:prstGeom prst="rect">
            <a:avLst/>
          </a:prstGeom>
          <a:noFill/>
        </p:spPr>
        <p:txBody>
          <a:bodyPr wrap="square">
            <a:spAutoFit/>
          </a:bodyPr>
          <a:lstStyle/>
          <a:p>
            <a:pPr algn="just">
              <a:lnSpc>
                <a:spcPct val="150000"/>
              </a:lnSpc>
            </a:pPr>
            <a:r>
              <a:rPr lang="en-US" dirty="0" err="1">
                <a:solidFill>
                  <a:schemeClr val="bg2"/>
                </a:solidFill>
                <a:latin typeface="+mn-ea"/>
                <a:ea typeface="+mn-ea"/>
              </a:rPr>
              <a:t>VSCode</a:t>
            </a:r>
            <a:r>
              <a:rPr lang="en-US" dirty="0">
                <a:solidFill>
                  <a:schemeClr val="bg2"/>
                </a:solidFill>
                <a:latin typeface="+mn-ea"/>
                <a:ea typeface="+mn-ea"/>
              </a:rPr>
              <a:t> (Visual Studio Code)</a:t>
            </a:r>
            <a:r>
              <a:rPr lang="zh-CN" altLang="en-US" dirty="0">
                <a:solidFill>
                  <a:schemeClr val="bg2"/>
                </a:solidFill>
                <a:latin typeface="+mn-ea"/>
                <a:ea typeface="+mn-ea"/>
              </a:rPr>
              <a:t>是</a:t>
            </a:r>
            <a:r>
              <a:rPr lang="en-US" altLang="zh-CN" dirty="0">
                <a:solidFill>
                  <a:schemeClr val="bg2"/>
                </a:solidFill>
                <a:latin typeface="+mn-ea"/>
                <a:ea typeface="+mn-ea"/>
              </a:rPr>
              <a:t>2015</a:t>
            </a:r>
            <a:r>
              <a:rPr lang="zh-CN" altLang="en-US" dirty="0">
                <a:solidFill>
                  <a:schemeClr val="bg2"/>
                </a:solidFill>
                <a:latin typeface="+mn-ea"/>
                <a:ea typeface="+mn-ea"/>
              </a:rPr>
              <a:t>年由微软发布的一款代码编辑器。</a:t>
            </a:r>
            <a:endParaRPr lang="en-US" altLang="zh-CN" dirty="0">
              <a:solidFill>
                <a:schemeClr val="bg2"/>
              </a:solidFill>
              <a:latin typeface="+mn-ea"/>
              <a:ea typeface="+mn-ea"/>
            </a:endParaRPr>
          </a:p>
          <a:p>
            <a:pPr algn="just">
              <a:lnSpc>
                <a:spcPct val="150000"/>
              </a:lnSpc>
            </a:pPr>
            <a:r>
              <a:rPr lang="zh-CN" altLang="en-US" dirty="0">
                <a:solidFill>
                  <a:schemeClr val="bg2"/>
                </a:solidFill>
                <a:latin typeface="+mn-ea"/>
                <a:ea typeface="+mn-ea"/>
              </a:rPr>
              <a:t>（</a:t>
            </a:r>
            <a:r>
              <a:rPr lang="en-US" altLang="zh-CN" dirty="0">
                <a:solidFill>
                  <a:schemeClr val="bg2"/>
                </a:solidFill>
                <a:latin typeface="+mn-ea"/>
                <a:ea typeface="+mn-ea"/>
              </a:rPr>
              <a:t>1</a:t>
            </a:r>
            <a:r>
              <a:rPr lang="zh-CN" altLang="en-US" dirty="0">
                <a:solidFill>
                  <a:schemeClr val="bg2"/>
                </a:solidFill>
                <a:latin typeface="+mn-ea"/>
                <a:ea typeface="+mn-ea"/>
              </a:rPr>
              <a:t>） 支持多种编程语言的编辑，如</a:t>
            </a:r>
            <a:r>
              <a:rPr lang="en-US" altLang="zh-CN" dirty="0">
                <a:solidFill>
                  <a:schemeClr val="bg2"/>
                </a:solidFill>
                <a:latin typeface="+mn-ea"/>
                <a:ea typeface="+mn-ea"/>
              </a:rPr>
              <a:t>python</a:t>
            </a:r>
            <a:r>
              <a:rPr lang="zh-CN" altLang="en-US" dirty="0">
                <a:solidFill>
                  <a:schemeClr val="bg2"/>
                </a:solidFill>
                <a:latin typeface="+mn-ea"/>
                <a:ea typeface="+mn-ea"/>
              </a:rPr>
              <a:t>，</a:t>
            </a:r>
            <a:r>
              <a:rPr lang="en-US" altLang="zh-CN" dirty="0">
                <a:solidFill>
                  <a:schemeClr val="bg2"/>
                </a:solidFill>
                <a:latin typeface="+mn-ea"/>
                <a:ea typeface="+mn-ea"/>
              </a:rPr>
              <a:t>java</a:t>
            </a:r>
            <a:r>
              <a:rPr lang="zh-CN" altLang="en-US" dirty="0">
                <a:solidFill>
                  <a:schemeClr val="bg2"/>
                </a:solidFill>
                <a:latin typeface="+mn-ea"/>
                <a:ea typeface="+mn-ea"/>
              </a:rPr>
              <a:t>，</a:t>
            </a:r>
            <a:r>
              <a:rPr lang="en-US" altLang="zh-CN" dirty="0" err="1">
                <a:solidFill>
                  <a:schemeClr val="bg2"/>
                </a:solidFill>
                <a:latin typeface="+mn-ea"/>
                <a:ea typeface="+mn-ea"/>
              </a:rPr>
              <a:t>c++</a:t>
            </a:r>
            <a:r>
              <a:rPr lang="zh-CN" altLang="en-US" dirty="0">
                <a:solidFill>
                  <a:schemeClr val="bg2"/>
                </a:solidFill>
                <a:latin typeface="+mn-ea"/>
                <a:ea typeface="+mn-ea"/>
              </a:rPr>
              <a:t>等。</a:t>
            </a:r>
            <a:endParaRPr lang="en-US" altLang="zh-CN" dirty="0">
              <a:solidFill>
                <a:schemeClr val="bg2"/>
              </a:solidFill>
              <a:latin typeface="+mn-ea"/>
              <a:ea typeface="+mn-ea"/>
            </a:endParaRPr>
          </a:p>
          <a:p>
            <a:pPr algn="just">
              <a:lnSpc>
                <a:spcPct val="150000"/>
              </a:lnSpc>
            </a:pPr>
            <a:r>
              <a:rPr lang="zh-CN" altLang="en-US" dirty="0">
                <a:solidFill>
                  <a:schemeClr val="bg2"/>
                </a:solidFill>
                <a:latin typeface="+mn-ea"/>
                <a:ea typeface="+mn-ea"/>
              </a:rPr>
              <a:t>（</a:t>
            </a:r>
            <a:r>
              <a:rPr lang="en-US" altLang="zh-CN" dirty="0">
                <a:solidFill>
                  <a:schemeClr val="bg2"/>
                </a:solidFill>
                <a:latin typeface="+mn-ea"/>
                <a:ea typeface="+mn-ea"/>
              </a:rPr>
              <a:t>2</a:t>
            </a:r>
            <a:r>
              <a:rPr lang="zh-CN" altLang="en-US" dirty="0">
                <a:solidFill>
                  <a:schemeClr val="bg2"/>
                </a:solidFill>
                <a:latin typeface="+mn-ea"/>
                <a:ea typeface="+mn-ea"/>
              </a:rPr>
              <a:t>）该软件支持语法高亮、代码自动补全等功能；</a:t>
            </a:r>
            <a:endParaRPr lang="en-US" altLang="zh-CN" dirty="0">
              <a:solidFill>
                <a:schemeClr val="bg2"/>
              </a:solidFill>
              <a:latin typeface="+mn-ea"/>
              <a:ea typeface="+mn-ea"/>
            </a:endParaRPr>
          </a:p>
          <a:p>
            <a:pPr algn="just">
              <a:lnSpc>
                <a:spcPct val="150000"/>
              </a:lnSpc>
            </a:pPr>
            <a:r>
              <a:rPr lang="zh-CN" altLang="en-US" dirty="0">
                <a:solidFill>
                  <a:schemeClr val="bg2"/>
                </a:solidFill>
                <a:latin typeface="+mn-ea"/>
                <a:ea typeface="+mn-ea"/>
              </a:rPr>
              <a:t>（</a:t>
            </a:r>
            <a:r>
              <a:rPr lang="en-US" altLang="zh-CN" dirty="0">
                <a:solidFill>
                  <a:schemeClr val="bg2"/>
                </a:solidFill>
                <a:latin typeface="+mn-ea"/>
                <a:ea typeface="+mn-ea"/>
              </a:rPr>
              <a:t>3</a:t>
            </a:r>
            <a:r>
              <a:rPr lang="zh-CN" altLang="en-US" dirty="0">
                <a:solidFill>
                  <a:schemeClr val="bg2"/>
                </a:solidFill>
                <a:latin typeface="+mn-ea"/>
                <a:ea typeface="+mn-ea"/>
              </a:rPr>
              <a:t>）内置了命令行工具和</a:t>
            </a:r>
            <a:r>
              <a:rPr lang="en-US" dirty="0">
                <a:solidFill>
                  <a:schemeClr val="bg2"/>
                </a:solidFill>
                <a:latin typeface="+mn-ea"/>
                <a:ea typeface="+mn-ea"/>
              </a:rPr>
              <a:t>Git </a:t>
            </a:r>
            <a:r>
              <a:rPr lang="zh-CN" altLang="en-US" dirty="0">
                <a:solidFill>
                  <a:schemeClr val="bg2"/>
                </a:solidFill>
                <a:latin typeface="+mn-ea"/>
                <a:ea typeface="+mn-ea"/>
              </a:rPr>
              <a:t>版本控制系统。</a:t>
            </a:r>
            <a:endParaRPr lang="en-US" altLang="zh-CN" dirty="0">
              <a:solidFill>
                <a:schemeClr val="bg2"/>
              </a:solidFill>
              <a:latin typeface="+mn-ea"/>
              <a:ea typeface="+mn-ea"/>
            </a:endParaRPr>
          </a:p>
        </p:txBody>
      </p:sp>
    </p:spTree>
    <p:extLst>
      <p:ext uri="{BB962C8B-B14F-4D97-AF65-F5344CB8AC3E}">
        <p14:creationId xmlns:p14="http://schemas.microsoft.com/office/powerpoint/2010/main" val="383307359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r>
              <a:rPr lang="zh-CN" altLang="en-US" dirty="0">
                <a:latin typeface="微软雅黑" pitchFamily="34" charset="-122"/>
                <a:ea typeface="微软雅黑" pitchFamily="34" charset="-122"/>
              </a:rPr>
              <a:t>二、</a:t>
            </a:r>
            <a:r>
              <a:rPr lang="zh-CN" altLang="en-CN" dirty="0">
                <a:latin typeface="微软雅黑" pitchFamily="34" charset="-122"/>
                <a:ea typeface="微软雅黑" pitchFamily="34" charset="-122"/>
              </a:rPr>
              <a:t>开源</a:t>
            </a:r>
            <a:r>
              <a:rPr lang="zh-CN" altLang="en-US" dirty="0">
                <a:latin typeface="微软雅黑" pitchFamily="34" charset="-122"/>
                <a:ea typeface="微软雅黑" pitchFamily="34" charset="-122"/>
              </a:rPr>
              <a:t>软件开发工具</a:t>
            </a:r>
          </a:p>
        </p:txBody>
      </p:sp>
      <p:sp>
        <p:nvSpPr>
          <p:cNvPr id="2" name="TextBox 1">
            <a:extLst>
              <a:ext uri="{FF2B5EF4-FFF2-40B4-BE49-F238E27FC236}">
                <a16:creationId xmlns:a16="http://schemas.microsoft.com/office/drawing/2014/main" id="{631AADB6-C88A-D817-4683-FC087E4E240F}"/>
              </a:ext>
            </a:extLst>
          </p:cNvPr>
          <p:cNvSpPr txBox="1"/>
          <p:nvPr/>
        </p:nvSpPr>
        <p:spPr>
          <a:xfrm>
            <a:off x="317241" y="846751"/>
            <a:ext cx="10033094"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1</a:t>
            </a:r>
            <a:r>
              <a:rPr lang="zh-CN" altLang="en-US" sz="3200" b="1" dirty="0">
                <a:solidFill>
                  <a:srgbClr val="333333"/>
                </a:solidFill>
                <a:latin typeface="+mn-ea"/>
                <a:ea typeface="+mn-ea"/>
              </a:rPr>
              <a:t>、代码编辑器</a:t>
            </a:r>
            <a:r>
              <a:rPr lang="en-US" altLang="zh-CN" sz="3200" b="1" dirty="0" err="1">
                <a:solidFill>
                  <a:srgbClr val="333333"/>
                </a:solidFill>
                <a:latin typeface="+mn-ea"/>
                <a:ea typeface="+mn-ea"/>
              </a:rPr>
              <a:t>VSCode</a:t>
            </a:r>
            <a:r>
              <a:rPr lang="zh-CN" altLang="en-US" sz="3200" b="1" dirty="0">
                <a:solidFill>
                  <a:srgbClr val="333333"/>
                </a:solidFill>
                <a:latin typeface="+mn-ea"/>
                <a:ea typeface="+mn-ea"/>
              </a:rPr>
              <a:t>。</a:t>
            </a:r>
            <a:endParaRPr lang="en-US" altLang="zh-CN" sz="3200" b="1" dirty="0">
              <a:solidFill>
                <a:srgbClr val="333333"/>
              </a:solidFill>
              <a:latin typeface="+mn-ea"/>
              <a:ea typeface="+mn-ea"/>
            </a:endParaRPr>
          </a:p>
        </p:txBody>
      </p:sp>
      <p:grpSp>
        <p:nvGrpSpPr>
          <p:cNvPr id="13" name="组合 12">
            <a:extLst>
              <a:ext uri="{FF2B5EF4-FFF2-40B4-BE49-F238E27FC236}">
                <a16:creationId xmlns:a16="http://schemas.microsoft.com/office/drawing/2014/main" id="{B37CADB0-FA67-CB3D-2792-3B99C063AF39}"/>
              </a:ext>
            </a:extLst>
          </p:cNvPr>
          <p:cNvGrpSpPr/>
          <p:nvPr/>
        </p:nvGrpSpPr>
        <p:grpSpPr>
          <a:xfrm>
            <a:off x="1806203" y="1665177"/>
            <a:ext cx="8579593" cy="4975010"/>
            <a:chOff x="152773" y="1766774"/>
            <a:chExt cx="8579593" cy="4975010"/>
          </a:xfrm>
        </p:grpSpPr>
        <p:pic>
          <p:nvPicPr>
            <p:cNvPr id="5" name="图片 4">
              <a:extLst>
                <a:ext uri="{FF2B5EF4-FFF2-40B4-BE49-F238E27FC236}">
                  <a16:creationId xmlns:a16="http://schemas.microsoft.com/office/drawing/2014/main" id="{26E32F95-E945-8525-C29F-CF9241F58CE5}"/>
                </a:ext>
              </a:extLst>
            </p:cNvPr>
            <p:cNvPicPr>
              <a:picLocks noChangeAspect="1"/>
            </p:cNvPicPr>
            <p:nvPr/>
          </p:nvPicPr>
          <p:blipFill>
            <a:blip r:embed="rId3"/>
            <a:stretch>
              <a:fillRect/>
            </a:stretch>
          </p:blipFill>
          <p:spPr>
            <a:xfrm>
              <a:off x="535022" y="1766774"/>
              <a:ext cx="7926925" cy="4717473"/>
            </a:xfrm>
            <a:prstGeom prst="rect">
              <a:avLst/>
            </a:prstGeom>
          </p:spPr>
        </p:pic>
        <p:sp>
          <p:nvSpPr>
            <p:cNvPr id="4" name="椭圆 3">
              <a:extLst>
                <a:ext uri="{FF2B5EF4-FFF2-40B4-BE49-F238E27FC236}">
                  <a16:creationId xmlns:a16="http://schemas.microsoft.com/office/drawing/2014/main" id="{5EA02872-3EE4-53D7-6E37-48E9E9C41A57}"/>
                </a:ext>
              </a:extLst>
            </p:cNvPr>
            <p:cNvSpPr/>
            <p:nvPr/>
          </p:nvSpPr>
          <p:spPr>
            <a:xfrm>
              <a:off x="157397" y="5793698"/>
              <a:ext cx="1371600" cy="948086"/>
            </a:xfrm>
            <a:prstGeom prst="ellipse">
              <a:avLst/>
            </a:prstGeom>
            <a:noFill/>
            <a:ln>
              <a:solidFill>
                <a:schemeClr val="accent3"/>
              </a:solidFill>
            </a:ln>
          </p:spPr>
          <p:style>
            <a:lnRef idx="2">
              <a:schemeClr val="accent2"/>
            </a:lnRef>
            <a:fillRef idx="1">
              <a:schemeClr val="lt1"/>
            </a:fillRef>
            <a:effectRef idx="0">
              <a:schemeClr val="accent2"/>
            </a:effectRef>
            <a:fontRef idx="minor">
              <a:schemeClr val="dk1"/>
            </a:fontRef>
          </p:style>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椭圆 6">
              <a:extLst>
                <a:ext uri="{FF2B5EF4-FFF2-40B4-BE49-F238E27FC236}">
                  <a16:creationId xmlns:a16="http://schemas.microsoft.com/office/drawing/2014/main" id="{76C093F4-F00A-2662-96D3-670D2E8993CE}"/>
                </a:ext>
              </a:extLst>
            </p:cNvPr>
            <p:cNvSpPr/>
            <p:nvPr/>
          </p:nvSpPr>
          <p:spPr>
            <a:xfrm>
              <a:off x="152773" y="2890606"/>
              <a:ext cx="814653" cy="662489"/>
            </a:xfrm>
            <a:prstGeom prst="ellipse">
              <a:avLst/>
            </a:prstGeom>
            <a:noFill/>
            <a:ln>
              <a:solidFill>
                <a:schemeClr val="accent3"/>
              </a:solidFill>
            </a:ln>
          </p:spPr>
          <p:style>
            <a:lnRef idx="2">
              <a:schemeClr val="accent2"/>
            </a:lnRef>
            <a:fillRef idx="1">
              <a:schemeClr val="lt1"/>
            </a:fillRef>
            <a:effectRef idx="0">
              <a:schemeClr val="accent2"/>
            </a:effectRef>
            <a:fontRef idx="minor">
              <a:schemeClr val="dk1"/>
            </a:fontRef>
          </p:style>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8" name="椭圆 7">
              <a:extLst>
                <a:ext uri="{FF2B5EF4-FFF2-40B4-BE49-F238E27FC236}">
                  <a16:creationId xmlns:a16="http://schemas.microsoft.com/office/drawing/2014/main" id="{9AEC337B-D504-DF6E-65FD-6FE5EF689343}"/>
                </a:ext>
              </a:extLst>
            </p:cNvPr>
            <p:cNvSpPr/>
            <p:nvPr/>
          </p:nvSpPr>
          <p:spPr>
            <a:xfrm>
              <a:off x="5626682" y="5102744"/>
              <a:ext cx="3105684" cy="1639040"/>
            </a:xfrm>
            <a:prstGeom prst="ellipse">
              <a:avLst/>
            </a:prstGeom>
            <a:noFill/>
            <a:ln>
              <a:solidFill>
                <a:schemeClr val="accent3"/>
              </a:solidFill>
            </a:ln>
          </p:spPr>
          <p:style>
            <a:lnRef idx="2">
              <a:schemeClr val="accent2"/>
            </a:lnRef>
            <a:fillRef idx="1">
              <a:schemeClr val="lt1"/>
            </a:fillRef>
            <a:effectRef idx="0">
              <a:schemeClr val="accent2"/>
            </a:effectRef>
            <a:fontRef idx="minor">
              <a:schemeClr val="dk1"/>
            </a:fontRef>
          </p:style>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9" name="文本框 8">
              <a:extLst>
                <a:ext uri="{FF2B5EF4-FFF2-40B4-BE49-F238E27FC236}">
                  <a16:creationId xmlns:a16="http://schemas.microsoft.com/office/drawing/2014/main" id="{BCAC1974-26C1-2D3D-B1F3-AA392E4B1DEF}"/>
                </a:ext>
              </a:extLst>
            </p:cNvPr>
            <p:cNvSpPr txBox="1"/>
            <p:nvPr/>
          </p:nvSpPr>
          <p:spPr>
            <a:xfrm>
              <a:off x="317665" y="2428941"/>
              <a:ext cx="1531376" cy="461665"/>
            </a:xfrm>
            <a:prstGeom prst="rect">
              <a:avLst/>
            </a:prstGeom>
            <a:noFill/>
          </p:spPr>
          <p:txBody>
            <a:bodyPr wrap="square" rtlCol="0">
              <a:spAutoFit/>
            </a:bodyPr>
            <a:lstStyle/>
            <a:p>
              <a:r>
                <a:rPr lang="zh-CN" altLang="en-US">
                  <a:solidFill>
                    <a:schemeClr val="accent4"/>
                  </a:solidFill>
                </a:rPr>
                <a:t>插件库</a:t>
              </a:r>
            </a:p>
          </p:txBody>
        </p:sp>
        <p:sp>
          <p:nvSpPr>
            <p:cNvPr id="11" name="文本框 10">
              <a:extLst>
                <a:ext uri="{FF2B5EF4-FFF2-40B4-BE49-F238E27FC236}">
                  <a16:creationId xmlns:a16="http://schemas.microsoft.com/office/drawing/2014/main" id="{EBFBE8FA-DED0-4554-83A4-8D9870D5BDE0}"/>
                </a:ext>
              </a:extLst>
            </p:cNvPr>
            <p:cNvSpPr txBox="1"/>
            <p:nvPr/>
          </p:nvSpPr>
          <p:spPr>
            <a:xfrm>
              <a:off x="657097" y="5643013"/>
              <a:ext cx="2333441" cy="461665"/>
            </a:xfrm>
            <a:prstGeom prst="rect">
              <a:avLst/>
            </a:prstGeom>
            <a:noFill/>
          </p:spPr>
          <p:txBody>
            <a:bodyPr wrap="square" rtlCol="0">
              <a:spAutoFit/>
            </a:bodyPr>
            <a:lstStyle/>
            <a:p>
              <a:r>
                <a:rPr lang="zh-CN" altLang="en-US">
                  <a:solidFill>
                    <a:schemeClr val="accent4"/>
                  </a:solidFill>
                </a:rPr>
                <a:t>软件更新提醒</a:t>
              </a:r>
            </a:p>
          </p:txBody>
        </p:sp>
        <p:sp>
          <p:nvSpPr>
            <p:cNvPr id="12" name="文本框 11">
              <a:extLst>
                <a:ext uri="{FF2B5EF4-FFF2-40B4-BE49-F238E27FC236}">
                  <a16:creationId xmlns:a16="http://schemas.microsoft.com/office/drawing/2014/main" id="{CC287021-0311-7FFE-C3F4-E9364D39DAFF}"/>
                </a:ext>
              </a:extLst>
            </p:cNvPr>
            <p:cNvSpPr txBox="1"/>
            <p:nvPr/>
          </p:nvSpPr>
          <p:spPr>
            <a:xfrm>
              <a:off x="5403982" y="4677239"/>
              <a:ext cx="2333441" cy="461665"/>
            </a:xfrm>
            <a:prstGeom prst="rect">
              <a:avLst/>
            </a:prstGeom>
            <a:noFill/>
          </p:spPr>
          <p:txBody>
            <a:bodyPr wrap="square" rtlCol="0">
              <a:spAutoFit/>
            </a:bodyPr>
            <a:lstStyle/>
            <a:p>
              <a:r>
                <a:rPr lang="zh-CN" altLang="en-US">
                  <a:solidFill>
                    <a:schemeClr val="accent4"/>
                  </a:solidFill>
                </a:rPr>
                <a:t>插件报错提醒</a:t>
              </a:r>
            </a:p>
          </p:txBody>
        </p:sp>
      </p:grpSp>
    </p:spTree>
    <p:extLst>
      <p:ext uri="{BB962C8B-B14F-4D97-AF65-F5344CB8AC3E}">
        <p14:creationId xmlns:p14="http://schemas.microsoft.com/office/powerpoint/2010/main" val="39777964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r>
              <a:rPr lang="zh-CN" altLang="en-US" dirty="0">
                <a:latin typeface="微软雅黑" pitchFamily="34" charset="-122"/>
                <a:ea typeface="微软雅黑" pitchFamily="34" charset="-122"/>
              </a:rPr>
              <a:t>二、</a:t>
            </a:r>
            <a:r>
              <a:rPr lang="zh-CN" altLang="en-CN" dirty="0">
                <a:latin typeface="微软雅黑" pitchFamily="34" charset="-122"/>
                <a:ea typeface="微软雅黑" pitchFamily="34" charset="-122"/>
              </a:rPr>
              <a:t>开源</a:t>
            </a:r>
            <a:r>
              <a:rPr lang="zh-CN" altLang="en-US" dirty="0">
                <a:latin typeface="微软雅黑" pitchFamily="34" charset="-122"/>
                <a:ea typeface="微软雅黑" pitchFamily="34" charset="-122"/>
              </a:rPr>
              <a:t>软件开发工具</a:t>
            </a:r>
          </a:p>
        </p:txBody>
      </p:sp>
      <p:sp>
        <p:nvSpPr>
          <p:cNvPr id="2" name="TextBox 1">
            <a:extLst>
              <a:ext uri="{FF2B5EF4-FFF2-40B4-BE49-F238E27FC236}">
                <a16:creationId xmlns:a16="http://schemas.microsoft.com/office/drawing/2014/main" id="{631AADB6-C88A-D817-4683-FC087E4E240F}"/>
              </a:ext>
            </a:extLst>
          </p:cNvPr>
          <p:cNvSpPr txBox="1"/>
          <p:nvPr/>
        </p:nvSpPr>
        <p:spPr>
          <a:xfrm>
            <a:off x="342122" y="846751"/>
            <a:ext cx="10008213" cy="743986"/>
          </a:xfrm>
          <a:prstGeom prst="rect">
            <a:avLst/>
          </a:prstGeom>
          <a:noFill/>
        </p:spPr>
        <p:txBody>
          <a:bodyPr wrap="square" rtlCol="0">
            <a:spAutoFit/>
          </a:bodyPr>
          <a:lstStyle/>
          <a:p>
            <a:pPr algn="just">
              <a:lnSpc>
                <a:spcPct val="150000"/>
              </a:lnSpc>
            </a:pPr>
            <a:r>
              <a:rPr lang="en-US" altLang="zh-CN" sz="3200" b="1" dirty="0">
                <a:solidFill>
                  <a:srgbClr val="333333"/>
                </a:solidFill>
                <a:latin typeface="+mn-ea"/>
                <a:ea typeface="+mn-ea"/>
              </a:rPr>
              <a:t>1</a:t>
            </a:r>
            <a:r>
              <a:rPr lang="zh-CN" altLang="en-US" sz="3200" b="1" dirty="0">
                <a:solidFill>
                  <a:srgbClr val="333333"/>
                </a:solidFill>
                <a:latin typeface="+mn-ea"/>
                <a:ea typeface="+mn-ea"/>
              </a:rPr>
              <a:t>、代码编辑器</a:t>
            </a:r>
            <a:r>
              <a:rPr lang="en-US" altLang="zh-CN" sz="3200" b="1" dirty="0" err="1">
                <a:solidFill>
                  <a:srgbClr val="333333"/>
                </a:solidFill>
                <a:latin typeface="+mn-ea"/>
                <a:ea typeface="+mn-ea"/>
              </a:rPr>
              <a:t>VSCode</a:t>
            </a:r>
            <a:r>
              <a:rPr lang="zh-CN" altLang="en-US" sz="3200" b="1" dirty="0">
                <a:solidFill>
                  <a:srgbClr val="333333"/>
                </a:solidFill>
                <a:latin typeface="+mn-ea"/>
                <a:ea typeface="+mn-ea"/>
              </a:rPr>
              <a:t>。</a:t>
            </a:r>
            <a:endParaRPr lang="en-US" altLang="zh-CN" sz="3200" b="1" dirty="0">
              <a:solidFill>
                <a:srgbClr val="333333"/>
              </a:solidFill>
              <a:latin typeface="+mn-ea"/>
              <a:ea typeface="+mn-ea"/>
            </a:endParaRPr>
          </a:p>
        </p:txBody>
      </p:sp>
      <p:pic>
        <p:nvPicPr>
          <p:cNvPr id="5" name="图片 4">
            <a:extLst>
              <a:ext uri="{FF2B5EF4-FFF2-40B4-BE49-F238E27FC236}">
                <a16:creationId xmlns:a16="http://schemas.microsoft.com/office/drawing/2014/main" id="{30ACA987-C55F-4E7C-C463-10487301E91E}"/>
              </a:ext>
            </a:extLst>
          </p:cNvPr>
          <p:cNvPicPr>
            <a:picLocks noChangeAspect="1"/>
          </p:cNvPicPr>
          <p:nvPr/>
        </p:nvPicPr>
        <p:blipFill rotWithShape="1">
          <a:blip r:embed="rId3"/>
          <a:srcRect l="-54" t="1853" r="14880" b="1264"/>
          <a:stretch/>
        </p:blipFill>
        <p:spPr>
          <a:xfrm>
            <a:off x="1479439" y="2293182"/>
            <a:ext cx="4570888" cy="3295401"/>
          </a:xfrm>
          <a:prstGeom prst="rect">
            <a:avLst/>
          </a:prstGeom>
        </p:spPr>
      </p:pic>
      <p:pic>
        <p:nvPicPr>
          <p:cNvPr id="8" name="图片 7">
            <a:extLst>
              <a:ext uri="{FF2B5EF4-FFF2-40B4-BE49-F238E27FC236}">
                <a16:creationId xmlns:a16="http://schemas.microsoft.com/office/drawing/2014/main" id="{13D5D434-AD5A-CA57-768A-9A87201CBB31}"/>
              </a:ext>
            </a:extLst>
          </p:cNvPr>
          <p:cNvPicPr>
            <a:picLocks noChangeAspect="1"/>
          </p:cNvPicPr>
          <p:nvPr/>
        </p:nvPicPr>
        <p:blipFill rotWithShape="1">
          <a:blip r:embed="rId4"/>
          <a:srcRect r="16340"/>
          <a:stretch/>
        </p:blipFill>
        <p:spPr>
          <a:xfrm>
            <a:off x="6196227" y="2293182"/>
            <a:ext cx="4208405" cy="3295401"/>
          </a:xfrm>
          <a:prstGeom prst="rect">
            <a:avLst/>
          </a:prstGeom>
        </p:spPr>
      </p:pic>
      <p:sp>
        <p:nvSpPr>
          <p:cNvPr id="9" name="文本框 8">
            <a:extLst>
              <a:ext uri="{FF2B5EF4-FFF2-40B4-BE49-F238E27FC236}">
                <a16:creationId xmlns:a16="http://schemas.microsoft.com/office/drawing/2014/main" id="{690CD386-7151-4EED-ED26-1360190C3920}"/>
              </a:ext>
            </a:extLst>
          </p:cNvPr>
          <p:cNvSpPr txBox="1"/>
          <p:nvPr/>
        </p:nvSpPr>
        <p:spPr>
          <a:xfrm>
            <a:off x="1581132" y="1691413"/>
            <a:ext cx="1415772" cy="461665"/>
          </a:xfrm>
          <a:prstGeom prst="rect">
            <a:avLst/>
          </a:prstGeom>
          <a:noFill/>
        </p:spPr>
        <p:txBody>
          <a:bodyPr wrap="none" rtlCol="0">
            <a:spAutoFit/>
          </a:bodyPr>
          <a:lstStyle/>
          <a:p>
            <a:r>
              <a:rPr lang="zh-CN" altLang="en-US" b="1" dirty="0">
                <a:solidFill>
                  <a:schemeClr val="bg2"/>
                </a:solidFill>
                <a:latin typeface="+mj-ea"/>
                <a:ea typeface="+mj-ea"/>
              </a:rPr>
              <a:t>代码字号</a:t>
            </a:r>
          </a:p>
        </p:txBody>
      </p:sp>
      <p:sp>
        <p:nvSpPr>
          <p:cNvPr id="10" name="文本框 9">
            <a:extLst>
              <a:ext uri="{FF2B5EF4-FFF2-40B4-BE49-F238E27FC236}">
                <a16:creationId xmlns:a16="http://schemas.microsoft.com/office/drawing/2014/main" id="{FC4B2C50-09F2-3E65-27E5-F3F492E04176}"/>
              </a:ext>
            </a:extLst>
          </p:cNvPr>
          <p:cNvSpPr txBox="1"/>
          <p:nvPr/>
        </p:nvSpPr>
        <p:spPr>
          <a:xfrm>
            <a:off x="6258170" y="1711127"/>
            <a:ext cx="2042260" cy="461665"/>
          </a:xfrm>
          <a:prstGeom prst="rect">
            <a:avLst/>
          </a:prstGeom>
          <a:noFill/>
        </p:spPr>
        <p:txBody>
          <a:bodyPr wrap="square" rtlCol="0">
            <a:spAutoFit/>
          </a:bodyPr>
          <a:lstStyle/>
          <a:p>
            <a:pPr algn="l"/>
            <a:r>
              <a:rPr lang="zh-CN" altLang="en-US" b="1" dirty="0">
                <a:solidFill>
                  <a:schemeClr val="bg2"/>
                </a:solidFill>
                <a:latin typeface="+mj-ea"/>
                <a:ea typeface="+mj-ea"/>
              </a:rPr>
              <a:t>编辑器颜色</a:t>
            </a:r>
          </a:p>
        </p:txBody>
      </p:sp>
      <p:sp>
        <p:nvSpPr>
          <p:cNvPr id="11" name="文本框 10">
            <a:extLst>
              <a:ext uri="{FF2B5EF4-FFF2-40B4-BE49-F238E27FC236}">
                <a16:creationId xmlns:a16="http://schemas.microsoft.com/office/drawing/2014/main" id="{A0890958-6CF4-E298-5189-D9A6055B9FED}"/>
              </a:ext>
            </a:extLst>
          </p:cNvPr>
          <p:cNvSpPr txBox="1"/>
          <p:nvPr/>
        </p:nvSpPr>
        <p:spPr>
          <a:xfrm>
            <a:off x="1660849" y="5668728"/>
            <a:ext cx="8689486" cy="938719"/>
          </a:xfrm>
          <a:prstGeom prst="rect">
            <a:avLst/>
          </a:prstGeom>
          <a:noFill/>
        </p:spPr>
        <p:txBody>
          <a:bodyPr wrap="square" rtlCol="0">
            <a:spAutoFit/>
          </a:bodyPr>
          <a:lstStyle/>
          <a:p>
            <a:pPr algn="l"/>
            <a:r>
              <a:rPr lang="zh-CN" altLang="en-US" sz="2200" dirty="0">
                <a:solidFill>
                  <a:schemeClr val="bg2"/>
                </a:solidFill>
              </a:rPr>
              <a:t>修改</a:t>
            </a:r>
            <a:r>
              <a:rPr lang="en-US" altLang="zh-CN" sz="2200" dirty="0">
                <a:solidFill>
                  <a:schemeClr val="bg2"/>
                </a:solidFill>
              </a:rPr>
              <a:t>notebook</a:t>
            </a:r>
            <a:r>
              <a:rPr lang="zh-CN" altLang="en-US" sz="2200" dirty="0">
                <a:solidFill>
                  <a:schemeClr val="bg2"/>
                </a:solidFill>
              </a:rPr>
              <a:t>文件根目录</a:t>
            </a:r>
            <a:r>
              <a:rPr lang="en-US" altLang="zh-CN" sz="2200" dirty="0">
                <a:solidFill>
                  <a:schemeClr val="bg2"/>
                </a:solidFill>
              </a:rPr>
              <a:t>: User/Extensions/</a:t>
            </a:r>
            <a:r>
              <a:rPr lang="en-US" altLang="zh-CN" sz="2200" dirty="0" err="1">
                <a:solidFill>
                  <a:schemeClr val="bg2"/>
                </a:solidFill>
              </a:rPr>
              <a:t>Jupyter</a:t>
            </a:r>
            <a:r>
              <a:rPr lang="en-US" altLang="zh-CN" sz="2200" dirty="0">
                <a:solidFill>
                  <a:schemeClr val="bg2"/>
                </a:solidFill>
              </a:rPr>
              <a:t>/Notebook File Root.</a:t>
            </a:r>
          </a:p>
          <a:p>
            <a:pPr algn="l"/>
            <a:r>
              <a:rPr lang="en-US" altLang="zh-CN" sz="2200" dirty="0">
                <a:solidFill>
                  <a:schemeClr val="bg2"/>
                </a:solidFill>
              </a:rPr>
              <a:t>${</a:t>
            </a:r>
            <a:r>
              <a:rPr lang="en-US" altLang="zh-CN" sz="2200" dirty="0" err="1">
                <a:solidFill>
                  <a:schemeClr val="bg2"/>
                </a:solidFill>
              </a:rPr>
              <a:t>fileDirname</a:t>
            </a:r>
            <a:r>
              <a:rPr lang="en-US" altLang="zh-CN" sz="2200" dirty="0">
                <a:solidFill>
                  <a:schemeClr val="bg2"/>
                </a:solidFill>
              </a:rPr>
              <a:t>} -&gt; ${</a:t>
            </a:r>
            <a:r>
              <a:rPr lang="en-US" altLang="zh-CN" sz="2200" dirty="0" err="1">
                <a:solidFill>
                  <a:schemeClr val="bg2"/>
                </a:solidFill>
              </a:rPr>
              <a:t>workspaceFolder</a:t>
            </a:r>
            <a:r>
              <a:rPr lang="en-US" altLang="zh-CN" sz="2200" dirty="0">
                <a:solidFill>
                  <a:schemeClr val="bg2"/>
                </a:solidFill>
              </a:rPr>
              <a:t>}</a:t>
            </a:r>
            <a:endParaRPr lang="zh-CN" altLang="en-US" sz="2200" dirty="0">
              <a:solidFill>
                <a:schemeClr val="bg2"/>
              </a:solidFill>
            </a:endParaRPr>
          </a:p>
        </p:txBody>
      </p:sp>
    </p:spTree>
    <p:extLst>
      <p:ext uri="{BB962C8B-B14F-4D97-AF65-F5344CB8AC3E}">
        <p14:creationId xmlns:p14="http://schemas.microsoft.com/office/powerpoint/2010/main" val="237183629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2" name="TextBox 1">
            <a:extLst>
              <a:ext uri="{FF2B5EF4-FFF2-40B4-BE49-F238E27FC236}">
                <a16:creationId xmlns:a16="http://schemas.microsoft.com/office/drawing/2014/main" id="{631AADB6-C88A-D817-4683-FC087E4E240F}"/>
              </a:ext>
            </a:extLst>
          </p:cNvPr>
          <p:cNvSpPr txBox="1"/>
          <p:nvPr/>
        </p:nvSpPr>
        <p:spPr>
          <a:xfrm>
            <a:off x="497633" y="968099"/>
            <a:ext cx="734404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a:t>
            </a:r>
            <a:r>
              <a:rPr lang="en-US" altLang="zh-CN" sz="2800" b="1" dirty="0">
                <a:solidFill>
                  <a:srgbClr val="333333"/>
                </a:solidFill>
                <a:latin typeface="+mn-ea"/>
                <a:ea typeface="+mn-ea"/>
              </a:rPr>
              <a:t>Python</a:t>
            </a:r>
            <a:r>
              <a:rPr lang="zh-CN" altLang="en-US" sz="2800" b="1" dirty="0">
                <a:solidFill>
                  <a:srgbClr val="333333"/>
                </a:solidFill>
                <a:latin typeface="+mn-ea"/>
                <a:ea typeface="+mn-ea"/>
              </a:rPr>
              <a:t>第三方软件包安装</a:t>
            </a:r>
            <a:endParaRPr lang="en-US" altLang="zh-CN" sz="2800" b="1" dirty="0">
              <a:solidFill>
                <a:srgbClr val="333333"/>
              </a:solidFill>
              <a:latin typeface="+mn-ea"/>
              <a:ea typeface="+mn-ea"/>
            </a:endParaRPr>
          </a:p>
        </p:txBody>
      </p:sp>
      <p:sp>
        <p:nvSpPr>
          <p:cNvPr id="17" name="TextBox 16">
            <a:extLst>
              <a:ext uri="{FF2B5EF4-FFF2-40B4-BE49-F238E27FC236}">
                <a16:creationId xmlns:a16="http://schemas.microsoft.com/office/drawing/2014/main" id="{9E05FFCA-3371-AF5C-381D-71D984055F5A}"/>
              </a:ext>
            </a:extLst>
          </p:cNvPr>
          <p:cNvSpPr txBox="1"/>
          <p:nvPr/>
        </p:nvSpPr>
        <p:spPr>
          <a:xfrm>
            <a:off x="497633" y="1699889"/>
            <a:ext cx="11117064" cy="4832092"/>
          </a:xfrm>
          <a:prstGeom prst="rect">
            <a:avLst/>
          </a:prstGeom>
          <a:noFill/>
        </p:spPr>
        <p:txBody>
          <a:bodyPr wrap="square">
            <a:spAutoFit/>
          </a:bodyPr>
          <a:lstStyle/>
          <a:p>
            <a:pPr algn="just">
              <a:lnSpc>
                <a:spcPct val="150000"/>
              </a:lnSpc>
            </a:pPr>
            <a:r>
              <a:rPr lang="en-US" sz="2800" b="1" dirty="0" err="1">
                <a:solidFill>
                  <a:srgbClr val="333333"/>
                </a:solidFill>
                <a:latin typeface="Microsoft YaHei" panose="020B0503020204020204" pitchFamily="34" charset="-122"/>
                <a:ea typeface="Microsoft YaHei" panose="020B0503020204020204" pitchFamily="34" charset="-122"/>
              </a:rPr>
              <a:t>Anaconda简介</a:t>
            </a:r>
            <a:r>
              <a:rPr lang="zh-CN" altLang="en-US" sz="2800" b="1" dirty="0">
                <a:solidFill>
                  <a:srgbClr val="333333"/>
                </a:solidFill>
                <a:latin typeface="Microsoft YaHei" panose="020B0503020204020204" pitchFamily="34" charset="-122"/>
                <a:ea typeface="Microsoft YaHei" panose="020B0503020204020204" pitchFamily="34" charset="-122"/>
              </a:rPr>
              <a:t>：</a:t>
            </a:r>
            <a:r>
              <a:rPr lang="zh-CN" altLang="en-US" sz="2800" dirty="0">
                <a:solidFill>
                  <a:srgbClr val="333333"/>
                </a:solidFill>
                <a:latin typeface="Microsoft YaHei" panose="020B0503020204020204" pitchFamily="34" charset="-122"/>
                <a:ea typeface="Microsoft YaHei" panose="020B0503020204020204" pitchFamily="34" charset="-122"/>
              </a:rPr>
              <a:t>是一个广泛应用于计算科学（数据科学、机器学习、大数据处理和预测分析）的开源</a:t>
            </a:r>
            <a:r>
              <a:rPr lang="en-US" altLang="zh-CN" sz="2800" dirty="0">
                <a:solidFill>
                  <a:srgbClr val="333333"/>
                </a:solidFill>
                <a:latin typeface="Microsoft YaHei" panose="020B0503020204020204" pitchFamily="34" charset="-122"/>
                <a:ea typeface="Microsoft YaHei" panose="020B0503020204020204" pitchFamily="34" charset="-122"/>
              </a:rPr>
              <a:t>Python</a:t>
            </a:r>
            <a:r>
              <a:rPr lang="zh-CN" altLang="en-US" sz="2800" dirty="0">
                <a:solidFill>
                  <a:srgbClr val="333333"/>
                </a:solidFill>
                <a:latin typeface="Microsoft YaHei" panose="020B0503020204020204" pitchFamily="34" charset="-122"/>
                <a:ea typeface="Microsoft YaHei" panose="020B0503020204020204" pitchFamily="34" charset="-122"/>
              </a:rPr>
              <a:t>发行版本。</a:t>
            </a:r>
            <a:r>
              <a:rPr lang="en-US" sz="2800" dirty="0">
                <a:solidFill>
                  <a:srgbClr val="333333"/>
                </a:solidFill>
                <a:latin typeface="Microsoft YaHei" panose="020B0503020204020204" pitchFamily="34" charset="-122"/>
                <a:ea typeface="Microsoft YaHei" panose="020B0503020204020204" pitchFamily="34" charset="-122"/>
              </a:rPr>
              <a:t>Anaconda</a:t>
            </a:r>
            <a:r>
              <a:rPr lang="zh-CN" altLang="en-US" sz="2800" dirty="0">
                <a:solidFill>
                  <a:srgbClr val="333333"/>
                </a:solidFill>
                <a:latin typeface="Microsoft YaHei" panose="020B0503020204020204" pitchFamily="34" charset="-122"/>
                <a:ea typeface="Microsoft YaHei" panose="020B0503020204020204" pitchFamily="34" charset="-122"/>
              </a:rPr>
              <a:t>致力于简化软件包管理系统和部署。</a:t>
            </a:r>
            <a:endParaRPr lang="en-US" altLang="zh-CN" sz="2800" dirty="0">
              <a:solidFill>
                <a:srgbClr val="333333"/>
              </a:solidFill>
              <a:latin typeface="Microsoft YaHei" panose="020B0503020204020204" pitchFamily="34" charset="-122"/>
              <a:ea typeface="Microsoft YaHei" panose="020B0503020204020204" pitchFamily="34" charset="-122"/>
            </a:endParaRPr>
          </a:p>
          <a:p>
            <a:pPr algn="just">
              <a:lnSpc>
                <a:spcPct val="150000"/>
              </a:lnSpc>
            </a:pPr>
            <a:r>
              <a:rPr lang="en-US" altLang="zh-CN" sz="2800" b="1" dirty="0">
                <a:solidFill>
                  <a:srgbClr val="333333"/>
                </a:solidFill>
                <a:latin typeface="Microsoft YaHei" panose="020B0503020204020204" pitchFamily="34" charset="-122"/>
                <a:ea typeface="Microsoft YaHei" panose="020B0503020204020204" pitchFamily="34" charset="-122"/>
              </a:rPr>
              <a:t>Anaconda</a:t>
            </a:r>
            <a:r>
              <a:rPr lang="zh-CN" altLang="en-US" sz="2800" b="1" dirty="0">
                <a:solidFill>
                  <a:srgbClr val="333333"/>
                </a:solidFill>
                <a:latin typeface="Microsoft YaHei" panose="020B0503020204020204" pitchFamily="34" charset="-122"/>
                <a:ea typeface="Microsoft YaHei" panose="020B0503020204020204" pitchFamily="34" charset="-122"/>
              </a:rPr>
              <a:t>特点：</a:t>
            </a:r>
            <a:endParaRPr lang="en-US" altLang="zh-CN" sz="2800" b="1" dirty="0">
              <a:solidFill>
                <a:srgbClr val="333333"/>
              </a:solidFill>
              <a:latin typeface="Microsoft YaHei" panose="020B0503020204020204" pitchFamily="34" charset="-122"/>
              <a:ea typeface="Microsoft YaHei" panose="020B0503020204020204" pitchFamily="34" charset="-122"/>
            </a:endParaRPr>
          </a:p>
          <a:p>
            <a:pPr algn="l">
              <a:buFont typeface="+mj-lt"/>
              <a:buAutoNum type="arabicPeriod"/>
            </a:pPr>
            <a:r>
              <a:rPr lang="en-US" altLang="zh-CN" sz="2800" dirty="0">
                <a:solidFill>
                  <a:srgbClr val="333333"/>
                </a:solidFill>
                <a:latin typeface="PingFang SC" panose="020B0400000000000000" pitchFamily="34" charset="-122"/>
                <a:ea typeface="PingFang SC" panose="020B0400000000000000" pitchFamily="34" charset="-122"/>
              </a:rPr>
              <a:t> </a:t>
            </a:r>
            <a:r>
              <a:rPr lang="zh-CN" altLang="en-US" sz="2800" dirty="0">
                <a:solidFill>
                  <a:srgbClr val="333333"/>
                </a:solidFill>
                <a:latin typeface="PingFang SC" panose="020B0400000000000000" pitchFamily="34" charset="-122"/>
                <a:ea typeface="PingFang SC" panose="020B0400000000000000" pitchFamily="34" charset="-122"/>
              </a:rPr>
              <a:t>内置</a:t>
            </a:r>
            <a:r>
              <a:rPr lang="en-US" sz="2800" dirty="0">
                <a:solidFill>
                  <a:srgbClr val="333333"/>
                </a:solidFill>
                <a:latin typeface="PingFang SC" panose="020B0400000000000000" pitchFamily="34" charset="-122"/>
                <a:ea typeface="PingFang SC" panose="020B0400000000000000" pitchFamily="34" charset="-122"/>
              </a:rPr>
              <a:t>python，</a:t>
            </a:r>
            <a:r>
              <a:rPr lang="zh-CN" altLang="en-US" sz="2800" dirty="0">
                <a:solidFill>
                  <a:srgbClr val="333333"/>
                </a:solidFill>
                <a:latin typeface="PingFang SC" panose="020B0400000000000000" pitchFamily="34" charset="-122"/>
                <a:ea typeface="PingFang SC" panose="020B0400000000000000" pitchFamily="34" charset="-122"/>
              </a:rPr>
              <a:t>高度集成</a:t>
            </a:r>
            <a:r>
              <a:rPr lang="en-US" sz="2800" dirty="0">
                <a:solidFill>
                  <a:srgbClr val="333333"/>
                </a:solidFill>
                <a:latin typeface="PingFang SC" panose="020B0400000000000000" pitchFamily="34" charset="-122"/>
                <a:ea typeface="PingFang SC" panose="020B0400000000000000" pitchFamily="34" charset="-122"/>
              </a:rPr>
              <a:t>python</a:t>
            </a:r>
            <a:r>
              <a:rPr lang="zh-CN" altLang="en-US" sz="2800" dirty="0">
                <a:solidFill>
                  <a:srgbClr val="333333"/>
                </a:solidFill>
                <a:latin typeface="PingFang SC" panose="020B0400000000000000" pitchFamily="34" charset="-122"/>
                <a:ea typeface="PingFang SC" panose="020B0400000000000000" pitchFamily="34" charset="-122"/>
              </a:rPr>
              <a:t>数据科学生态；</a:t>
            </a:r>
          </a:p>
          <a:p>
            <a:pPr algn="l">
              <a:buFont typeface="+mj-lt"/>
              <a:buAutoNum type="arabicPeriod"/>
            </a:pPr>
            <a:r>
              <a:rPr lang="en-US" altLang="zh-CN" sz="2800" dirty="0">
                <a:solidFill>
                  <a:srgbClr val="333333"/>
                </a:solidFill>
                <a:latin typeface="PingFang SC" panose="020B0400000000000000" pitchFamily="34" charset="-122"/>
                <a:ea typeface="PingFang SC" panose="020B0400000000000000" pitchFamily="34" charset="-122"/>
              </a:rPr>
              <a:t> </a:t>
            </a:r>
            <a:r>
              <a:rPr lang="zh-CN" altLang="en-US" sz="2800" dirty="0">
                <a:solidFill>
                  <a:srgbClr val="333333"/>
                </a:solidFill>
                <a:latin typeface="PingFang SC" panose="020B0400000000000000" pitchFamily="34" charset="-122"/>
                <a:ea typeface="PingFang SC" panose="020B0400000000000000" pitchFamily="34" charset="-122"/>
              </a:rPr>
              <a:t>拥有强大的包管理工具</a:t>
            </a:r>
            <a:r>
              <a:rPr lang="en-US" altLang="zh-CN" sz="2800" dirty="0">
                <a:solidFill>
                  <a:srgbClr val="333333"/>
                </a:solidFill>
                <a:latin typeface="PingFang SC" panose="020B0400000000000000" pitchFamily="34" charset="-122"/>
                <a:ea typeface="PingFang SC" panose="020B0400000000000000" pitchFamily="34" charset="-122"/>
              </a:rPr>
              <a:t>C</a:t>
            </a:r>
            <a:r>
              <a:rPr lang="en-US" sz="2800" dirty="0">
                <a:solidFill>
                  <a:srgbClr val="333333"/>
                </a:solidFill>
                <a:latin typeface="PingFang SC" panose="020B0400000000000000" pitchFamily="34" charset="-122"/>
                <a:ea typeface="PingFang SC" panose="020B0400000000000000" pitchFamily="34" charset="-122"/>
              </a:rPr>
              <a:t>onda</a:t>
            </a:r>
            <a:r>
              <a:rPr lang="zh-CN" altLang="en-US" sz="2800" dirty="0">
                <a:solidFill>
                  <a:srgbClr val="333333"/>
                </a:solidFill>
                <a:latin typeface="PingFang SC" panose="020B0400000000000000" pitchFamily="34" charset="-122"/>
                <a:ea typeface="PingFang SC" panose="020B0400000000000000" pitchFamily="34" charset="-122"/>
              </a:rPr>
              <a:t>；</a:t>
            </a:r>
            <a:endParaRPr lang="en-US" sz="2800" dirty="0">
              <a:solidFill>
                <a:srgbClr val="333333"/>
              </a:solidFill>
              <a:latin typeface="PingFang SC" panose="020B0400000000000000" pitchFamily="34" charset="-122"/>
              <a:ea typeface="PingFang SC" panose="020B0400000000000000" pitchFamily="34" charset="-122"/>
            </a:endParaRPr>
          </a:p>
          <a:p>
            <a:pPr algn="l">
              <a:buFont typeface="+mj-lt"/>
              <a:buAutoNum type="arabicPeriod"/>
            </a:pPr>
            <a:r>
              <a:rPr lang="en-US" altLang="zh-CN" sz="2800" dirty="0">
                <a:solidFill>
                  <a:srgbClr val="333333"/>
                </a:solidFill>
                <a:latin typeface="PingFang SC" panose="020B0400000000000000" pitchFamily="34" charset="-122"/>
                <a:ea typeface="PingFang SC" panose="020B0400000000000000" pitchFamily="34" charset="-122"/>
              </a:rPr>
              <a:t> </a:t>
            </a:r>
            <a:r>
              <a:rPr lang="zh-CN" altLang="en-US" sz="2800" dirty="0">
                <a:solidFill>
                  <a:srgbClr val="333333"/>
                </a:solidFill>
                <a:latin typeface="PingFang SC" panose="020B0400000000000000" pitchFamily="34" charset="-122"/>
                <a:ea typeface="PingFang SC" panose="020B0400000000000000" pitchFamily="34" charset="-122"/>
              </a:rPr>
              <a:t>可用超过</a:t>
            </a:r>
            <a:r>
              <a:rPr lang="en-US" altLang="zh-CN" sz="2800" dirty="0">
                <a:solidFill>
                  <a:srgbClr val="333333"/>
                </a:solidFill>
                <a:latin typeface="PingFang SC" panose="020B0400000000000000" pitchFamily="34" charset="-122"/>
                <a:ea typeface="PingFang SC" panose="020B0400000000000000" pitchFamily="34" charset="-122"/>
              </a:rPr>
              <a:t>1400</a:t>
            </a:r>
            <a:r>
              <a:rPr lang="zh-CN" altLang="en-US" sz="2800" dirty="0">
                <a:solidFill>
                  <a:srgbClr val="333333"/>
                </a:solidFill>
                <a:latin typeface="PingFang SC" panose="020B0400000000000000" pitchFamily="34" charset="-122"/>
                <a:ea typeface="PingFang SC" panose="020B0400000000000000" pitchFamily="34" charset="-122"/>
              </a:rPr>
              <a:t>个</a:t>
            </a:r>
            <a:r>
              <a:rPr lang="en-US" sz="2800" dirty="0">
                <a:solidFill>
                  <a:srgbClr val="333333"/>
                </a:solidFill>
                <a:latin typeface="PingFang SC" panose="020B0400000000000000" pitchFamily="34" charset="-122"/>
                <a:ea typeface="PingFang SC" panose="020B0400000000000000" pitchFamily="34" charset="-122"/>
              </a:rPr>
              <a:t>python</a:t>
            </a:r>
            <a:r>
              <a:rPr lang="zh-CN" altLang="en-US" sz="2800" dirty="0">
                <a:solidFill>
                  <a:srgbClr val="333333"/>
                </a:solidFill>
                <a:latin typeface="PingFang SC" panose="020B0400000000000000" pitchFamily="34" charset="-122"/>
                <a:ea typeface="PingFang SC" panose="020B0400000000000000" pitchFamily="34" charset="-122"/>
              </a:rPr>
              <a:t>数据科学库</a:t>
            </a:r>
            <a:r>
              <a:rPr lang="en-US" altLang="zh-CN" sz="2800" dirty="0">
                <a:solidFill>
                  <a:srgbClr val="333333"/>
                </a:solidFill>
                <a:latin typeface="PingFang SC" panose="020B0400000000000000" pitchFamily="34" charset="-122"/>
                <a:ea typeface="PingFang SC" panose="020B0400000000000000" pitchFamily="34" charset="-122"/>
              </a:rPr>
              <a:t>.</a:t>
            </a:r>
            <a:endParaRPr lang="zh-CN" altLang="en-US" sz="2800" dirty="0">
              <a:solidFill>
                <a:srgbClr val="333333"/>
              </a:solidFill>
              <a:latin typeface="PingFang SC" panose="020B0400000000000000" pitchFamily="34" charset="-122"/>
              <a:ea typeface="PingFang SC" panose="020B0400000000000000" pitchFamily="34" charset="-122"/>
            </a:endParaRPr>
          </a:p>
        </p:txBody>
      </p:sp>
    </p:spTree>
    <p:extLst>
      <p:ext uri="{BB962C8B-B14F-4D97-AF65-F5344CB8AC3E}">
        <p14:creationId xmlns:p14="http://schemas.microsoft.com/office/powerpoint/2010/main" val="251035870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2" name="TextBox 1">
            <a:extLst>
              <a:ext uri="{FF2B5EF4-FFF2-40B4-BE49-F238E27FC236}">
                <a16:creationId xmlns:a16="http://schemas.microsoft.com/office/drawing/2014/main" id="{631AADB6-C88A-D817-4683-FC087E4E240F}"/>
              </a:ext>
            </a:extLst>
          </p:cNvPr>
          <p:cNvSpPr txBox="1"/>
          <p:nvPr/>
        </p:nvSpPr>
        <p:spPr>
          <a:xfrm>
            <a:off x="466406" y="902171"/>
            <a:ext cx="988393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a:t>
            </a:r>
            <a:r>
              <a:rPr lang="en-US" altLang="zh-CN" sz="2800" b="1" dirty="0">
                <a:solidFill>
                  <a:srgbClr val="333333"/>
                </a:solidFill>
                <a:latin typeface="+mn-ea"/>
                <a:ea typeface="+mn-ea"/>
              </a:rPr>
              <a:t>Python</a:t>
            </a:r>
            <a:r>
              <a:rPr lang="zh-CN" altLang="en-US" sz="2800" b="1" dirty="0">
                <a:solidFill>
                  <a:srgbClr val="333333"/>
                </a:solidFill>
                <a:latin typeface="+mn-ea"/>
                <a:ea typeface="+mn-ea"/>
              </a:rPr>
              <a:t>第三方软件包安装</a:t>
            </a:r>
            <a:endParaRPr lang="en-US" altLang="zh-CN" sz="2800" b="1" dirty="0">
              <a:solidFill>
                <a:srgbClr val="333333"/>
              </a:solidFill>
              <a:latin typeface="+mn-ea"/>
              <a:ea typeface="+mn-ea"/>
            </a:endParaRPr>
          </a:p>
        </p:txBody>
      </p:sp>
      <p:sp>
        <p:nvSpPr>
          <p:cNvPr id="17" name="TextBox 16">
            <a:extLst>
              <a:ext uri="{FF2B5EF4-FFF2-40B4-BE49-F238E27FC236}">
                <a16:creationId xmlns:a16="http://schemas.microsoft.com/office/drawing/2014/main" id="{9E05FFCA-3371-AF5C-381D-71D984055F5A}"/>
              </a:ext>
            </a:extLst>
          </p:cNvPr>
          <p:cNvSpPr txBox="1"/>
          <p:nvPr/>
        </p:nvSpPr>
        <p:spPr>
          <a:xfrm>
            <a:off x="599508" y="1552214"/>
            <a:ext cx="10734076" cy="4535985"/>
          </a:xfrm>
          <a:prstGeom prst="rect">
            <a:avLst/>
          </a:prstGeom>
          <a:noFill/>
        </p:spPr>
        <p:txBody>
          <a:bodyPr wrap="square">
            <a:spAutoFit/>
          </a:bodyPr>
          <a:lstStyle/>
          <a:p>
            <a:pPr algn="l">
              <a:lnSpc>
                <a:spcPct val="200000"/>
              </a:lnSpc>
            </a:pPr>
            <a:r>
              <a:rPr lang="en-US" altLang="zh-CN" sz="2800" dirty="0">
                <a:solidFill>
                  <a:srgbClr val="333333"/>
                </a:solidFill>
                <a:latin typeface="Microsoft YaHei" panose="020B0503020204020204" pitchFamily="34" charset="-122"/>
                <a:ea typeface="Microsoft YaHei" panose="020B0503020204020204" pitchFamily="34" charset="-122"/>
              </a:rPr>
              <a:t>mini</a:t>
            </a:r>
            <a:r>
              <a:rPr lang="en-CN" altLang="zh-CN" sz="2800" dirty="0">
                <a:solidFill>
                  <a:srgbClr val="333333"/>
                </a:solidFill>
                <a:latin typeface="Microsoft YaHei" panose="020B0503020204020204" pitchFamily="34" charset="-122"/>
                <a:ea typeface="Microsoft YaHei" panose="020B0503020204020204" pitchFamily="34" charset="-122"/>
              </a:rPr>
              <a:t>conda </a:t>
            </a:r>
            <a:r>
              <a:rPr lang="zh-CN" altLang="en-CN" sz="2800" dirty="0">
                <a:solidFill>
                  <a:srgbClr val="333333"/>
                </a:solidFill>
                <a:latin typeface="Microsoft YaHei" panose="020B0503020204020204" pitchFamily="34" charset="-122"/>
                <a:ea typeface="Microsoft YaHei" panose="020B0503020204020204" pitchFamily="34" charset="-122"/>
              </a:rPr>
              <a:t>安装</a:t>
            </a:r>
            <a:endParaRPr lang="en-US" altLang="zh-CN" sz="2800" dirty="0">
              <a:solidFill>
                <a:schemeClr val="bg2"/>
              </a:solidFill>
              <a:latin typeface="Microsoft YaHei" panose="020B0503020204020204" pitchFamily="34" charset="-122"/>
              <a:ea typeface="Microsoft YaHei" panose="020B0503020204020204" pitchFamily="34" charset="-122"/>
            </a:endParaRPr>
          </a:p>
          <a:p>
            <a:pPr algn="l">
              <a:lnSpc>
                <a:spcPct val="200000"/>
              </a:lnSpc>
            </a:pPr>
            <a:r>
              <a:rPr lang="zh-CN" altLang="en-US" dirty="0">
                <a:solidFill>
                  <a:schemeClr val="bg2"/>
                </a:solidFill>
                <a:latin typeface="+mn-ea"/>
                <a:ea typeface="+mn-ea"/>
              </a:rPr>
              <a:t>进入</a:t>
            </a:r>
            <a:r>
              <a:rPr lang="en-US" altLang="zh-CN" dirty="0" err="1">
                <a:solidFill>
                  <a:schemeClr val="bg2"/>
                </a:solidFill>
                <a:latin typeface="+mn-ea"/>
                <a:ea typeface="+mn-ea"/>
              </a:rPr>
              <a:t>miniconda</a:t>
            </a:r>
            <a:r>
              <a:rPr lang="zh-CN" altLang="en-US" dirty="0">
                <a:solidFill>
                  <a:schemeClr val="bg2"/>
                </a:solidFill>
                <a:latin typeface="+mn-ea"/>
                <a:ea typeface="+mn-ea"/>
              </a:rPr>
              <a:t>官网，找到对应系统的</a:t>
            </a:r>
            <a:r>
              <a:rPr lang="en-US" altLang="zh-CN" dirty="0" err="1">
                <a:solidFill>
                  <a:schemeClr val="bg2"/>
                </a:solidFill>
                <a:latin typeface="+mn-ea"/>
                <a:ea typeface="+mn-ea"/>
              </a:rPr>
              <a:t>miniconda</a:t>
            </a:r>
            <a:r>
              <a:rPr lang="zh-CN" altLang="en-US" dirty="0">
                <a:solidFill>
                  <a:schemeClr val="bg2"/>
                </a:solidFill>
                <a:latin typeface="+mn-ea"/>
                <a:ea typeface="+mn-ea"/>
              </a:rPr>
              <a:t>最新版本安装包。</a:t>
            </a:r>
            <a:endParaRPr lang="en-US" altLang="zh-CN" dirty="0">
              <a:solidFill>
                <a:schemeClr val="bg2"/>
              </a:solidFill>
              <a:latin typeface="+mn-ea"/>
              <a:ea typeface="+mn-ea"/>
            </a:endParaRPr>
          </a:p>
          <a:p>
            <a:pPr algn="l">
              <a:lnSpc>
                <a:spcPct val="200000"/>
              </a:lnSpc>
            </a:pPr>
            <a:r>
              <a:rPr lang="en-US" b="1" u="sng" dirty="0" err="1">
                <a:solidFill>
                  <a:schemeClr val="bg2"/>
                </a:solidFill>
                <a:latin typeface="+mn-ea"/>
                <a:ea typeface="+mn-ea"/>
              </a:rPr>
              <a:t>Windows系统安装</a:t>
            </a:r>
            <a:r>
              <a:rPr lang="zh-CN" altLang="en-US" dirty="0">
                <a:solidFill>
                  <a:schemeClr val="bg2"/>
                </a:solidFill>
                <a:latin typeface="+mn-ea"/>
                <a:ea typeface="+mn-ea"/>
              </a:rPr>
              <a:t>：鼠标左键双击安装包文件。</a:t>
            </a:r>
            <a:endParaRPr lang="en-US" dirty="0">
              <a:solidFill>
                <a:schemeClr val="bg2"/>
              </a:solidFill>
              <a:latin typeface="+mn-ea"/>
              <a:ea typeface="+mn-ea"/>
            </a:endParaRPr>
          </a:p>
          <a:p>
            <a:pPr algn="l">
              <a:lnSpc>
                <a:spcPct val="200000"/>
              </a:lnSpc>
            </a:pPr>
            <a:r>
              <a:rPr lang="en-US" b="1" dirty="0" err="1">
                <a:solidFill>
                  <a:schemeClr val="bg2"/>
                </a:solidFill>
                <a:latin typeface="+mn-ea"/>
                <a:ea typeface="+mn-ea"/>
              </a:rPr>
              <a:t>Mac系统安装</a:t>
            </a:r>
            <a:r>
              <a:rPr lang="zh-CN" altLang="en-US" dirty="0">
                <a:solidFill>
                  <a:schemeClr val="bg2"/>
                </a:solidFill>
                <a:latin typeface="+mn-ea"/>
                <a:ea typeface="+mn-ea"/>
              </a:rPr>
              <a:t>：</a:t>
            </a:r>
            <a:r>
              <a:rPr lang="en-US" dirty="0">
                <a:solidFill>
                  <a:schemeClr val="bg2"/>
                </a:solidFill>
                <a:latin typeface="+mn-ea"/>
                <a:ea typeface="+mn-ea"/>
              </a:rPr>
              <a:t>bash Miniconda3-latest-MacOSX-x86_64.sh</a:t>
            </a:r>
          </a:p>
          <a:p>
            <a:pPr algn="l">
              <a:lnSpc>
                <a:spcPct val="200000"/>
              </a:lnSpc>
            </a:pPr>
            <a:r>
              <a:rPr lang="en-US" b="1" dirty="0" err="1">
                <a:solidFill>
                  <a:schemeClr val="bg2"/>
                </a:solidFill>
                <a:latin typeface="+mn-ea"/>
                <a:ea typeface="+mn-ea"/>
              </a:rPr>
              <a:t>Linux系统安装</a:t>
            </a:r>
            <a:r>
              <a:rPr lang="zh-CN" altLang="en-US" dirty="0">
                <a:solidFill>
                  <a:schemeClr val="bg2"/>
                </a:solidFill>
                <a:latin typeface="+mn-ea"/>
                <a:ea typeface="+mn-ea"/>
              </a:rPr>
              <a:t>：</a:t>
            </a:r>
            <a:r>
              <a:rPr lang="en-US" dirty="0">
                <a:solidFill>
                  <a:schemeClr val="bg2"/>
                </a:solidFill>
                <a:latin typeface="+mn-ea"/>
                <a:ea typeface="+mn-ea"/>
              </a:rPr>
              <a:t>bash Miniconda3-latest-Linux-x86_64.sh</a:t>
            </a:r>
            <a:endParaRPr lang="en-US" altLang="zh-CN" dirty="0">
              <a:solidFill>
                <a:srgbClr val="333333"/>
              </a:solidFill>
              <a:latin typeface="+mn-ea"/>
              <a:ea typeface="+mn-ea"/>
            </a:endParaRPr>
          </a:p>
        </p:txBody>
      </p:sp>
    </p:spTree>
    <p:extLst>
      <p:ext uri="{BB962C8B-B14F-4D97-AF65-F5344CB8AC3E}">
        <p14:creationId xmlns:p14="http://schemas.microsoft.com/office/powerpoint/2010/main" val="374110320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17" name="TextBox 16">
            <a:extLst>
              <a:ext uri="{FF2B5EF4-FFF2-40B4-BE49-F238E27FC236}">
                <a16:creationId xmlns:a16="http://schemas.microsoft.com/office/drawing/2014/main" id="{9E05FFCA-3371-AF5C-381D-71D984055F5A}"/>
              </a:ext>
            </a:extLst>
          </p:cNvPr>
          <p:cNvSpPr txBox="1"/>
          <p:nvPr/>
        </p:nvSpPr>
        <p:spPr>
          <a:xfrm>
            <a:off x="572278" y="1607447"/>
            <a:ext cx="4484537" cy="662554"/>
          </a:xfrm>
          <a:prstGeom prst="rect">
            <a:avLst/>
          </a:prstGeom>
          <a:noFill/>
        </p:spPr>
        <p:txBody>
          <a:bodyPr wrap="square">
            <a:spAutoFit/>
          </a:bodyPr>
          <a:lstStyle/>
          <a:p>
            <a:pPr algn="l">
              <a:lnSpc>
                <a:spcPct val="150000"/>
              </a:lnSpc>
            </a:pPr>
            <a:r>
              <a:rPr lang="en-US" altLang="zh-CN" sz="2800" dirty="0">
                <a:solidFill>
                  <a:srgbClr val="333333"/>
                </a:solidFill>
                <a:latin typeface="Microsoft YaHei" panose="020B0503020204020204" pitchFamily="34" charset="-122"/>
                <a:ea typeface="Microsoft YaHei" panose="020B0503020204020204" pitchFamily="34" charset="-122"/>
              </a:rPr>
              <a:t>mini</a:t>
            </a:r>
            <a:r>
              <a:rPr lang="en-CN" altLang="zh-CN" sz="2800" dirty="0">
                <a:solidFill>
                  <a:srgbClr val="333333"/>
                </a:solidFill>
                <a:latin typeface="Microsoft YaHei" panose="020B0503020204020204" pitchFamily="34" charset="-122"/>
                <a:ea typeface="Microsoft YaHei" panose="020B0503020204020204" pitchFamily="34" charset="-122"/>
              </a:rPr>
              <a:t>conda </a:t>
            </a:r>
            <a:r>
              <a:rPr lang="zh-CN" altLang="en-CN" sz="2800" dirty="0">
                <a:solidFill>
                  <a:srgbClr val="333333"/>
                </a:solidFill>
                <a:latin typeface="Microsoft YaHei" panose="020B0503020204020204" pitchFamily="34" charset="-122"/>
                <a:ea typeface="Microsoft YaHei" panose="020B0503020204020204" pitchFamily="34" charset="-122"/>
              </a:rPr>
              <a:t>安装</a:t>
            </a:r>
            <a:endParaRPr lang="en-US" altLang="zh-CN" sz="2800" dirty="0">
              <a:solidFill>
                <a:schemeClr val="bg2"/>
              </a:solidFill>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83E1CA80-8A03-875B-2A22-4DE6D94E260D}"/>
              </a:ext>
            </a:extLst>
          </p:cNvPr>
          <p:cNvPicPr>
            <a:picLocks noChangeAspect="1"/>
          </p:cNvPicPr>
          <p:nvPr/>
        </p:nvPicPr>
        <p:blipFill>
          <a:blip r:embed="rId3"/>
          <a:srcRect l="848"/>
          <a:stretch>
            <a:fillRect/>
          </a:stretch>
        </p:blipFill>
        <p:spPr>
          <a:xfrm>
            <a:off x="5056815" y="1744552"/>
            <a:ext cx="6302608" cy="4824364"/>
          </a:xfrm>
          <a:prstGeom prst="rect">
            <a:avLst/>
          </a:prstGeom>
        </p:spPr>
      </p:pic>
      <p:sp>
        <p:nvSpPr>
          <p:cNvPr id="5" name="文本框 4">
            <a:extLst>
              <a:ext uri="{FF2B5EF4-FFF2-40B4-BE49-F238E27FC236}">
                <a16:creationId xmlns:a16="http://schemas.microsoft.com/office/drawing/2014/main" id="{636EC5F5-9562-0292-7C7F-C2C909E65E94}"/>
              </a:ext>
            </a:extLst>
          </p:cNvPr>
          <p:cNvSpPr txBox="1"/>
          <p:nvPr/>
        </p:nvSpPr>
        <p:spPr>
          <a:xfrm>
            <a:off x="620704" y="2612851"/>
            <a:ext cx="3915059" cy="2797048"/>
          </a:xfrm>
          <a:prstGeom prst="rect">
            <a:avLst/>
          </a:prstGeom>
          <a:noFill/>
        </p:spPr>
        <p:txBody>
          <a:bodyPr wrap="square">
            <a:spAutoFit/>
          </a:bodyPr>
          <a:lstStyle/>
          <a:p>
            <a:pPr algn="l">
              <a:lnSpc>
                <a:spcPct val="150000"/>
              </a:lnSpc>
            </a:pPr>
            <a:r>
              <a:rPr lang="zh-CN" altLang="en-US" b="1" dirty="0">
                <a:solidFill>
                  <a:srgbClr val="FF0000"/>
                </a:solidFill>
                <a:latin typeface="+mn-ea"/>
                <a:ea typeface="+mn-ea"/>
              </a:rPr>
              <a:t>查看</a:t>
            </a:r>
            <a:r>
              <a:rPr lang="en-US" altLang="zh-CN" b="1" dirty="0" err="1">
                <a:solidFill>
                  <a:srgbClr val="FF0000"/>
                </a:solidFill>
                <a:latin typeface="+mn-ea"/>
                <a:ea typeface="+mn-ea"/>
              </a:rPr>
              <a:t>conda</a:t>
            </a:r>
            <a:r>
              <a:rPr lang="zh-CN" altLang="en-US" b="1" dirty="0">
                <a:solidFill>
                  <a:srgbClr val="FF0000"/>
                </a:solidFill>
                <a:latin typeface="+mn-ea"/>
                <a:ea typeface="+mn-ea"/>
              </a:rPr>
              <a:t>版本命令</a:t>
            </a:r>
            <a:r>
              <a:rPr lang="zh-CN" altLang="en-US" dirty="0">
                <a:solidFill>
                  <a:srgbClr val="333333"/>
                </a:solidFill>
                <a:latin typeface="+mn-ea"/>
                <a:ea typeface="+mn-ea"/>
              </a:rPr>
              <a:t>：</a:t>
            </a:r>
            <a:endParaRPr lang="en-US" altLang="zh-CN" dirty="0">
              <a:solidFill>
                <a:srgbClr val="333333"/>
              </a:solidFill>
              <a:latin typeface="+mn-ea"/>
              <a:ea typeface="+mn-ea"/>
            </a:endParaRPr>
          </a:p>
          <a:p>
            <a:pPr algn="l">
              <a:lnSpc>
                <a:spcPct val="150000"/>
              </a:lnSpc>
            </a:pPr>
            <a:r>
              <a:rPr lang="en-US" altLang="zh-CN" dirty="0" err="1">
                <a:solidFill>
                  <a:srgbClr val="333333"/>
                </a:solidFill>
                <a:latin typeface="+mn-ea"/>
                <a:ea typeface="+mn-ea"/>
              </a:rPr>
              <a:t>conda</a:t>
            </a:r>
            <a:r>
              <a:rPr lang="en-US" altLang="zh-CN" dirty="0">
                <a:solidFill>
                  <a:srgbClr val="333333"/>
                </a:solidFill>
                <a:latin typeface="+mn-ea"/>
                <a:ea typeface="+mn-ea"/>
              </a:rPr>
              <a:t> –V</a:t>
            </a:r>
          </a:p>
          <a:p>
            <a:pPr algn="l">
              <a:lnSpc>
                <a:spcPct val="150000"/>
              </a:lnSpc>
            </a:pPr>
            <a:r>
              <a:rPr lang="zh-CN" altLang="en-US" b="1" dirty="0">
                <a:solidFill>
                  <a:srgbClr val="FF0000"/>
                </a:solidFill>
                <a:latin typeface="+mn-ea"/>
                <a:ea typeface="+mn-ea"/>
              </a:rPr>
              <a:t>进入</a:t>
            </a:r>
            <a:r>
              <a:rPr lang="en-US" altLang="zh-CN" b="1" dirty="0" err="1">
                <a:solidFill>
                  <a:srgbClr val="FF0000"/>
                </a:solidFill>
                <a:latin typeface="+mn-ea"/>
                <a:ea typeface="+mn-ea"/>
              </a:rPr>
              <a:t>conda</a:t>
            </a:r>
            <a:r>
              <a:rPr lang="zh-CN" altLang="en-US" b="1" dirty="0">
                <a:solidFill>
                  <a:srgbClr val="FF0000"/>
                </a:solidFill>
                <a:latin typeface="+mn-ea"/>
                <a:ea typeface="+mn-ea"/>
              </a:rPr>
              <a:t>环境命令</a:t>
            </a:r>
            <a:r>
              <a:rPr lang="zh-CN" altLang="en-US" dirty="0">
                <a:solidFill>
                  <a:srgbClr val="333333"/>
                </a:solidFill>
                <a:latin typeface="+mn-ea"/>
                <a:ea typeface="+mn-ea"/>
              </a:rPr>
              <a:t>：</a:t>
            </a:r>
            <a:endParaRPr lang="en-US" altLang="zh-CN" dirty="0">
              <a:solidFill>
                <a:srgbClr val="333333"/>
              </a:solidFill>
              <a:latin typeface="+mn-ea"/>
              <a:ea typeface="+mn-ea"/>
            </a:endParaRPr>
          </a:p>
          <a:p>
            <a:pPr algn="l">
              <a:lnSpc>
                <a:spcPct val="150000"/>
              </a:lnSpc>
            </a:pPr>
            <a:r>
              <a:rPr lang="en-US" altLang="zh-CN" dirty="0" err="1">
                <a:solidFill>
                  <a:srgbClr val="333333"/>
                </a:solidFill>
                <a:latin typeface="+mn-ea"/>
                <a:ea typeface="+mn-ea"/>
              </a:rPr>
              <a:t>conda</a:t>
            </a:r>
            <a:r>
              <a:rPr lang="en-US" altLang="zh-CN" dirty="0">
                <a:solidFill>
                  <a:srgbClr val="333333"/>
                </a:solidFill>
                <a:latin typeface="+mn-ea"/>
                <a:ea typeface="+mn-ea"/>
              </a:rPr>
              <a:t> activate</a:t>
            </a:r>
          </a:p>
        </p:txBody>
      </p:sp>
      <p:sp>
        <p:nvSpPr>
          <p:cNvPr id="7" name="TextBox 1">
            <a:extLst>
              <a:ext uri="{FF2B5EF4-FFF2-40B4-BE49-F238E27FC236}">
                <a16:creationId xmlns:a16="http://schemas.microsoft.com/office/drawing/2014/main" id="{A42F0ADD-D971-70B8-A84D-4E9254DA944D}"/>
              </a:ext>
            </a:extLst>
          </p:cNvPr>
          <p:cNvSpPr txBox="1"/>
          <p:nvPr/>
        </p:nvSpPr>
        <p:spPr>
          <a:xfrm>
            <a:off x="466406" y="902171"/>
            <a:ext cx="988393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a:t>
            </a:r>
            <a:r>
              <a:rPr lang="en-US" altLang="zh-CN" sz="2800" b="1" dirty="0">
                <a:solidFill>
                  <a:srgbClr val="333333"/>
                </a:solidFill>
                <a:latin typeface="+mn-ea"/>
                <a:ea typeface="+mn-ea"/>
              </a:rPr>
              <a:t>Python</a:t>
            </a:r>
            <a:r>
              <a:rPr lang="zh-CN" altLang="en-US" sz="2800" b="1" dirty="0">
                <a:solidFill>
                  <a:srgbClr val="333333"/>
                </a:solidFill>
                <a:latin typeface="+mn-ea"/>
                <a:ea typeface="+mn-ea"/>
              </a:rPr>
              <a:t>第三方软件包安装</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187872492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17" name="TextBox 16">
            <a:extLst>
              <a:ext uri="{FF2B5EF4-FFF2-40B4-BE49-F238E27FC236}">
                <a16:creationId xmlns:a16="http://schemas.microsoft.com/office/drawing/2014/main" id="{9E05FFCA-3371-AF5C-381D-71D984055F5A}"/>
              </a:ext>
            </a:extLst>
          </p:cNvPr>
          <p:cNvSpPr txBox="1"/>
          <p:nvPr/>
        </p:nvSpPr>
        <p:spPr>
          <a:xfrm>
            <a:off x="791662" y="1736926"/>
            <a:ext cx="10831651" cy="1569660"/>
          </a:xfrm>
          <a:prstGeom prst="rect">
            <a:avLst/>
          </a:prstGeom>
          <a:noFill/>
        </p:spPr>
        <p:txBody>
          <a:bodyPr wrap="square">
            <a:spAutoFit/>
          </a:bodyPr>
          <a:lstStyle/>
          <a:p>
            <a:pPr algn="l"/>
            <a:r>
              <a:rPr lang="zh-CN" altLang="en-US" dirty="0">
                <a:solidFill>
                  <a:srgbClr val="333333"/>
                </a:solidFill>
                <a:latin typeface="Microsoft YaHei" panose="020B0503020204020204" pitchFamily="34" charset="-122"/>
                <a:ea typeface="Microsoft YaHei" panose="020B0503020204020204" pitchFamily="34" charset="-122"/>
              </a:rPr>
              <a:t>查看</a:t>
            </a:r>
            <a:r>
              <a:rPr lang="en-US" altLang="zh-CN" dirty="0">
                <a:solidFill>
                  <a:srgbClr val="333333"/>
                </a:solidFill>
                <a:latin typeface="Microsoft YaHei" panose="020B0503020204020204" pitchFamily="34" charset="-122"/>
                <a:ea typeface="Microsoft YaHei" panose="020B0503020204020204" pitchFamily="34" charset="-122"/>
              </a:rPr>
              <a:t>python</a:t>
            </a:r>
            <a:r>
              <a:rPr lang="zh-CN" altLang="en-US" dirty="0">
                <a:solidFill>
                  <a:srgbClr val="333333"/>
                </a:solidFill>
                <a:latin typeface="Microsoft YaHei" panose="020B0503020204020204" pitchFamily="34" charset="-122"/>
                <a:ea typeface="Microsoft YaHei" panose="020B0503020204020204" pitchFamily="34" charset="-122"/>
              </a:rPr>
              <a:t>安装情况：</a:t>
            </a:r>
            <a:endParaRPr lang="en-US" altLang="zh-CN" dirty="0">
              <a:solidFill>
                <a:srgbClr val="333333"/>
              </a:solidFill>
              <a:latin typeface="Microsoft YaHei" panose="020B0503020204020204" pitchFamily="34" charset="-122"/>
              <a:ea typeface="Microsoft YaHei" panose="020B0503020204020204" pitchFamily="34" charset="-122"/>
            </a:endParaRPr>
          </a:p>
          <a:p>
            <a:pPr algn="l"/>
            <a:r>
              <a:rPr lang="zh-CN" altLang="en-US" dirty="0">
                <a:solidFill>
                  <a:srgbClr val="333333"/>
                </a:solidFill>
                <a:latin typeface="Microsoft YaHei" panose="020B0503020204020204" pitchFamily="34" charset="-122"/>
                <a:ea typeface="Microsoft YaHei" panose="020B0503020204020204" pitchFamily="34" charset="-122"/>
              </a:rPr>
              <a:t>查看安装路径（</a:t>
            </a:r>
            <a:r>
              <a:rPr lang="zh-CN" altLang="en-US" u="sng" dirty="0">
                <a:solidFill>
                  <a:srgbClr val="333333"/>
                </a:solidFill>
                <a:latin typeface="Microsoft YaHei" panose="020B0503020204020204" pitchFamily="34" charset="-122"/>
                <a:ea typeface="Microsoft YaHei" panose="020B0503020204020204" pitchFamily="34" charset="-122"/>
              </a:rPr>
              <a:t>该命令不适用</a:t>
            </a:r>
            <a:r>
              <a:rPr lang="en-US" altLang="zh-CN" u="sng" dirty="0" err="1">
                <a:solidFill>
                  <a:srgbClr val="333333"/>
                </a:solidFill>
                <a:latin typeface="Microsoft YaHei" panose="020B0503020204020204" pitchFamily="34" charset="-122"/>
                <a:ea typeface="Microsoft YaHei" panose="020B0503020204020204" pitchFamily="34" charset="-122"/>
              </a:rPr>
              <a:t>powershell</a:t>
            </a:r>
            <a:r>
              <a:rPr lang="zh-CN" altLang="en-US" dirty="0">
                <a:solidFill>
                  <a:srgbClr val="333333"/>
                </a:solidFill>
                <a:latin typeface="Microsoft YaHei" panose="020B0503020204020204" pitchFamily="34" charset="-122"/>
                <a:ea typeface="Microsoft YaHei" panose="020B0503020204020204" pitchFamily="34" charset="-122"/>
              </a:rPr>
              <a:t>）：</a:t>
            </a:r>
            <a:r>
              <a:rPr lang="en-US" altLang="zh-CN" b="1" dirty="0">
                <a:solidFill>
                  <a:srgbClr val="FF0000"/>
                </a:solidFill>
                <a:latin typeface="Microsoft YaHei" panose="020B0503020204020204" pitchFamily="34" charset="-122"/>
                <a:ea typeface="Microsoft YaHei" panose="020B0503020204020204" pitchFamily="34" charset="-122"/>
              </a:rPr>
              <a:t>which python</a:t>
            </a:r>
          </a:p>
          <a:p>
            <a:pPr algn="l"/>
            <a:r>
              <a:rPr lang="zh-CN" altLang="en-US" dirty="0">
                <a:solidFill>
                  <a:srgbClr val="333333"/>
                </a:solidFill>
                <a:latin typeface="Microsoft YaHei" panose="020B0503020204020204" pitchFamily="34" charset="-122"/>
                <a:ea typeface="Microsoft YaHei" panose="020B0503020204020204" pitchFamily="34" charset="-122"/>
              </a:rPr>
              <a:t>查看</a:t>
            </a:r>
            <a:r>
              <a:rPr lang="en-US" altLang="zh-CN" dirty="0">
                <a:solidFill>
                  <a:srgbClr val="333333"/>
                </a:solidFill>
                <a:latin typeface="Microsoft YaHei" panose="020B0503020204020204" pitchFamily="34" charset="-122"/>
                <a:ea typeface="Microsoft YaHei" panose="020B0503020204020204" pitchFamily="34" charset="-122"/>
              </a:rPr>
              <a:t>python</a:t>
            </a:r>
            <a:r>
              <a:rPr lang="zh-CN" altLang="en-US" dirty="0">
                <a:solidFill>
                  <a:srgbClr val="333333"/>
                </a:solidFill>
                <a:latin typeface="Microsoft YaHei" panose="020B0503020204020204" pitchFamily="34" charset="-122"/>
                <a:ea typeface="Microsoft YaHei" panose="020B0503020204020204" pitchFamily="34" charset="-122"/>
              </a:rPr>
              <a:t>版本：</a:t>
            </a:r>
            <a:r>
              <a:rPr lang="en-US" altLang="zh-CN" b="1" dirty="0">
                <a:solidFill>
                  <a:srgbClr val="FF0000"/>
                </a:solidFill>
                <a:latin typeface="Microsoft YaHei" panose="020B0503020204020204" pitchFamily="34" charset="-122"/>
                <a:ea typeface="Microsoft YaHei" panose="020B0503020204020204" pitchFamily="34" charset="-122"/>
              </a:rPr>
              <a:t>python -V</a:t>
            </a:r>
          </a:p>
        </p:txBody>
      </p:sp>
      <p:pic>
        <p:nvPicPr>
          <p:cNvPr id="18" name="Picture 17" descr="Text&#10;&#10;Description automatically generated">
            <a:extLst>
              <a:ext uri="{FF2B5EF4-FFF2-40B4-BE49-F238E27FC236}">
                <a16:creationId xmlns:a16="http://schemas.microsoft.com/office/drawing/2014/main" id="{0837DC30-4620-0035-DE40-9319EFBA876D}"/>
              </a:ext>
            </a:extLst>
          </p:cNvPr>
          <p:cNvPicPr>
            <a:picLocks noChangeAspect="1"/>
          </p:cNvPicPr>
          <p:nvPr/>
        </p:nvPicPr>
        <p:blipFill>
          <a:blip r:embed="rId3"/>
          <a:stretch>
            <a:fillRect/>
          </a:stretch>
        </p:blipFill>
        <p:spPr>
          <a:xfrm>
            <a:off x="6318254" y="3405003"/>
            <a:ext cx="5131179" cy="2826988"/>
          </a:xfrm>
          <a:prstGeom prst="rect">
            <a:avLst/>
          </a:prstGeom>
        </p:spPr>
      </p:pic>
      <p:pic>
        <p:nvPicPr>
          <p:cNvPr id="20" name="Picture 19" descr="Text&#10;&#10;Description automatically generated">
            <a:extLst>
              <a:ext uri="{FF2B5EF4-FFF2-40B4-BE49-F238E27FC236}">
                <a16:creationId xmlns:a16="http://schemas.microsoft.com/office/drawing/2014/main" id="{1C80845A-A83F-D903-2B37-F9CB37E4E25A}"/>
              </a:ext>
            </a:extLst>
          </p:cNvPr>
          <p:cNvPicPr>
            <a:picLocks noChangeAspect="1"/>
          </p:cNvPicPr>
          <p:nvPr/>
        </p:nvPicPr>
        <p:blipFill>
          <a:blip r:embed="rId4"/>
          <a:stretch>
            <a:fillRect/>
          </a:stretch>
        </p:blipFill>
        <p:spPr>
          <a:xfrm>
            <a:off x="977240" y="3405004"/>
            <a:ext cx="5131179" cy="2826988"/>
          </a:xfrm>
          <a:prstGeom prst="rect">
            <a:avLst/>
          </a:prstGeom>
        </p:spPr>
      </p:pic>
      <p:sp>
        <p:nvSpPr>
          <p:cNvPr id="21" name="TextBox 20">
            <a:extLst>
              <a:ext uri="{FF2B5EF4-FFF2-40B4-BE49-F238E27FC236}">
                <a16:creationId xmlns:a16="http://schemas.microsoft.com/office/drawing/2014/main" id="{E7C93A00-7E31-E000-6BED-292B08A4B198}"/>
              </a:ext>
            </a:extLst>
          </p:cNvPr>
          <p:cNvSpPr txBox="1"/>
          <p:nvPr/>
        </p:nvSpPr>
        <p:spPr>
          <a:xfrm>
            <a:off x="1189931" y="6336430"/>
            <a:ext cx="9831112" cy="461665"/>
          </a:xfrm>
          <a:prstGeom prst="rect">
            <a:avLst/>
          </a:prstGeom>
          <a:noFill/>
        </p:spPr>
        <p:txBody>
          <a:bodyPr wrap="square" rtlCol="0">
            <a:spAutoFit/>
          </a:bodyPr>
          <a:lstStyle/>
          <a:p>
            <a:r>
              <a:rPr lang="en-CN" dirty="0">
                <a:solidFill>
                  <a:schemeClr val="bg2"/>
                </a:solidFill>
                <a:latin typeface="+mn-ea"/>
                <a:ea typeface="+mn-ea"/>
              </a:rPr>
              <a:t>思考</a:t>
            </a:r>
            <a:r>
              <a:rPr lang="zh-CN" altLang="en-US" dirty="0">
                <a:solidFill>
                  <a:schemeClr val="bg2"/>
                </a:solidFill>
                <a:latin typeface="+mn-ea"/>
                <a:ea typeface="+mn-ea"/>
              </a:rPr>
              <a:t>：电脑上是否可以有多个版本的</a:t>
            </a:r>
            <a:r>
              <a:rPr lang="en-US" altLang="zh-CN" dirty="0">
                <a:solidFill>
                  <a:schemeClr val="bg2"/>
                </a:solidFill>
                <a:latin typeface="+mn-ea"/>
                <a:ea typeface="+mn-ea"/>
              </a:rPr>
              <a:t>python</a:t>
            </a:r>
            <a:endParaRPr lang="en-CN" dirty="0">
              <a:solidFill>
                <a:schemeClr val="bg2"/>
              </a:solidFill>
              <a:latin typeface="+mn-ea"/>
              <a:ea typeface="+mn-ea"/>
            </a:endParaRPr>
          </a:p>
        </p:txBody>
      </p:sp>
      <p:sp>
        <p:nvSpPr>
          <p:cNvPr id="4" name="TextBox 1">
            <a:extLst>
              <a:ext uri="{FF2B5EF4-FFF2-40B4-BE49-F238E27FC236}">
                <a16:creationId xmlns:a16="http://schemas.microsoft.com/office/drawing/2014/main" id="{18502D36-CBE2-96FF-8A3A-D23635E6ED44}"/>
              </a:ext>
            </a:extLst>
          </p:cNvPr>
          <p:cNvSpPr txBox="1"/>
          <p:nvPr/>
        </p:nvSpPr>
        <p:spPr>
          <a:xfrm>
            <a:off x="466406" y="902171"/>
            <a:ext cx="988393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a:t>
            </a:r>
            <a:r>
              <a:rPr lang="en-US" altLang="zh-CN" sz="2800" b="1" dirty="0">
                <a:solidFill>
                  <a:srgbClr val="333333"/>
                </a:solidFill>
                <a:latin typeface="+mn-ea"/>
                <a:ea typeface="+mn-ea"/>
              </a:rPr>
              <a:t>Python</a:t>
            </a:r>
            <a:r>
              <a:rPr lang="zh-CN" altLang="en-US" sz="2800" b="1" dirty="0">
                <a:solidFill>
                  <a:srgbClr val="333333"/>
                </a:solidFill>
                <a:latin typeface="+mn-ea"/>
                <a:ea typeface="+mn-ea"/>
              </a:rPr>
              <a:t>第三方软件包安装</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179751582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17" name="TextBox 16">
            <a:extLst>
              <a:ext uri="{FF2B5EF4-FFF2-40B4-BE49-F238E27FC236}">
                <a16:creationId xmlns:a16="http://schemas.microsoft.com/office/drawing/2014/main" id="{9E05FFCA-3371-AF5C-381D-71D984055F5A}"/>
              </a:ext>
            </a:extLst>
          </p:cNvPr>
          <p:cNvSpPr txBox="1"/>
          <p:nvPr/>
        </p:nvSpPr>
        <p:spPr>
          <a:xfrm>
            <a:off x="765194" y="1675141"/>
            <a:ext cx="10686285" cy="1319720"/>
          </a:xfrm>
          <a:prstGeom prst="rect">
            <a:avLst/>
          </a:prstGeom>
          <a:noFill/>
        </p:spPr>
        <p:txBody>
          <a:bodyPr wrap="square">
            <a:spAutoFit/>
          </a:bodyPr>
          <a:lstStyle/>
          <a:p>
            <a:pPr algn="l">
              <a:lnSpc>
                <a:spcPct val="150000"/>
              </a:lnSpc>
            </a:pPr>
            <a:r>
              <a:rPr lang="en-US" altLang="zh-CN" dirty="0">
                <a:solidFill>
                  <a:srgbClr val="333333"/>
                </a:solidFill>
                <a:latin typeface="Microsoft YaHei" panose="020B0503020204020204" pitchFamily="34" charset="-122"/>
                <a:ea typeface="Microsoft YaHei" panose="020B0503020204020204" pitchFamily="34" charset="-122"/>
              </a:rPr>
              <a:t>pip</a:t>
            </a:r>
            <a:r>
              <a:rPr lang="zh-CN" altLang="en-US" dirty="0">
                <a:solidFill>
                  <a:srgbClr val="333333"/>
                </a:solidFill>
                <a:latin typeface="Microsoft YaHei" panose="020B0503020204020204" pitchFamily="34" charset="-122"/>
                <a:ea typeface="Microsoft YaHei" panose="020B0503020204020204" pitchFamily="34" charset="-122"/>
              </a:rPr>
              <a:t>安装命令（以安装</a:t>
            </a:r>
            <a:r>
              <a:rPr lang="en-US" altLang="zh-CN" dirty="0" err="1">
                <a:solidFill>
                  <a:srgbClr val="333333"/>
                </a:solidFill>
                <a:latin typeface="Microsoft YaHei" panose="020B0503020204020204" pitchFamily="34" charset="-122"/>
                <a:ea typeface="Microsoft YaHei" panose="020B0503020204020204" pitchFamily="34" charset="-122"/>
              </a:rPr>
              <a:t>numpy</a:t>
            </a:r>
            <a:r>
              <a:rPr lang="zh-CN" altLang="en-US" dirty="0">
                <a:solidFill>
                  <a:srgbClr val="333333"/>
                </a:solidFill>
                <a:latin typeface="Microsoft YaHei" panose="020B0503020204020204" pitchFamily="34" charset="-122"/>
                <a:ea typeface="Microsoft YaHei" panose="020B0503020204020204" pitchFamily="34" charset="-122"/>
              </a:rPr>
              <a:t>为例）：</a:t>
            </a:r>
            <a:r>
              <a:rPr lang="en-US" altLang="zh-CN" dirty="0">
                <a:solidFill>
                  <a:srgbClr val="333333"/>
                </a:solidFill>
                <a:latin typeface="Microsoft YaHei" panose="020B0503020204020204" pitchFamily="34" charset="-122"/>
                <a:ea typeface="Microsoft YaHei" panose="020B0503020204020204" pitchFamily="34" charset="-122"/>
              </a:rPr>
              <a:t>pip install </a:t>
            </a:r>
            <a:r>
              <a:rPr lang="en-US" altLang="zh-CN" dirty="0" err="1">
                <a:solidFill>
                  <a:srgbClr val="333333"/>
                </a:solidFill>
                <a:latin typeface="Microsoft YaHei" panose="020B0503020204020204" pitchFamily="34" charset="-122"/>
                <a:ea typeface="Microsoft YaHei" panose="020B0503020204020204" pitchFamily="34" charset="-122"/>
              </a:rPr>
              <a:t>numpy</a:t>
            </a:r>
            <a:endParaRPr lang="en-US" altLang="zh-CN" dirty="0">
              <a:solidFill>
                <a:srgbClr val="333333"/>
              </a:solidFill>
              <a:latin typeface="Microsoft YaHei" panose="020B0503020204020204" pitchFamily="34" charset="-122"/>
              <a:ea typeface="Microsoft YaHei" panose="020B0503020204020204" pitchFamily="34" charset="-122"/>
            </a:endParaRPr>
          </a:p>
          <a:p>
            <a:pPr algn="l">
              <a:lnSpc>
                <a:spcPct val="150000"/>
              </a:lnSpc>
            </a:pPr>
            <a:r>
              <a:rPr lang="en-US" altLang="zh-CN" dirty="0">
                <a:solidFill>
                  <a:srgbClr val="333333"/>
                </a:solidFill>
                <a:latin typeface="Microsoft YaHei" panose="020B0503020204020204" pitchFamily="34" charset="-122"/>
                <a:ea typeface="Microsoft YaHei" panose="020B0503020204020204" pitchFamily="34" charset="-122"/>
              </a:rPr>
              <a:t>pip</a:t>
            </a:r>
            <a:r>
              <a:rPr lang="zh-CN" altLang="en-US" dirty="0">
                <a:solidFill>
                  <a:srgbClr val="333333"/>
                </a:solidFill>
                <a:latin typeface="Microsoft YaHei" panose="020B0503020204020204" pitchFamily="34" charset="-122"/>
                <a:ea typeface="Microsoft YaHei" panose="020B0503020204020204" pitchFamily="34" charset="-122"/>
              </a:rPr>
              <a:t>卸载命令（以卸载</a:t>
            </a:r>
            <a:r>
              <a:rPr lang="en-US" altLang="zh-CN" dirty="0" err="1">
                <a:solidFill>
                  <a:srgbClr val="333333"/>
                </a:solidFill>
                <a:latin typeface="Microsoft YaHei" panose="020B0503020204020204" pitchFamily="34" charset="-122"/>
                <a:ea typeface="Microsoft YaHei" panose="020B0503020204020204" pitchFamily="34" charset="-122"/>
              </a:rPr>
              <a:t>numpy</a:t>
            </a:r>
            <a:r>
              <a:rPr lang="zh-CN" altLang="en-US" dirty="0">
                <a:solidFill>
                  <a:srgbClr val="333333"/>
                </a:solidFill>
                <a:latin typeface="Microsoft YaHei" panose="020B0503020204020204" pitchFamily="34" charset="-122"/>
                <a:ea typeface="Microsoft YaHei" panose="020B0503020204020204" pitchFamily="34" charset="-122"/>
              </a:rPr>
              <a:t>为例）：</a:t>
            </a:r>
            <a:r>
              <a:rPr lang="en-US" altLang="zh-CN" dirty="0">
                <a:solidFill>
                  <a:srgbClr val="333333"/>
                </a:solidFill>
                <a:latin typeface="Microsoft YaHei" panose="020B0503020204020204" pitchFamily="34" charset="-122"/>
                <a:ea typeface="Microsoft YaHei" panose="020B0503020204020204" pitchFamily="34" charset="-122"/>
              </a:rPr>
              <a:t>pip uninstall </a:t>
            </a:r>
            <a:r>
              <a:rPr lang="en-US" altLang="zh-CN" dirty="0" err="1">
                <a:solidFill>
                  <a:srgbClr val="333333"/>
                </a:solidFill>
                <a:latin typeface="Microsoft YaHei" panose="020B0503020204020204" pitchFamily="34" charset="-122"/>
                <a:ea typeface="Microsoft YaHei" panose="020B0503020204020204" pitchFamily="34" charset="-122"/>
              </a:rPr>
              <a:t>numpy</a:t>
            </a:r>
            <a:endParaRPr lang="en-US" altLang="zh-CN" dirty="0">
              <a:solidFill>
                <a:srgbClr val="333333"/>
              </a:solidFill>
              <a:latin typeface="Microsoft YaHei" panose="020B0503020204020204" pitchFamily="34" charset="-122"/>
              <a:ea typeface="Microsoft YaHei" panose="020B0503020204020204" pitchFamily="34" charset="-122"/>
            </a:endParaRPr>
          </a:p>
        </p:txBody>
      </p:sp>
      <p:pic>
        <p:nvPicPr>
          <p:cNvPr id="11" name="Picture 10" descr="Text&#10;&#10;Description automatically generated">
            <a:extLst>
              <a:ext uri="{FF2B5EF4-FFF2-40B4-BE49-F238E27FC236}">
                <a16:creationId xmlns:a16="http://schemas.microsoft.com/office/drawing/2014/main" id="{7FFE9DD7-9FAD-B833-34A7-F9D00BB93C74}"/>
              </a:ext>
            </a:extLst>
          </p:cNvPr>
          <p:cNvPicPr>
            <a:picLocks noChangeAspect="1"/>
          </p:cNvPicPr>
          <p:nvPr/>
        </p:nvPicPr>
        <p:blipFill>
          <a:blip r:embed="rId3"/>
          <a:stretch>
            <a:fillRect/>
          </a:stretch>
        </p:blipFill>
        <p:spPr>
          <a:xfrm>
            <a:off x="956313" y="3187706"/>
            <a:ext cx="4935814" cy="3203622"/>
          </a:xfrm>
          <a:prstGeom prst="rect">
            <a:avLst/>
          </a:prstGeom>
        </p:spPr>
      </p:pic>
      <p:pic>
        <p:nvPicPr>
          <p:cNvPr id="13" name="Picture 12" descr="Text&#10;&#10;Description automatically generated">
            <a:extLst>
              <a:ext uri="{FF2B5EF4-FFF2-40B4-BE49-F238E27FC236}">
                <a16:creationId xmlns:a16="http://schemas.microsoft.com/office/drawing/2014/main" id="{99DA1880-9B80-A24C-3180-693E3B5EE1BF}"/>
              </a:ext>
            </a:extLst>
          </p:cNvPr>
          <p:cNvPicPr>
            <a:picLocks noChangeAspect="1"/>
          </p:cNvPicPr>
          <p:nvPr/>
        </p:nvPicPr>
        <p:blipFill>
          <a:blip r:embed="rId4"/>
          <a:stretch>
            <a:fillRect/>
          </a:stretch>
        </p:blipFill>
        <p:spPr>
          <a:xfrm>
            <a:off x="6165277" y="3187706"/>
            <a:ext cx="4935813" cy="3203622"/>
          </a:xfrm>
          <a:prstGeom prst="rect">
            <a:avLst/>
          </a:prstGeom>
        </p:spPr>
      </p:pic>
      <p:sp>
        <p:nvSpPr>
          <p:cNvPr id="5" name="TextBox 1">
            <a:extLst>
              <a:ext uri="{FF2B5EF4-FFF2-40B4-BE49-F238E27FC236}">
                <a16:creationId xmlns:a16="http://schemas.microsoft.com/office/drawing/2014/main" id="{3159BB32-7E58-64E9-03A4-AF1CC27D9CC9}"/>
              </a:ext>
            </a:extLst>
          </p:cNvPr>
          <p:cNvSpPr txBox="1"/>
          <p:nvPr/>
        </p:nvSpPr>
        <p:spPr>
          <a:xfrm>
            <a:off x="466406" y="902171"/>
            <a:ext cx="988393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a:t>
            </a:r>
            <a:r>
              <a:rPr lang="en-US" altLang="zh-CN" sz="2800" b="1" dirty="0">
                <a:solidFill>
                  <a:srgbClr val="333333"/>
                </a:solidFill>
                <a:latin typeface="+mn-ea"/>
                <a:ea typeface="+mn-ea"/>
              </a:rPr>
              <a:t>Python</a:t>
            </a:r>
            <a:r>
              <a:rPr lang="zh-CN" altLang="en-US" sz="2800" b="1" dirty="0">
                <a:solidFill>
                  <a:srgbClr val="333333"/>
                </a:solidFill>
                <a:latin typeface="+mn-ea"/>
                <a:ea typeface="+mn-ea"/>
              </a:rPr>
              <a:t>第三方软件包安装</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413452403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4E576-6150-D63D-1438-267A98D7DFD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487E1F5-CC63-C111-A69B-FE25A5AC1176}"/>
              </a:ext>
            </a:extLst>
          </p:cNvPr>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17" name="TextBox 16">
            <a:extLst>
              <a:ext uri="{FF2B5EF4-FFF2-40B4-BE49-F238E27FC236}">
                <a16:creationId xmlns:a16="http://schemas.microsoft.com/office/drawing/2014/main" id="{788AD22F-FE5A-7B63-FAC8-25713C607E8E}"/>
              </a:ext>
            </a:extLst>
          </p:cNvPr>
          <p:cNvSpPr txBox="1"/>
          <p:nvPr/>
        </p:nvSpPr>
        <p:spPr>
          <a:xfrm>
            <a:off x="765194" y="1675141"/>
            <a:ext cx="10686285" cy="1319720"/>
          </a:xfrm>
          <a:prstGeom prst="rect">
            <a:avLst/>
          </a:prstGeom>
          <a:noFill/>
        </p:spPr>
        <p:txBody>
          <a:bodyPr wrap="square">
            <a:spAutoFit/>
          </a:bodyPr>
          <a:lstStyle/>
          <a:p>
            <a:pPr algn="l">
              <a:lnSpc>
                <a:spcPct val="150000"/>
              </a:lnSpc>
            </a:pPr>
            <a:r>
              <a:rPr lang="en-US" altLang="zh-CN" dirty="0" err="1">
                <a:solidFill>
                  <a:srgbClr val="333333"/>
                </a:solidFill>
                <a:latin typeface="Microsoft YaHei" panose="020B0503020204020204" pitchFamily="34" charset="-122"/>
                <a:ea typeface="Microsoft YaHei" panose="020B0503020204020204" pitchFamily="34" charset="-122"/>
              </a:rPr>
              <a:t>conda</a:t>
            </a:r>
            <a:r>
              <a:rPr lang="zh-CN" altLang="en-US" dirty="0">
                <a:solidFill>
                  <a:srgbClr val="333333"/>
                </a:solidFill>
                <a:latin typeface="Microsoft YaHei" panose="020B0503020204020204" pitchFamily="34" charset="-122"/>
                <a:ea typeface="Microsoft YaHei" panose="020B0503020204020204" pitchFamily="34" charset="-122"/>
              </a:rPr>
              <a:t>安装命令（以安装</a:t>
            </a:r>
            <a:r>
              <a:rPr lang="en-US" altLang="zh-CN" dirty="0" err="1">
                <a:solidFill>
                  <a:srgbClr val="333333"/>
                </a:solidFill>
                <a:latin typeface="Microsoft YaHei" panose="020B0503020204020204" pitchFamily="34" charset="-122"/>
                <a:ea typeface="Microsoft YaHei" panose="020B0503020204020204" pitchFamily="34" charset="-122"/>
              </a:rPr>
              <a:t>numpy</a:t>
            </a:r>
            <a:r>
              <a:rPr lang="zh-CN" altLang="en-US" dirty="0">
                <a:solidFill>
                  <a:srgbClr val="333333"/>
                </a:solidFill>
                <a:latin typeface="Microsoft YaHei" panose="020B0503020204020204" pitchFamily="34" charset="-122"/>
                <a:ea typeface="Microsoft YaHei" panose="020B0503020204020204" pitchFamily="34" charset="-122"/>
              </a:rPr>
              <a:t>为例）：</a:t>
            </a:r>
            <a:r>
              <a:rPr lang="en-US" altLang="zh-CN" dirty="0" err="1">
                <a:solidFill>
                  <a:srgbClr val="333333"/>
                </a:solidFill>
                <a:latin typeface="Microsoft YaHei" panose="020B0503020204020204" pitchFamily="34" charset="-122"/>
                <a:ea typeface="Microsoft YaHei" panose="020B0503020204020204" pitchFamily="34" charset="-122"/>
              </a:rPr>
              <a:t>conda</a:t>
            </a:r>
            <a:r>
              <a:rPr lang="en-US" altLang="zh-CN" dirty="0">
                <a:solidFill>
                  <a:srgbClr val="333333"/>
                </a:solidFill>
                <a:latin typeface="Microsoft YaHei" panose="020B0503020204020204" pitchFamily="34" charset="-122"/>
                <a:ea typeface="Microsoft YaHei" panose="020B0503020204020204" pitchFamily="34" charset="-122"/>
              </a:rPr>
              <a:t> install </a:t>
            </a:r>
            <a:r>
              <a:rPr lang="en-US" altLang="zh-CN" dirty="0" err="1">
                <a:solidFill>
                  <a:srgbClr val="333333"/>
                </a:solidFill>
                <a:latin typeface="Microsoft YaHei" panose="020B0503020204020204" pitchFamily="34" charset="-122"/>
                <a:ea typeface="Microsoft YaHei" panose="020B0503020204020204" pitchFamily="34" charset="-122"/>
              </a:rPr>
              <a:t>numpy</a:t>
            </a:r>
            <a:endParaRPr lang="en-US" altLang="zh-CN" dirty="0">
              <a:solidFill>
                <a:srgbClr val="333333"/>
              </a:solidFill>
              <a:latin typeface="Microsoft YaHei" panose="020B0503020204020204" pitchFamily="34" charset="-122"/>
              <a:ea typeface="Microsoft YaHei" panose="020B0503020204020204" pitchFamily="34" charset="-122"/>
            </a:endParaRPr>
          </a:p>
          <a:p>
            <a:pPr algn="l">
              <a:lnSpc>
                <a:spcPct val="150000"/>
              </a:lnSpc>
            </a:pPr>
            <a:r>
              <a:rPr lang="en-US" altLang="zh-CN" dirty="0" err="1">
                <a:solidFill>
                  <a:srgbClr val="333333"/>
                </a:solidFill>
                <a:latin typeface="Microsoft YaHei" panose="020B0503020204020204" pitchFamily="34" charset="-122"/>
                <a:ea typeface="Microsoft YaHei" panose="020B0503020204020204" pitchFamily="34" charset="-122"/>
              </a:rPr>
              <a:t>conda</a:t>
            </a:r>
            <a:r>
              <a:rPr lang="zh-CN" altLang="en-US" dirty="0">
                <a:solidFill>
                  <a:srgbClr val="333333"/>
                </a:solidFill>
                <a:latin typeface="Microsoft YaHei" panose="020B0503020204020204" pitchFamily="34" charset="-122"/>
                <a:ea typeface="Microsoft YaHei" panose="020B0503020204020204" pitchFamily="34" charset="-122"/>
              </a:rPr>
              <a:t>卸载命令（以卸载</a:t>
            </a:r>
            <a:r>
              <a:rPr lang="en-US" altLang="zh-CN" dirty="0" err="1">
                <a:solidFill>
                  <a:srgbClr val="333333"/>
                </a:solidFill>
                <a:latin typeface="Microsoft YaHei" panose="020B0503020204020204" pitchFamily="34" charset="-122"/>
                <a:ea typeface="Microsoft YaHei" panose="020B0503020204020204" pitchFamily="34" charset="-122"/>
              </a:rPr>
              <a:t>numpy</a:t>
            </a:r>
            <a:r>
              <a:rPr lang="zh-CN" altLang="en-US" dirty="0">
                <a:solidFill>
                  <a:srgbClr val="333333"/>
                </a:solidFill>
                <a:latin typeface="Microsoft YaHei" panose="020B0503020204020204" pitchFamily="34" charset="-122"/>
                <a:ea typeface="Microsoft YaHei" panose="020B0503020204020204" pitchFamily="34" charset="-122"/>
              </a:rPr>
              <a:t>为例）：</a:t>
            </a:r>
            <a:r>
              <a:rPr lang="en-US" altLang="zh-CN" dirty="0" err="1">
                <a:solidFill>
                  <a:srgbClr val="333333"/>
                </a:solidFill>
                <a:latin typeface="Microsoft YaHei" panose="020B0503020204020204" pitchFamily="34" charset="-122"/>
                <a:ea typeface="Microsoft YaHei" panose="020B0503020204020204" pitchFamily="34" charset="-122"/>
              </a:rPr>
              <a:t>conda</a:t>
            </a:r>
            <a:r>
              <a:rPr lang="en-US" altLang="zh-CN" dirty="0">
                <a:solidFill>
                  <a:srgbClr val="333333"/>
                </a:solidFill>
                <a:latin typeface="Microsoft YaHei" panose="020B0503020204020204" pitchFamily="34" charset="-122"/>
                <a:ea typeface="Microsoft YaHei" panose="020B0503020204020204" pitchFamily="34" charset="-122"/>
              </a:rPr>
              <a:t> uninstall </a:t>
            </a:r>
            <a:r>
              <a:rPr lang="en-US" altLang="zh-CN" dirty="0" err="1">
                <a:solidFill>
                  <a:srgbClr val="333333"/>
                </a:solidFill>
                <a:latin typeface="Microsoft YaHei" panose="020B0503020204020204" pitchFamily="34" charset="-122"/>
                <a:ea typeface="Microsoft YaHei" panose="020B0503020204020204" pitchFamily="34" charset="-122"/>
              </a:rPr>
              <a:t>numpy</a:t>
            </a:r>
            <a:endParaRPr lang="en-US" altLang="zh-CN" dirty="0">
              <a:solidFill>
                <a:srgbClr val="333333"/>
              </a:solidFill>
              <a:latin typeface="Microsoft YaHei" panose="020B0503020204020204" pitchFamily="34" charset="-122"/>
              <a:ea typeface="Microsoft YaHei" panose="020B0503020204020204" pitchFamily="34" charset="-122"/>
            </a:endParaRPr>
          </a:p>
        </p:txBody>
      </p:sp>
      <p:pic>
        <p:nvPicPr>
          <p:cNvPr id="11" name="Picture 10" descr="Text&#10;&#10;Description automatically generated">
            <a:extLst>
              <a:ext uri="{FF2B5EF4-FFF2-40B4-BE49-F238E27FC236}">
                <a16:creationId xmlns:a16="http://schemas.microsoft.com/office/drawing/2014/main" id="{13C22059-3A8E-FE75-0C1A-54D0A0B44A23}"/>
              </a:ext>
            </a:extLst>
          </p:cNvPr>
          <p:cNvPicPr>
            <a:picLocks noChangeAspect="1"/>
          </p:cNvPicPr>
          <p:nvPr/>
        </p:nvPicPr>
        <p:blipFill>
          <a:blip r:embed="rId3"/>
          <a:stretch>
            <a:fillRect/>
          </a:stretch>
        </p:blipFill>
        <p:spPr>
          <a:xfrm>
            <a:off x="956313" y="3187706"/>
            <a:ext cx="4935814" cy="3203622"/>
          </a:xfrm>
          <a:prstGeom prst="rect">
            <a:avLst/>
          </a:prstGeom>
        </p:spPr>
      </p:pic>
      <p:pic>
        <p:nvPicPr>
          <p:cNvPr id="13" name="Picture 12" descr="Text&#10;&#10;Description automatically generated">
            <a:extLst>
              <a:ext uri="{FF2B5EF4-FFF2-40B4-BE49-F238E27FC236}">
                <a16:creationId xmlns:a16="http://schemas.microsoft.com/office/drawing/2014/main" id="{D306FBE8-19A2-0AE5-DBCA-1012BCA7C970}"/>
              </a:ext>
            </a:extLst>
          </p:cNvPr>
          <p:cNvPicPr>
            <a:picLocks noChangeAspect="1"/>
          </p:cNvPicPr>
          <p:nvPr/>
        </p:nvPicPr>
        <p:blipFill>
          <a:blip r:embed="rId4"/>
          <a:stretch>
            <a:fillRect/>
          </a:stretch>
        </p:blipFill>
        <p:spPr>
          <a:xfrm>
            <a:off x="6165277" y="3187706"/>
            <a:ext cx="4935813" cy="3203622"/>
          </a:xfrm>
          <a:prstGeom prst="rect">
            <a:avLst/>
          </a:prstGeom>
        </p:spPr>
      </p:pic>
      <p:sp>
        <p:nvSpPr>
          <p:cNvPr id="2" name="TextBox 1">
            <a:extLst>
              <a:ext uri="{FF2B5EF4-FFF2-40B4-BE49-F238E27FC236}">
                <a16:creationId xmlns:a16="http://schemas.microsoft.com/office/drawing/2014/main" id="{148479E1-3DC0-E410-B012-C62CDA07C109}"/>
              </a:ext>
            </a:extLst>
          </p:cNvPr>
          <p:cNvSpPr txBox="1"/>
          <p:nvPr/>
        </p:nvSpPr>
        <p:spPr>
          <a:xfrm>
            <a:off x="466406" y="902171"/>
            <a:ext cx="988393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a:t>
            </a:r>
            <a:r>
              <a:rPr lang="en-US" altLang="zh-CN" sz="2800" b="1" dirty="0">
                <a:solidFill>
                  <a:srgbClr val="333333"/>
                </a:solidFill>
                <a:latin typeface="+mn-ea"/>
                <a:ea typeface="+mn-ea"/>
              </a:rPr>
              <a:t>Python</a:t>
            </a:r>
            <a:r>
              <a:rPr lang="zh-CN" altLang="en-US" sz="2800" b="1" dirty="0">
                <a:solidFill>
                  <a:srgbClr val="333333"/>
                </a:solidFill>
                <a:latin typeface="+mn-ea"/>
                <a:ea typeface="+mn-ea"/>
              </a:rPr>
              <a:t>第三方软件包安装</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124241568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17" name="TextBox 16">
            <a:extLst>
              <a:ext uri="{FF2B5EF4-FFF2-40B4-BE49-F238E27FC236}">
                <a16:creationId xmlns:a16="http://schemas.microsoft.com/office/drawing/2014/main" id="{9E05FFCA-3371-AF5C-381D-71D984055F5A}"/>
              </a:ext>
            </a:extLst>
          </p:cNvPr>
          <p:cNvSpPr txBox="1"/>
          <p:nvPr/>
        </p:nvSpPr>
        <p:spPr>
          <a:xfrm>
            <a:off x="503854" y="1752982"/>
            <a:ext cx="5178928" cy="4702121"/>
          </a:xfrm>
          <a:prstGeom prst="rect">
            <a:avLst/>
          </a:prstGeom>
          <a:noFill/>
        </p:spPr>
        <p:txBody>
          <a:bodyPr wrap="square">
            <a:spAutoFit/>
          </a:bodyPr>
          <a:lstStyle/>
          <a:p>
            <a:pPr algn="l">
              <a:lnSpc>
                <a:spcPct val="200000"/>
              </a:lnSpc>
            </a:pPr>
            <a:r>
              <a:rPr lang="zh-CN" altLang="en-US" sz="2800" dirty="0">
                <a:solidFill>
                  <a:srgbClr val="333333"/>
                </a:solidFill>
                <a:latin typeface="Microsoft YaHei" panose="020B0503020204020204" pitchFamily="34" charset="-122"/>
                <a:ea typeface="Microsoft YaHei" panose="020B0503020204020204" pitchFamily="34" charset="-122"/>
              </a:rPr>
              <a:t>当需要同时开发多个项目，而不同项目所需开发环境不同，就需要分别创建不同的虚拟环境。</a:t>
            </a:r>
            <a:endParaRPr lang="en-US" altLang="zh-CN" sz="2800" dirty="0">
              <a:solidFill>
                <a:srgbClr val="333333"/>
              </a:solidFill>
              <a:latin typeface="Microsoft YaHei" panose="020B0503020204020204" pitchFamily="34" charset="-122"/>
              <a:ea typeface="Microsoft YaHei" panose="020B0503020204020204" pitchFamily="34" charset="-122"/>
            </a:endParaRPr>
          </a:p>
          <a:p>
            <a:pPr algn="l">
              <a:lnSpc>
                <a:spcPct val="200000"/>
              </a:lnSpc>
            </a:pPr>
            <a:r>
              <a:rPr lang="zh-CN" altLang="en-CN" sz="2800" dirty="0">
                <a:solidFill>
                  <a:srgbClr val="333333"/>
                </a:solidFill>
                <a:latin typeface="Microsoft YaHei" panose="020B0503020204020204" pitchFamily="34" charset="-122"/>
                <a:ea typeface="Microsoft YaHei" panose="020B0503020204020204" pitchFamily="34" charset="-122"/>
              </a:rPr>
              <a:t>查看</a:t>
            </a:r>
            <a:r>
              <a:rPr lang="zh-CN" altLang="en-US" sz="2800" dirty="0">
                <a:solidFill>
                  <a:srgbClr val="333333"/>
                </a:solidFill>
                <a:latin typeface="Microsoft YaHei" panose="020B0503020204020204" pitchFamily="34" charset="-122"/>
                <a:ea typeface="Microsoft YaHei" panose="020B0503020204020204" pitchFamily="34" charset="-122"/>
              </a:rPr>
              <a:t>虚拟环境信息命令：</a:t>
            </a:r>
            <a:endParaRPr lang="en-US" altLang="zh-CN" sz="2800" dirty="0">
              <a:solidFill>
                <a:srgbClr val="333333"/>
              </a:solidFill>
              <a:latin typeface="Microsoft YaHei" panose="020B0503020204020204" pitchFamily="34" charset="-122"/>
              <a:ea typeface="Microsoft YaHei" panose="020B0503020204020204" pitchFamily="34" charset="-122"/>
            </a:endParaRPr>
          </a:p>
          <a:p>
            <a:pPr algn="l">
              <a:lnSpc>
                <a:spcPct val="200000"/>
              </a:lnSpc>
            </a:pPr>
            <a:r>
              <a:rPr lang="en-US" altLang="zh-CN" sz="2800" b="1" dirty="0" err="1">
                <a:solidFill>
                  <a:srgbClr val="FF0000"/>
                </a:solidFill>
                <a:latin typeface="Microsoft YaHei" panose="020B0503020204020204" pitchFamily="34" charset="-122"/>
                <a:ea typeface="Microsoft YaHei" panose="020B0503020204020204" pitchFamily="34" charset="-122"/>
              </a:rPr>
              <a:t>conda</a:t>
            </a:r>
            <a:r>
              <a:rPr lang="en-US" altLang="zh-CN" sz="2800" b="1" dirty="0">
                <a:solidFill>
                  <a:srgbClr val="FF0000"/>
                </a:solidFill>
                <a:latin typeface="Microsoft YaHei" panose="020B0503020204020204" pitchFamily="34" charset="-122"/>
                <a:ea typeface="Microsoft YaHei" panose="020B0503020204020204" pitchFamily="34" charset="-122"/>
              </a:rPr>
              <a:t> env list</a:t>
            </a:r>
            <a:endParaRPr lang="en-CN" altLang="zh-CN" sz="2800" b="1" dirty="0">
              <a:solidFill>
                <a:srgbClr val="FF0000"/>
              </a:solidFill>
              <a:latin typeface="Microsoft YaHei" panose="020B0503020204020204" pitchFamily="34" charset="-122"/>
              <a:ea typeface="Microsoft YaHei" panose="020B0503020204020204" pitchFamily="34" charset="-122"/>
            </a:endParaRPr>
          </a:p>
        </p:txBody>
      </p:sp>
      <p:pic>
        <p:nvPicPr>
          <p:cNvPr id="5" name="Picture 4" descr="Text&#10;&#10;Description automatically generated">
            <a:extLst>
              <a:ext uri="{FF2B5EF4-FFF2-40B4-BE49-F238E27FC236}">
                <a16:creationId xmlns:a16="http://schemas.microsoft.com/office/drawing/2014/main" id="{4B5D1AA6-D397-9A79-221A-E20C2E9E5B76}"/>
              </a:ext>
            </a:extLst>
          </p:cNvPr>
          <p:cNvPicPr>
            <a:picLocks noChangeAspect="1"/>
          </p:cNvPicPr>
          <p:nvPr/>
        </p:nvPicPr>
        <p:blipFill>
          <a:blip r:embed="rId3"/>
          <a:stretch>
            <a:fillRect/>
          </a:stretch>
        </p:blipFill>
        <p:spPr>
          <a:xfrm>
            <a:off x="5738516" y="1958820"/>
            <a:ext cx="6185946" cy="3662591"/>
          </a:xfrm>
          <a:prstGeom prst="rect">
            <a:avLst/>
          </a:prstGeom>
        </p:spPr>
      </p:pic>
      <p:sp>
        <p:nvSpPr>
          <p:cNvPr id="6" name="TextBox 1">
            <a:extLst>
              <a:ext uri="{FF2B5EF4-FFF2-40B4-BE49-F238E27FC236}">
                <a16:creationId xmlns:a16="http://schemas.microsoft.com/office/drawing/2014/main" id="{E7CBA94E-A940-4A85-4FD6-A9D9D050CE49}"/>
              </a:ext>
            </a:extLst>
          </p:cNvPr>
          <p:cNvSpPr txBox="1"/>
          <p:nvPr/>
        </p:nvSpPr>
        <p:spPr>
          <a:xfrm>
            <a:off x="466406" y="902171"/>
            <a:ext cx="988393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3</a:t>
            </a:r>
            <a:r>
              <a:rPr lang="zh-CN" altLang="en-US" sz="2800" b="1" dirty="0">
                <a:solidFill>
                  <a:srgbClr val="333333"/>
                </a:solidFill>
                <a:latin typeface="+mn-ea"/>
                <a:ea typeface="+mn-ea"/>
              </a:rPr>
              <a:t>、开发环境创建</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292083998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pic>
        <p:nvPicPr>
          <p:cNvPr id="8" name="Picture 7" descr="Text&#10;&#10;Description automatically generated">
            <a:extLst>
              <a:ext uri="{FF2B5EF4-FFF2-40B4-BE49-F238E27FC236}">
                <a16:creationId xmlns:a16="http://schemas.microsoft.com/office/drawing/2014/main" id="{79143EB1-6171-6D6B-E065-52F98AD03CCA}"/>
              </a:ext>
            </a:extLst>
          </p:cNvPr>
          <p:cNvPicPr>
            <a:picLocks noChangeAspect="1"/>
          </p:cNvPicPr>
          <p:nvPr/>
        </p:nvPicPr>
        <p:blipFill>
          <a:blip r:embed="rId3"/>
          <a:stretch>
            <a:fillRect/>
          </a:stretch>
        </p:blipFill>
        <p:spPr>
          <a:xfrm>
            <a:off x="7191310" y="1071660"/>
            <a:ext cx="4496837" cy="2700920"/>
          </a:xfrm>
          <a:prstGeom prst="rect">
            <a:avLst/>
          </a:prstGeom>
        </p:spPr>
      </p:pic>
      <p:grpSp>
        <p:nvGrpSpPr>
          <p:cNvPr id="10" name="组合 9">
            <a:extLst>
              <a:ext uri="{FF2B5EF4-FFF2-40B4-BE49-F238E27FC236}">
                <a16:creationId xmlns:a16="http://schemas.microsoft.com/office/drawing/2014/main" id="{53A0B209-68B5-C142-73A1-4EA5AA978934}"/>
              </a:ext>
            </a:extLst>
          </p:cNvPr>
          <p:cNvGrpSpPr/>
          <p:nvPr/>
        </p:nvGrpSpPr>
        <p:grpSpPr>
          <a:xfrm>
            <a:off x="7191310" y="3893067"/>
            <a:ext cx="4496839" cy="2700921"/>
            <a:chOff x="7191310" y="4009668"/>
            <a:chExt cx="4496839" cy="2700921"/>
          </a:xfrm>
        </p:grpSpPr>
        <p:pic>
          <p:nvPicPr>
            <p:cNvPr id="12" name="Picture 11" descr="Text&#10;&#10;Description automatically generated">
              <a:extLst>
                <a:ext uri="{FF2B5EF4-FFF2-40B4-BE49-F238E27FC236}">
                  <a16:creationId xmlns:a16="http://schemas.microsoft.com/office/drawing/2014/main" id="{CD5784D5-D55B-B02C-C48B-B4566A95D7A5}"/>
                </a:ext>
              </a:extLst>
            </p:cNvPr>
            <p:cNvPicPr>
              <a:picLocks noChangeAspect="1"/>
            </p:cNvPicPr>
            <p:nvPr/>
          </p:nvPicPr>
          <p:blipFill>
            <a:blip r:embed="rId4"/>
            <a:stretch>
              <a:fillRect/>
            </a:stretch>
          </p:blipFill>
          <p:spPr>
            <a:xfrm>
              <a:off x="7191310" y="4009668"/>
              <a:ext cx="4496839" cy="2700921"/>
            </a:xfrm>
            <a:prstGeom prst="rect">
              <a:avLst/>
            </a:prstGeom>
          </p:spPr>
        </p:pic>
        <p:sp>
          <p:nvSpPr>
            <p:cNvPr id="15" name="TextBox 14">
              <a:extLst>
                <a:ext uri="{FF2B5EF4-FFF2-40B4-BE49-F238E27FC236}">
                  <a16:creationId xmlns:a16="http://schemas.microsoft.com/office/drawing/2014/main" id="{DAE75BEB-15B0-6AD3-FEA5-24688F0C9399}"/>
                </a:ext>
              </a:extLst>
            </p:cNvPr>
            <p:cNvSpPr txBox="1"/>
            <p:nvPr/>
          </p:nvSpPr>
          <p:spPr>
            <a:xfrm>
              <a:off x="8271096" y="5807537"/>
              <a:ext cx="2552652" cy="445717"/>
            </a:xfrm>
            <a:prstGeom prst="rect">
              <a:avLst/>
            </a:prstGeom>
            <a:noFill/>
          </p:spPr>
          <p:txBody>
            <a:bodyPr wrap="square" rtlCol="0">
              <a:spAutoFit/>
            </a:bodyPr>
            <a:lstStyle/>
            <a:p>
              <a:r>
                <a:rPr lang="en-CN" sz="2200">
                  <a:solidFill>
                    <a:schemeClr val="accent3"/>
                  </a:solidFill>
                  <a:latin typeface="+mn-ea"/>
                  <a:ea typeface="+mn-ea"/>
                </a:rPr>
                <a:t>查看虚拟环境信息</a:t>
              </a:r>
            </a:p>
          </p:txBody>
        </p:sp>
        <p:sp>
          <p:nvSpPr>
            <p:cNvPr id="16" name="Rectangle 15">
              <a:extLst>
                <a:ext uri="{FF2B5EF4-FFF2-40B4-BE49-F238E27FC236}">
                  <a16:creationId xmlns:a16="http://schemas.microsoft.com/office/drawing/2014/main" id="{011A1F98-9159-4FE6-698D-1B0B7EFC1F4C}"/>
                </a:ext>
              </a:extLst>
            </p:cNvPr>
            <p:cNvSpPr/>
            <p:nvPr/>
          </p:nvSpPr>
          <p:spPr>
            <a:xfrm>
              <a:off x="8966456" y="4886691"/>
              <a:ext cx="2658874" cy="202031"/>
            </a:xfrm>
            <a:prstGeom prst="rect">
              <a:avLst/>
            </a:prstGeom>
            <a:noFill/>
            <a:ln w="19050">
              <a:solidFill>
                <a:schemeClr val="accent3"/>
              </a:solidFill>
            </a:ln>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grpSp>
      <p:sp>
        <p:nvSpPr>
          <p:cNvPr id="4" name="TextBox 1">
            <a:extLst>
              <a:ext uri="{FF2B5EF4-FFF2-40B4-BE49-F238E27FC236}">
                <a16:creationId xmlns:a16="http://schemas.microsoft.com/office/drawing/2014/main" id="{BA259C0E-63A3-7901-B20A-FD11628DE7EB}"/>
              </a:ext>
            </a:extLst>
          </p:cNvPr>
          <p:cNvSpPr txBox="1"/>
          <p:nvPr/>
        </p:nvSpPr>
        <p:spPr>
          <a:xfrm>
            <a:off x="466406" y="902171"/>
            <a:ext cx="401354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3</a:t>
            </a:r>
            <a:r>
              <a:rPr lang="zh-CN" altLang="en-US" sz="2800" b="1" dirty="0">
                <a:solidFill>
                  <a:srgbClr val="333333"/>
                </a:solidFill>
                <a:latin typeface="+mn-ea"/>
                <a:ea typeface="+mn-ea"/>
              </a:rPr>
              <a:t>、开发环境创建</a:t>
            </a:r>
            <a:endParaRPr lang="en-US" altLang="zh-CN" sz="2800" b="1" dirty="0">
              <a:solidFill>
                <a:srgbClr val="333333"/>
              </a:solidFill>
              <a:latin typeface="+mn-ea"/>
              <a:ea typeface="+mn-ea"/>
            </a:endParaRPr>
          </a:p>
        </p:txBody>
      </p:sp>
      <p:sp>
        <p:nvSpPr>
          <p:cNvPr id="9" name="文本框 8">
            <a:extLst>
              <a:ext uri="{FF2B5EF4-FFF2-40B4-BE49-F238E27FC236}">
                <a16:creationId xmlns:a16="http://schemas.microsoft.com/office/drawing/2014/main" id="{38EA5B3D-534D-9AF0-6891-946F381D89DC}"/>
              </a:ext>
            </a:extLst>
          </p:cNvPr>
          <p:cNvSpPr txBox="1"/>
          <p:nvPr/>
        </p:nvSpPr>
        <p:spPr>
          <a:xfrm>
            <a:off x="503851" y="1840845"/>
            <a:ext cx="6659174" cy="3247877"/>
          </a:xfrm>
          <a:prstGeom prst="rect">
            <a:avLst/>
          </a:prstGeom>
          <a:noFill/>
        </p:spPr>
        <p:txBody>
          <a:bodyPr wrap="square">
            <a:spAutoFit/>
          </a:bodyPr>
          <a:lstStyle/>
          <a:p>
            <a:pPr algn="l">
              <a:lnSpc>
                <a:spcPct val="150000"/>
              </a:lnSpc>
            </a:pPr>
            <a:r>
              <a:rPr lang="zh-CN" altLang="en-US" sz="2800" dirty="0">
                <a:solidFill>
                  <a:srgbClr val="333333"/>
                </a:solidFill>
                <a:latin typeface="Microsoft YaHei" panose="020B0503020204020204" pitchFamily="34" charset="-122"/>
                <a:ea typeface="Microsoft YaHei" panose="020B0503020204020204" pitchFamily="34" charset="-122"/>
              </a:rPr>
              <a:t>创建名为</a:t>
            </a:r>
            <a:r>
              <a:rPr lang="en-US" altLang="zh-CN" sz="2800" dirty="0" err="1">
                <a:solidFill>
                  <a:srgbClr val="333333"/>
                </a:solidFill>
                <a:latin typeface="Microsoft YaHei" panose="020B0503020204020204" pitchFamily="34" charset="-122"/>
                <a:ea typeface="Microsoft YaHei" panose="020B0503020204020204" pitchFamily="34" charset="-122"/>
              </a:rPr>
              <a:t>myenv</a:t>
            </a:r>
            <a:r>
              <a:rPr lang="zh-CN" altLang="en-US" sz="2800" dirty="0">
                <a:solidFill>
                  <a:srgbClr val="333333"/>
                </a:solidFill>
                <a:latin typeface="Microsoft YaHei" panose="020B0503020204020204" pitchFamily="34" charset="-122"/>
                <a:ea typeface="Microsoft YaHei" panose="020B0503020204020204" pitchFamily="34" charset="-122"/>
              </a:rPr>
              <a:t>，指定</a:t>
            </a:r>
            <a:r>
              <a:rPr lang="en-US" altLang="zh-CN" sz="2800" dirty="0">
                <a:solidFill>
                  <a:srgbClr val="333333"/>
                </a:solidFill>
                <a:latin typeface="Microsoft YaHei" panose="020B0503020204020204" pitchFamily="34" charset="-122"/>
                <a:ea typeface="Microsoft YaHei" panose="020B0503020204020204" pitchFamily="34" charset="-122"/>
              </a:rPr>
              <a:t>python3.9</a:t>
            </a:r>
            <a:r>
              <a:rPr lang="zh-CN" altLang="en-US" sz="2800" dirty="0">
                <a:solidFill>
                  <a:srgbClr val="333333"/>
                </a:solidFill>
                <a:latin typeface="Microsoft YaHei" panose="020B0503020204020204" pitchFamily="34" charset="-122"/>
                <a:ea typeface="Microsoft YaHei" panose="020B0503020204020204" pitchFamily="34" charset="-122"/>
              </a:rPr>
              <a:t>版本：</a:t>
            </a:r>
            <a:endParaRPr lang="en-US" altLang="zh-CN" sz="2800" dirty="0">
              <a:solidFill>
                <a:srgbClr val="333333"/>
              </a:solidFill>
              <a:latin typeface="Microsoft YaHei" panose="020B0503020204020204" pitchFamily="34" charset="-122"/>
              <a:ea typeface="Microsoft YaHei" panose="020B0503020204020204" pitchFamily="34" charset="-122"/>
            </a:endParaRPr>
          </a:p>
          <a:p>
            <a:pPr>
              <a:lnSpc>
                <a:spcPct val="150000"/>
              </a:lnSpc>
            </a:pPr>
            <a:r>
              <a:rPr lang="en-US" altLang="zh-CN" sz="2800" b="1" dirty="0" err="1">
                <a:solidFill>
                  <a:srgbClr val="FF0000"/>
                </a:solidFill>
                <a:latin typeface="Microsoft YaHei" panose="020B0503020204020204" pitchFamily="34" charset="-122"/>
                <a:ea typeface="Microsoft YaHei" panose="020B0503020204020204" pitchFamily="34" charset="-122"/>
              </a:rPr>
              <a:t>conda</a:t>
            </a:r>
            <a:r>
              <a:rPr lang="en-US" altLang="zh-CN" sz="2800" b="1" dirty="0">
                <a:solidFill>
                  <a:srgbClr val="FF0000"/>
                </a:solidFill>
                <a:latin typeface="Microsoft YaHei" panose="020B0503020204020204" pitchFamily="34" charset="-122"/>
                <a:ea typeface="Microsoft YaHei" panose="020B0503020204020204" pitchFamily="34" charset="-122"/>
              </a:rPr>
              <a:t> create -n </a:t>
            </a:r>
            <a:r>
              <a:rPr lang="en-US" altLang="zh-CN" sz="2800" b="1" dirty="0" err="1">
                <a:solidFill>
                  <a:srgbClr val="FF0000"/>
                </a:solidFill>
                <a:latin typeface="Microsoft YaHei" panose="020B0503020204020204" pitchFamily="34" charset="-122"/>
                <a:ea typeface="Microsoft YaHei" panose="020B0503020204020204" pitchFamily="34" charset="-122"/>
              </a:rPr>
              <a:t>myenv</a:t>
            </a:r>
            <a:r>
              <a:rPr lang="en-US" altLang="zh-CN" sz="2800" b="1" dirty="0">
                <a:solidFill>
                  <a:srgbClr val="FF0000"/>
                </a:solidFill>
                <a:latin typeface="Microsoft YaHei" panose="020B0503020204020204" pitchFamily="34" charset="-122"/>
                <a:ea typeface="Microsoft YaHei" panose="020B0503020204020204" pitchFamily="34" charset="-122"/>
              </a:rPr>
              <a:t> python=3.9</a:t>
            </a:r>
            <a:endParaRPr lang="en-CN" altLang="zh-CN" sz="2800" b="1" dirty="0">
              <a:solidFill>
                <a:srgbClr val="FF0000"/>
              </a:solidFill>
              <a:latin typeface="Microsoft YaHei" panose="020B0503020204020204" pitchFamily="34" charset="-122"/>
              <a:ea typeface="Microsoft YaHei" panose="020B0503020204020204" pitchFamily="34" charset="-122"/>
            </a:endParaRPr>
          </a:p>
          <a:p>
            <a:pPr algn="l">
              <a:lnSpc>
                <a:spcPct val="150000"/>
              </a:lnSpc>
            </a:pPr>
            <a:r>
              <a:rPr lang="zh-CN" altLang="en-US" sz="2800" dirty="0">
                <a:solidFill>
                  <a:srgbClr val="333333"/>
                </a:solidFill>
                <a:latin typeface="Microsoft YaHei" panose="020B0503020204020204" pitchFamily="34" charset="-122"/>
                <a:ea typeface="Microsoft YaHei" panose="020B0503020204020204" pitchFamily="34" charset="-122"/>
              </a:rPr>
              <a:t>进入</a:t>
            </a:r>
            <a:r>
              <a:rPr lang="en-US" altLang="zh-CN" sz="2800" dirty="0" err="1">
                <a:solidFill>
                  <a:srgbClr val="333333"/>
                </a:solidFill>
                <a:latin typeface="Microsoft YaHei" panose="020B0503020204020204" pitchFamily="34" charset="-122"/>
                <a:ea typeface="Microsoft YaHei" panose="020B0503020204020204" pitchFamily="34" charset="-122"/>
              </a:rPr>
              <a:t>myenv</a:t>
            </a:r>
            <a:r>
              <a:rPr lang="zh-CN" altLang="en-US" sz="2800" dirty="0">
                <a:solidFill>
                  <a:srgbClr val="333333"/>
                </a:solidFill>
                <a:latin typeface="Microsoft YaHei" panose="020B0503020204020204" pitchFamily="34" charset="-122"/>
                <a:ea typeface="Microsoft YaHei" panose="020B0503020204020204" pitchFamily="34" charset="-122"/>
              </a:rPr>
              <a:t>环境：</a:t>
            </a:r>
            <a:endParaRPr lang="en-US" altLang="zh-CN" sz="2800" dirty="0">
              <a:solidFill>
                <a:srgbClr val="333333"/>
              </a:solidFill>
              <a:latin typeface="Microsoft YaHei" panose="020B0503020204020204" pitchFamily="34" charset="-122"/>
              <a:ea typeface="Microsoft YaHei" panose="020B0503020204020204" pitchFamily="34" charset="-122"/>
            </a:endParaRPr>
          </a:p>
          <a:p>
            <a:pPr>
              <a:lnSpc>
                <a:spcPct val="150000"/>
              </a:lnSpc>
            </a:pPr>
            <a:r>
              <a:rPr lang="en-US" altLang="zh-CN" sz="2800" b="1" dirty="0" err="1">
                <a:solidFill>
                  <a:srgbClr val="FF0000"/>
                </a:solidFill>
                <a:latin typeface="Microsoft YaHei" panose="020B0503020204020204" pitchFamily="34" charset="-122"/>
                <a:ea typeface="Microsoft YaHei" panose="020B0503020204020204" pitchFamily="34" charset="-122"/>
              </a:rPr>
              <a:t>conda</a:t>
            </a:r>
            <a:r>
              <a:rPr lang="en-US" altLang="zh-CN" sz="2800" b="1" dirty="0">
                <a:solidFill>
                  <a:srgbClr val="FF0000"/>
                </a:solidFill>
                <a:latin typeface="Microsoft YaHei" panose="020B0503020204020204" pitchFamily="34" charset="-122"/>
                <a:ea typeface="Microsoft YaHei" panose="020B0503020204020204" pitchFamily="34" charset="-122"/>
              </a:rPr>
              <a:t> activate </a:t>
            </a:r>
            <a:r>
              <a:rPr lang="en-US" altLang="zh-CN" sz="2800" b="1" dirty="0" err="1">
                <a:solidFill>
                  <a:srgbClr val="FF0000"/>
                </a:solidFill>
                <a:latin typeface="Microsoft YaHei" panose="020B0503020204020204" pitchFamily="34" charset="-122"/>
                <a:ea typeface="Microsoft YaHei" panose="020B0503020204020204" pitchFamily="34" charset="-122"/>
              </a:rPr>
              <a:t>myenv</a:t>
            </a:r>
            <a:endParaRPr lang="en-US" altLang="zh-CN" sz="2800" dirty="0">
              <a:solidFill>
                <a:srgbClr val="333333"/>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8147398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三、基于</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的开源软件开发环境配置</a:t>
            </a:r>
          </a:p>
        </p:txBody>
      </p:sp>
      <p:sp>
        <p:nvSpPr>
          <p:cNvPr id="17" name="TextBox 16">
            <a:extLst>
              <a:ext uri="{FF2B5EF4-FFF2-40B4-BE49-F238E27FC236}">
                <a16:creationId xmlns:a16="http://schemas.microsoft.com/office/drawing/2014/main" id="{9E05FFCA-3371-AF5C-381D-71D984055F5A}"/>
              </a:ext>
            </a:extLst>
          </p:cNvPr>
          <p:cNvSpPr txBox="1"/>
          <p:nvPr/>
        </p:nvSpPr>
        <p:spPr>
          <a:xfrm>
            <a:off x="221208" y="1619259"/>
            <a:ext cx="7167631" cy="4109651"/>
          </a:xfrm>
          <a:prstGeom prst="rect">
            <a:avLst/>
          </a:prstGeom>
          <a:noFill/>
        </p:spPr>
        <p:txBody>
          <a:bodyPr wrap="square">
            <a:spAutoFit/>
          </a:bodyPr>
          <a:lstStyle/>
          <a:p>
            <a:pPr algn="l">
              <a:lnSpc>
                <a:spcPct val="150000"/>
              </a:lnSpc>
            </a:pPr>
            <a:r>
              <a:rPr lang="zh-CN" altLang="en-US" sz="2800" dirty="0">
                <a:solidFill>
                  <a:srgbClr val="333333"/>
                </a:solidFill>
                <a:latin typeface="Microsoft YaHei" panose="020B0503020204020204" pitchFamily="34" charset="-122"/>
                <a:ea typeface="Microsoft YaHei" panose="020B0503020204020204" pitchFamily="34" charset="-122"/>
              </a:rPr>
              <a:t>（</a:t>
            </a:r>
            <a:r>
              <a:rPr lang="en-US" altLang="zh-CN" sz="2800" dirty="0">
                <a:solidFill>
                  <a:srgbClr val="333333"/>
                </a:solidFill>
                <a:latin typeface="Microsoft YaHei" panose="020B0503020204020204" pitchFamily="34" charset="-122"/>
                <a:ea typeface="Microsoft YaHei" panose="020B0503020204020204" pitchFamily="34" charset="-122"/>
              </a:rPr>
              <a:t>2</a:t>
            </a:r>
            <a:r>
              <a:rPr lang="zh-CN" altLang="en-US" sz="2800" dirty="0">
                <a:solidFill>
                  <a:srgbClr val="333333"/>
                </a:solidFill>
                <a:latin typeface="Microsoft YaHei" panose="020B0503020204020204" pitchFamily="34" charset="-122"/>
                <a:ea typeface="Microsoft YaHei" panose="020B0503020204020204" pitchFamily="34" charset="-122"/>
              </a:rPr>
              <a:t>）利用</a:t>
            </a:r>
            <a:r>
              <a:rPr lang="en-US" altLang="zh-CN" sz="2800" dirty="0" err="1">
                <a:solidFill>
                  <a:srgbClr val="333333"/>
                </a:solidFill>
                <a:latin typeface="Microsoft YaHei" panose="020B0503020204020204" pitchFamily="34" charset="-122"/>
                <a:ea typeface="Microsoft YaHei" panose="020B0503020204020204" pitchFamily="34" charset="-122"/>
              </a:rPr>
              <a:t>conda</a:t>
            </a:r>
            <a:r>
              <a:rPr lang="zh-CN" altLang="en-US" sz="2800" dirty="0">
                <a:solidFill>
                  <a:srgbClr val="333333"/>
                </a:solidFill>
                <a:latin typeface="Microsoft YaHei" panose="020B0503020204020204" pitchFamily="34" charset="-122"/>
                <a:ea typeface="Microsoft YaHei" panose="020B0503020204020204" pitchFamily="34" charset="-122"/>
              </a:rPr>
              <a:t>创建虚拟环境</a:t>
            </a:r>
            <a:endParaRPr lang="en-US" altLang="zh-CN" sz="2800" dirty="0">
              <a:solidFill>
                <a:srgbClr val="333333"/>
              </a:solidFill>
              <a:latin typeface="Microsoft YaHei" panose="020B0503020204020204" pitchFamily="34" charset="-122"/>
              <a:ea typeface="Microsoft YaHei" panose="020B0503020204020204" pitchFamily="34" charset="-122"/>
            </a:endParaRPr>
          </a:p>
          <a:p>
            <a:pPr algn="l">
              <a:lnSpc>
                <a:spcPct val="150000"/>
              </a:lnSpc>
            </a:pPr>
            <a:r>
              <a:rPr lang="zh-CN" altLang="en-US" sz="2800" dirty="0">
                <a:solidFill>
                  <a:srgbClr val="333333"/>
                </a:solidFill>
                <a:latin typeface="Microsoft YaHei" panose="020B0503020204020204" pitchFamily="34" charset="-122"/>
                <a:ea typeface="Microsoft YaHei" panose="020B0503020204020204" pitchFamily="34" charset="-122"/>
              </a:rPr>
              <a:t>退出</a:t>
            </a:r>
            <a:r>
              <a:rPr lang="en-US" altLang="zh-CN" sz="2800" dirty="0" err="1">
                <a:solidFill>
                  <a:srgbClr val="333333"/>
                </a:solidFill>
                <a:latin typeface="Microsoft YaHei" panose="020B0503020204020204" pitchFamily="34" charset="-122"/>
                <a:ea typeface="Microsoft YaHei" panose="020B0503020204020204" pitchFamily="34" charset="-122"/>
              </a:rPr>
              <a:t>myenv</a:t>
            </a:r>
            <a:r>
              <a:rPr lang="zh-CN" altLang="en-US" sz="2800" dirty="0">
                <a:solidFill>
                  <a:srgbClr val="333333"/>
                </a:solidFill>
                <a:latin typeface="Microsoft YaHei" panose="020B0503020204020204" pitchFamily="34" charset="-122"/>
                <a:ea typeface="Microsoft YaHei" panose="020B0503020204020204" pitchFamily="34" charset="-122"/>
              </a:rPr>
              <a:t>环境：</a:t>
            </a:r>
            <a:endParaRPr lang="en-US" altLang="zh-CN" sz="2800" dirty="0">
              <a:solidFill>
                <a:srgbClr val="333333"/>
              </a:solidFill>
              <a:latin typeface="Microsoft YaHei" panose="020B0503020204020204" pitchFamily="34" charset="-122"/>
              <a:ea typeface="Microsoft YaHei" panose="020B0503020204020204" pitchFamily="34" charset="-122"/>
            </a:endParaRPr>
          </a:p>
          <a:p>
            <a:pPr>
              <a:lnSpc>
                <a:spcPct val="150000"/>
              </a:lnSpc>
            </a:pPr>
            <a:r>
              <a:rPr lang="en-US" sz="2800" b="1" dirty="0" err="1">
                <a:solidFill>
                  <a:srgbClr val="FF0000"/>
                </a:solidFill>
                <a:latin typeface="Microsoft YaHei" panose="020B0503020204020204" pitchFamily="34" charset="-122"/>
                <a:ea typeface="Microsoft YaHei" panose="020B0503020204020204" pitchFamily="34" charset="-122"/>
              </a:rPr>
              <a:t>conda</a:t>
            </a:r>
            <a:r>
              <a:rPr lang="zh-CN" altLang="en-US" sz="2800" b="1" dirty="0">
                <a:solidFill>
                  <a:srgbClr val="FF0000"/>
                </a:solidFill>
                <a:latin typeface="Microsoft YaHei" panose="020B0503020204020204" pitchFamily="34" charset="-122"/>
                <a:ea typeface="Microsoft YaHei" panose="020B0503020204020204" pitchFamily="34" charset="-122"/>
              </a:rPr>
              <a:t> </a:t>
            </a:r>
            <a:r>
              <a:rPr lang="en-US" altLang="zh-CN" sz="2800" b="1" dirty="0">
                <a:solidFill>
                  <a:srgbClr val="FF0000"/>
                </a:solidFill>
                <a:latin typeface="Microsoft YaHei" panose="020B0503020204020204" pitchFamily="34" charset="-122"/>
                <a:ea typeface="Microsoft YaHei" panose="020B0503020204020204" pitchFamily="34" charset="-122"/>
              </a:rPr>
              <a:t>deactivate</a:t>
            </a:r>
          </a:p>
          <a:p>
            <a:pPr algn="l">
              <a:lnSpc>
                <a:spcPct val="150000"/>
              </a:lnSpc>
            </a:pPr>
            <a:r>
              <a:rPr lang="zh-CN" altLang="en-US" sz="2800" dirty="0">
                <a:solidFill>
                  <a:srgbClr val="333333"/>
                </a:solidFill>
                <a:latin typeface="Microsoft YaHei" panose="020B0503020204020204" pitchFamily="34" charset="-122"/>
                <a:ea typeface="Microsoft YaHei" panose="020B0503020204020204" pitchFamily="34" charset="-122"/>
              </a:rPr>
              <a:t>删除</a:t>
            </a:r>
            <a:r>
              <a:rPr lang="en-US" altLang="zh-CN" sz="2800" dirty="0" err="1">
                <a:solidFill>
                  <a:srgbClr val="333333"/>
                </a:solidFill>
                <a:latin typeface="Microsoft YaHei" panose="020B0503020204020204" pitchFamily="34" charset="-122"/>
                <a:ea typeface="Microsoft YaHei" panose="020B0503020204020204" pitchFamily="34" charset="-122"/>
              </a:rPr>
              <a:t>myenv</a:t>
            </a:r>
            <a:r>
              <a:rPr lang="zh-CN" altLang="en-US" sz="2800" dirty="0">
                <a:solidFill>
                  <a:srgbClr val="333333"/>
                </a:solidFill>
                <a:latin typeface="Microsoft YaHei" panose="020B0503020204020204" pitchFamily="34" charset="-122"/>
                <a:ea typeface="Microsoft YaHei" panose="020B0503020204020204" pitchFamily="34" charset="-122"/>
              </a:rPr>
              <a:t>环境：</a:t>
            </a:r>
            <a:endParaRPr lang="en-US" altLang="zh-CN" sz="2800" dirty="0">
              <a:solidFill>
                <a:srgbClr val="333333"/>
              </a:solidFill>
              <a:latin typeface="Microsoft YaHei" panose="020B0503020204020204" pitchFamily="34" charset="-122"/>
              <a:ea typeface="Microsoft YaHei" panose="020B0503020204020204" pitchFamily="34" charset="-122"/>
            </a:endParaRPr>
          </a:p>
          <a:p>
            <a:pPr>
              <a:lnSpc>
                <a:spcPct val="150000"/>
              </a:lnSpc>
            </a:pPr>
            <a:r>
              <a:rPr lang="en-US" sz="2800" b="1" dirty="0" err="1">
                <a:solidFill>
                  <a:srgbClr val="FF0000"/>
                </a:solidFill>
                <a:latin typeface="Microsoft YaHei" panose="020B0503020204020204" pitchFamily="34" charset="-122"/>
                <a:ea typeface="Microsoft YaHei" panose="020B0503020204020204" pitchFamily="34" charset="-122"/>
              </a:rPr>
              <a:t>conda</a:t>
            </a:r>
            <a:r>
              <a:rPr lang="en-US" sz="2800" b="1" dirty="0">
                <a:solidFill>
                  <a:srgbClr val="FF0000"/>
                </a:solidFill>
                <a:latin typeface="Microsoft YaHei" panose="020B0503020204020204" pitchFamily="34" charset="-122"/>
                <a:ea typeface="Microsoft YaHei" panose="020B0503020204020204" pitchFamily="34" charset="-122"/>
              </a:rPr>
              <a:t> remove -n </a:t>
            </a:r>
            <a:r>
              <a:rPr lang="en-US" sz="2800" b="1" dirty="0" err="1">
                <a:solidFill>
                  <a:srgbClr val="FF0000"/>
                </a:solidFill>
                <a:latin typeface="Microsoft YaHei" panose="020B0503020204020204" pitchFamily="34" charset="-122"/>
                <a:ea typeface="Microsoft YaHei" panose="020B0503020204020204" pitchFamily="34" charset="-122"/>
              </a:rPr>
              <a:t>myenv</a:t>
            </a:r>
            <a:r>
              <a:rPr lang="en-US" sz="2800" b="1" dirty="0">
                <a:solidFill>
                  <a:srgbClr val="FF0000"/>
                </a:solidFill>
                <a:latin typeface="Microsoft YaHei" panose="020B0503020204020204" pitchFamily="34" charset="-122"/>
                <a:ea typeface="Microsoft YaHei" panose="020B0503020204020204" pitchFamily="34" charset="-122"/>
              </a:rPr>
              <a:t> --all</a:t>
            </a:r>
          </a:p>
        </p:txBody>
      </p:sp>
      <p:pic>
        <p:nvPicPr>
          <p:cNvPr id="5" name="Picture 4" descr="Text&#10;&#10;Description automatically generated">
            <a:extLst>
              <a:ext uri="{FF2B5EF4-FFF2-40B4-BE49-F238E27FC236}">
                <a16:creationId xmlns:a16="http://schemas.microsoft.com/office/drawing/2014/main" id="{9BBBBD8B-688B-710D-3D8D-BFDFD56DB232}"/>
              </a:ext>
            </a:extLst>
          </p:cNvPr>
          <p:cNvPicPr>
            <a:picLocks noChangeAspect="1"/>
          </p:cNvPicPr>
          <p:nvPr/>
        </p:nvPicPr>
        <p:blipFill>
          <a:blip r:embed="rId3"/>
          <a:stretch>
            <a:fillRect/>
          </a:stretch>
        </p:blipFill>
        <p:spPr>
          <a:xfrm>
            <a:off x="7416718" y="1052567"/>
            <a:ext cx="4476619" cy="2750693"/>
          </a:xfrm>
          <a:prstGeom prst="rect">
            <a:avLst/>
          </a:prstGeom>
        </p:spPr>
      </p:pic>
      <p:grpSp>
        <p:nvGrpSpPr>
          <p:cNvPr id="4" name="组合 3">
            <a:extLst>
              <a:ext uri="{FF2B5EF4-FFF2-40B4-BE49-F238E27FC236}">
                <a16:creationId xmlns:a16="http://schemas.microsoft.com/office/drawing/2014/main" id="{3AD00A59-6701-C91A-C6DF-2FC32C45CB14}"/>
              </a:ext>
            </a:extLst>
          </p:cNvPr>
          <p:cNvGrpSpPr/>
          <p:nvPr/>
        </p:nvGrpSpPr>
        <p:grpSpPr>
          <a:xfrm>
            <a:off x="7416718" y="3940845"/>
            <a:ext cx="4476619" cy="2690597"/>
            <a:chOff x="6218558" y="4026861"/>
            <a:chExt cx="4269333" cy="2623325"/>
          </a:xfrm>
        </p:grpSpPr>
        <p:pic>
          <p:nvPicPr>
            <p:cNvPr id="8" name="Picture 7" descr="Text&#10;&#10;Description automatically generated">
              <a:extLst>
                <a:ext uri="{FF2B5EF4-FFF2-40B4-BE49-F238E27FC236}">
                  <a16:creationId xmlns:a16="http://schemas.microsoft.com/office/drawing/2014/main" id="{B765428C-F39A-9703-24D3-B125CFA04483}"/>
                </a:ext>
              </a:extLst>
            </p:cNvPr>
            <p:cNvPicPr>
              <a:picLocks noChangeAspect="1"/>
            </p:cNvPicPr>
            <p:nvPr/>
          </p:nvPicPr>
          <p:blipFill>
            <a:blip r:embed="rId4"/>
            <a:stretch>
              <a:fillRect/>
            </a:stretch>
          </p:blipFill>
          <p:spPr>
            <a:xfrm>
              <a:off x="6218558" y="4026861"/>
              <a:ext cx="4269333" cy="2623325"/>
            </a:xfrm>
            <a:prstGeom prst="rect">
              <a:avLst/>
            </a:prstGeom>
          </p:spPr>
        </p:pic>
        <p:sp>
          <p:nvSpPr>
            <p:cNvPr id="9" name="TextBox 8">
              <a:extLst>
                <a:ext uri="{FF2B5EF4-FFF2-40B4-BE49-F238E27FC236}">
                  <a16:creationId xmlns:a16="http://schemas.microsoft.com/office/drawing/2014/main" id="{D732F9A9-4A61-8CFE-4FB6-79B6EB588A79}"/>
                </a:ext>
              </a:extLst>
            </p:cNvPr>
            <p:cNvSpPr txBox="1"/>
            <p:nvPr/>
          </p:nvSpPr>
          <p:spPr>
            <a:xfrm>
              <a:off x="7781281" y="5535734"/>
              <a:ext cx="2441694" cy="430887"/>
            </a:xfrm>
            <a:prstGeom prst="rect">
              <a:avLst/>
            </a:prstGeom>
            <a:noFill/>
          </p:spPr>
          <p:txBody>
            <a:bodyPr wrap="none" rtlCol="0">
              <a:spAutoFit/>
            </a:bodyPr>
            <a:lstStyle/>
            <a:p>
              <a:r>
                <a:rPr lang="en-CN" sz="2200">
                  <a:solidFill>
                    <a:schemeClr val="accent3"/>
                  </a:solidFill>
                  <a:latin typeface="+mn-ea"/>
                  <a:ea typeface="+mn-ea"/>
                </a:rPr>
                <a:t>查看虚拟环境信息</a:t>
              </a:r>
            </a:p>
          </p:txBody>
        </p:sp>
      </p:grpSp>
      <p:sp>
        <p:nvSpPr>
          <p:cNvPr id="6" name="TextBox 1">
            <a:extLst>
              <a:ext uri="{FF2B5EF4-FFF2-40B4-BE49-F238E27FC236}">
                <a16:creationId xmlns:a16="http://schemas.microsoft.com/office/drawing/2014/main" id="{EF189A4F-6078-1123-AB2A-A805F2BE14EB}"/>
              </a:ext>
            </a:extLst>
          </p:cNvPr>
          <p:cNvSpPr txBox="1"/>
          <p:nvPr/>
        </p:nvSpPr>
        <p:spPr>
          <a:xfrm>
            <a:off x="466406" y="902171"/>
            <a:ext cx="401354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3</a:t>
            </a:r>
            <a:r>
              <a:rPr lang="zh-CN" altLang="en-US" sz="2800" b="1" dirty="0">
                <a:solidFill>
                  <a:srgbClr val="333333"/>
                </a:solidFill>
                <a:latin typeface="+mn-ea"/>
                <a:ea typeface="+mn-ea"/>
              </a:rPr>
              <a:t>、开发环境创建</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20226403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24001" y="8526"/>
            <a:ext cx="9013371" cy="792162"/>
          </a:xfrm>
        </p:spPr>
        <p:txBody>
          <a:bodyPr/>
          <a:lstStyle/>
          <a:p>
            <a:r>
              <a:rPr lang="zh-CN" altLang="en-US" dirty="0">
                <a:latin typeface="+mn-ea"/>
              </a:rPr>
              <a:t>二</a:t>
            </a:r>
            <a:r>
              <a:rPr lang="en-US" altLang="zh-CN" dirty="0">
                <a:latin typeface="+mn-ea"/>
              </a:rPr>
              <a:t>. </a:t>
            </a:r>
            <a:r>
              <a:rPr lang="zh-CN" altLang="en-US" dirty="0">
                <a:latin typeface="微软雅黑" pitchFamily="34" charset="-122"/>
                <a:ea typeface="微软雅黑" pitchFamily="34" charset="-122"/>
              </a:rPr>
              <a:t>开源</a:t>
            </a:r>
            <a:r>
              <a:rPr lang="en-US" altLang="zh-CN" dirty="0">
                <a:latin typeface="微软雅黑" pitchFamily="34" charset="-122"/>
                <a:ea typeface="微软雅黑" pitchFamily="34" charset="-122"/>
              </a:rPr>
              <a:t>GIS</a:t>
            </a:r>
            <a:r>
              <a:rPr lang="zh-CN" altLang="en-US" dirty="0">
                <a:latin typeface="微软雅黑" pitchFamily="34" charset="-122"/>
                <a:ea typeface="微软雅黑" pitchFamily="34" charset="-122"/>
              </a:rPr>
              <a:t>软件发展史及现状</a:t>
            </a:r>
            <a:endParaRPr lang="zh-CN" altLang="en-US" dirty="0"/>
          </a:p>
        </p:txBody>
      </p:sp>
      <p:sp>
        <p:nvSpPr>
          <p:cNvPr id="2" name="TextBox 1">
            <a:extLst>
              <a:ext uri="{FF2B5EF4-FFF2-40B4-BE49-F238E27FC236}">
                <a16:creationId xmlns:a16="http://schemas.microsoft.com/office/drawing/2014/main" id="{631AADB6-C88A-D817-4683-FC087E4E240F}"/>
              </a:ext>
            </a:extLst>
          </p:cNvPr>
          <p:cNvSpPr txBox="1"/>
          <p:nvPr/>
        </p:nvSpPr>
        <p:spPr>
          <a:xfrm>
            <a:off x="784412" y="1022545"/>
            <a:ext cx="10690411"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实验练习及要求</a:t>
            </a:r>
            <a:endParaRPr lang="en-US" altLang="zh-CN" sz="3200" b="1" dirty="0">
              <a:solidFill>
                <a:srgbClr val="333333"/>
              </a:solidFill>
              <a:latin typeface="+mn-ea"/>
              <a:ea typeface="+mn-ea"/>
            </a:endParaRPr>
          </a:p>
        </p:txBody>
      </p:sp>
      <p:sp>
        <p:nvSpPr>
          <p:cNvPr id="5" name="TextBox 4">
            <a:extLst>
              <a:ext uri="{FF2B5EF4-FFF2-40B4-BE49-F238E27FC236}">
                <a16:creationId xmlns:a16="http://schemas.microsoft.com/office/drawing/2014/main" id="{FCD10A89-5E0E-5D73-1D4F-9E11D943B29C}"/>
              </a:ext>
            </a:extLst>
          </p:cNvPr>
          <p:cNvSpPr txBox="1"/>
          <p:nvPr/>
        </p:nvSpPr>
        <p:spPr>
          <a:xfrm>
            <a:off x="730294" y="1696853"/>
            <a:ext cx="10389792" cy="3735766"/>
          </a:xfrm>
          <a:prstGeom prst="rect">
            <a:avLst/>
          </a:prstGeom>
          <a:noFill/>
        </p:spPr>
        <p:txBody>
          <a:bodyPr wrap="square">
            <a:spAutoFit/>
          </a:bodyPr>
          <a:lstStyle/>
          <a:p>
            <a:pPr algn="just">
              <a:lnSpc>
                <a:spcPct val="200000"/>
              </a:lnSpc>
            </a:pPr>
            <a:r>
              <a:rPr lang="en-US" altLang="zh-CN" sz="3200" b="1" dirty="0">
                <a:solidFill>
                  <a:srgbClr val="FF0000"/>
                </a:solidFill>
                <a:latin typeface="+mn-ea"/>
                <a:ea typeface="+mn-ea"/>
              </a:rPr>
              <a:t>Python</a:t>
            </a:r>
            <a:r>
              <a:rPr lang="zh-CN" altLang="en-US" sz="3200" b="1" dirty="0">
                <a:solidFill>
                  <a:srgbClr val="FF0000"/>
                </a:solidFill>
                <a:latin typeface="+mn-ea"/>
                <a:ea typeface="+mn-ea"/>
              </a:rPr>
              <a:t>开发环境配置</a:t>
            </a:r>
            <a:endParaRPr lang="en-US" altLang="zh-CN" sz="3200" b="1" dirty="0">
              <a:solidFill>
                <a:srgbClr val="FF0000"/>
              </a:solidFill>
              <a:latin typeface="+mn-ea"/>
              <a:ea typeface="+mn-ea"/>
            </a:endParaRPr>
          </a:p>
          <a:p>
            <a:pPr marL="342900" indent="-342900" algn="just">
              <a:lnSpc>
                <a:spcPct val="200000"/>
              </a:lnSpc>
              <a:buFont typeface="Arial" panose="020B0604020202020204" pitchFamily="34" charset="0"/>
              <a:buChar char="•"/>
            </a:pPr>
            <a:r>
              <a:rPr lang="en-US" altLang="zh-CN" dirty="0" err="1">
                <a:solidFill>
                  <a:srgbClr val="333333"/>
                </a:solidFill>
                <a:latin typeface="+mn-ea"/>
                <a:ea typeface="+mn-ea"/>
              </a:rPr>
              <a:t>Vscode</a:t>
            </a:r>
            <a:r>
              <a:rPr lang="zh-CN" altLang="en-US" dirty="0">
                <a:solidFill>
                  <a:srgbClr val="333333"/>
                </a:solidFill>
                <a:latin typeface="+mn-ea"/>
                <a:ea typeface="+mn-ea"/>
              </a:rPr>
              <a:t>安装及设置，</a:t>
            </a:r>
            <a:r>
              <a:rPr lang="en-US" altLang="zh-CN" dirty="0">
                <a:solidFill>
                  <a:srgbClr val="333333"/>
                </a:solidFill>
                <a:latin typeface="+mn-ea"/>
                <a:ea typeface="+mn-ea"/>
              </a:rPr>
              <a:t> </a:t>
            </a:r>
            <a:r>
              <a:rPr lang="en-US" altLang="zh-CN" dirty="0" err="1">
                <a:solidFill>
                  <a:srgbClr val="333333"/>
                </a:solidFill>
                <a:latin typeface="+mn-ea"/>
                <a:ea typeface="+mn-ea"/>
              </a:rPr>
              <a:t>Miniconda</a:t>
            </a:r>
            <a:r>
              <a:rPr lang="zh-CN" altLang="en-US" dirty="0">
                <a:solidFill>
                  <a:srgbClr val="333333"/>
                </a:solidFill>
                <a:latin typeface="+mn-ea"/>
                <a:ea typeface="+mn-ea"/>
              </a:rPr>
              <a:t>工具下载及安装</a:t>
            </a:r>
            <a:r>
              <a:rPr lang="en-US" altLang="zh-CN" dirty="0">
                <a:solidFill>
                  <a:srgbClr val="333333"/>
                </a:solidFill>
                <a:latin typeface="+mn-ea"/>
                <a:ea typeface="+mn-ea"/>
              </a:rPr>
              <a:t>;</a:t>
            </a:r>
            <a:r>
              <a:rPr lang="zh-CN" altLang="en-US" dirty="0">
                <a:solidFill>
                  <a:srgbClr val="333333"/>
                </a:solidFill>
                <a:latin typeface="+mn-ea"/>
                <a:ea typeface="+mn-ea"/>
              </a:rPr>
              <a:t> </a:t>
            </a:r>
            <a:endParaRPr lang="en-US" altLang="zh-CN" dirty="0">
              <a:solidFill>
                <a:srgbClr val="333333"/>
              </a:solidFill>
              <a:latin typeface="+mn-ea"/>
              <a:ea typeface="+mn-ea"/>
            </a:endParaRPr>
          </a:p>
          <a:p>
            <a:pPr marL="342900" indent="-342900" algn="just">
              <a:lnSpc>
                <a:spcPct val="200000"/>
              </a:lnSpc>
              <a:buFont typeface="Arial" panose="020B0604020202020204" pitchFamily="34" charset="0"/>
              <a:buChar char="•"/>
            </a:pPr>
            <a:r>
              <a:rPr lang="en-US" altLang="zh-CN" dirty="0" err="1">
                <a:solidFill>
                  <a:srgbClr val="333333"/>
                </a:solidFill>
                <a:latin typeface="+mn-ea"/>
                <a:ea typeface="+mn-ea"/>
              </a:rPr>
              <a:t>Jupyter</a:t>
            </a:r>
            <a:r>
              <a:rPr lang="en-US" altLang="zh-CN" dirty="0">
                <a:solidFill>
                  <a:srgbClr val="333333"/>
                </a:solidFill>
                <a:latin typeface="+mn-ea"/>
                <a:ea typeface="+mn-ea"/>
              </a:rPr>
              <a:t> Notebook</a:t>
            </a:r>
            <a:r>
              <a:rPr lang="zh-CN" altLang="en-US" dirty="0">
                <a:solidFill>
                  <a:srgbClr val="333333"/>
                </a:solidFill>
                <a:latin typeface="+mn-ea"/>
                <a:ea typeface="+mn-ea"/>
              </a:rPr>
              <a:t>插件安装及使用</a:t>
            </a:r>
            <a:r>
              <a:rPr lang="en-US" altLang="zh-CN" dirty="0">
                <a:solidFill>
                  <a:srgbClr val="333333"/>
                </a:solidFill>
                <a:latin typeface="+mn-ea"/>
                <a:ea typeface="+mn-ea"/>
              </a:rPr>
              <a:t>;</a:t>
            </a:r>
          </a:p>
          <a:p>
            <a:pPr marL="342900" indent="-342900" algn="just">
              <a:lnSpc>
                <a:spcPct val="200000"/>
              </a:lnSpc>
              <a:buFont typeface="Arial" panose="020B0604020202020204" pitchFamily="34" charset="0"/>
              <a:buChar char="•"/>
            </a:pPr>
            <a:r>
              <a:rPr lang="en-US" altLang="zh-CN" dirty="0">
                <a:solidFill>
                  <a:srgbClr val="333333"/>
                </a:solidFill>
                <a:latin typeface="+mn-ea"/>
                <a:ea typeface="+mn-ea"/>
              </a:rPr>
              <a:t>Python</a:t>
            </a:r>
            <a:r>
              <a:rPr lang="zh-CN" altLang="en-US" dirty="0">
                <a:solidFill>
                  <a:srgbClr val="333333"/>
                </a:solidFill>
                <a:latin typeface="+mn-ea"/>
                <a:ea typeface="+mn-ea"/>
              </a:rPr>
              <a:t>开发环境创建与删除，</a:t>
            </a:r>
            <a:r>
              <a:rPr lang="en-US" altLang="zh-CN" dirty="0">
                <a:solidFill>
                  <a:srgbClr val="333333"/>
                </a:solidFill>
                <a:latin typeface="+mn-ea"/>
                <a:ea typeface="+mn-ea"/>
              </a:rPr>
              <a:t>Python</a:t>
            </a:r>
            <a:r>
              <a:rPr lang="zh-CN" altLang="en-US" dirty="0">
                <a:solidFill>
                  <a:srgbClr val="333333"/>
                </a:solidFill>
                <a:latin typeface="+mn-ea"/>
                <a:ea typeface="+mn-ea"/>
              </a:rPr>
              <a:t>第三软件包安装。</a:t>
            </a:r>
            <a:endParaRPr lang="en-US" altLang="zh-CN" dirty="0">
              <a:solidFill>
                <a:srgbClr val="333333"/>
              </a:solidFill>
              <a:latin typeface="+mn-ea"/>
              <a:ea typeface="+mn-ea"/>
            </a:endParaRPr>
          </a:p>
        </p:txBody>
      </p:sp>
    </p:spTree>
    <p:extLst>
      <p:ext uri="{BB962C8B-B14F-4D97-AF65-F5344CB8AC3E}">
        <p14:creationId xmlns:p14="http://schemas.microsoft.com/office/powerpoint/2010/main" val="420700468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3AEEF4E-3B74-4C0A-71A9-DD631051AA61}"/>
              </a:ext>
            </a:extLst>
          </p:cNvPr>
          <p:cNvSpPr>
            <a:spLocks noGrp="1"/>
          </p:cNvSpPr>
          <p:nvPr>
            <p:ph type="sldNum" sz="quarter" idx="12"/>
          </p:nvPr>
        </p:nvSpPr>
        <p:spPr/>
        <p:txBody>
          <a:bodyPr/>
          <a:lstStyle/>
          <a:p>
            <a:r>
              <a:rPr lang="en-US" altLang="zh-CN">
                <a:solidFill>
                  <a:prstClr val="black">
                    <a:tint val="75000"/>
                  </a:prstClr>
                </a:solidFill>
              </a:rPr>
              <a:t>Page </a:t>
            </a:r>
            <a:fld id="{5B7D6B44-8869-44D6-9B46-FD9D3C769EB1}" type="slidenum">
              <a:rPr lang="zh-CN" altLang="en-US" smtClean="0">
                <a:solidFill>
                  <a:prstClr val="black">
                    <a:tint val="75000"/>
                  </a:prstClr>
                </a:solidFill>
              </a:rPr>
              <a:pPr/>
              <a:t>35</a:t>
            </a:fld>
            <a:endParaRPr lang="zh-CN" altLang="en-US">
              <a:solidFill>
                <a:prstClr val="black">
                  <a:tint val="75000"/>
                </a:prstClr>
              </a:solidFill>
            </a:endParaRPr>
          </a:p>
        </p:txBody>
      </p:sp>
      <p:sp>
        <p:nvSpPr>
          <p:cNvPr id="3" name="标题 2">
            <a:extLst>
              <a:ext uri="{FF2B5EF4-FFF2-40B4-BE49-F238E27FC236}">
                <a16:creationId xmlns:a16="http://schemas.microsoft.com/office/drawing/2014/main" id="{339A5AF2-197F-8F9A-C15B-F9458266B4F3}"/>
              </a:ext>
            </a:extLst>
          </p:cNvPr>
          <p:cNvSpPr>
            <a:spLocks noGrp="1"/>
          </p:cNvSpPr>
          <p:nvPr>
            <p:ph type="title"/>
          </p:nvPr>
        </p:nvSpPr>
        <p:spPr/>
        <p:txBody>
          <a:bodyPr/>
          <a:lstStyle/>
          <a:p>
            <a:endParaRPr lang="zh-CN" altLang="en-US"/>
          </a:p>
        </p:txBody>
      </p:sp>
      <p:sp>
        <p:nvSpPr>
          <p:cNvPr id="4" name="文本框 3">
            <a:extLst>
              <a:ext uri="{FF2B5EF4-FFF2-40B4-BE49-F238E27FC236}">
                <a16:creationId xmlns:a16="http://schemas.microsoft.com/office/drawing/2014/main" id="{5E30AAF5-7E10-8217-490A-59DD67D9F2A2}"/>
              </a:ext>
            </a:extLst>
          </p:cNvPr>
          <p:cNvSpPr txBox="1"/>
          <p:nvPr/>
        </p:nvSpPr>
        <p:spPr>
          <a:xfrm>
            <a:off x="415090" y="1129192"/>
            <a:ext cx="4752191" cy="4801314"/>
          </a:xfrm>
          <a:prstGeom prst="rect">
            <a:avLst/>
          </a:prstGeom>
          <a:noFill/>
        </p:spPr>
        <p:txBody>
          <a:bodyPr wrap="square" rtlCol="0">
            <a:spAutoFit/>
          </a:bodyPr>
          <a:lstStyle/>
          <a:p>
            <a:pPr algn="l"/>
            <a:r>
              <a:rPr lang="en-US" altLang="zh-CN" sz="3600" b="1" dirty="0">
                <a:solidFill>
                  <a:srgbClr val="FF0000"/>
                </a:solidFill>
              </a:rPr>
              <a:t>1. </a:t>
            </a:r>
            <a:r>
              <a:rPr lang="en-US" altLang="zh-CN" sz="3600" b="1" dirty="0" err="1">
                <a:solidFill>
                  <a:srgbClr val="FF0000"/>
                </a:solidFill>
              </a:rPr>
              <a:t>conda</a:t>
            </a:r>
            <a:r>
              <a:rPr lang="en-US" altLang="zh-CN" sz="3600" b="1" dirty="0">
                <a:solidFill>
                  <a:srgbClr val="FF0000"/>
                </a:solidFill>
              </a:rPr>
              <a:t> –V</a:t>
            </a:r>
          </a:p>
          <a:p>
            <a:pPr algn="l"/>
            <a:r>
              <a:rPr lang="en-US" altLang="zh-CN" sz="3600" b="1" dirty="0">
                <a:solidFill>
                  <a:srgbClr val="FF0000"/>
                </a:solidFill>
              </a:rPr>
              <a:t>2. python –V </a:t>
            </a:r>
          </a:p>
          <a:p>
            <a:pPr algn="l"/>
            <a:r>
              <a:rPr lang="en-US" altLang="zh-CN" sz="3600" b="1" dirty="0">
                <a:solidFill>
                  <a:srgbClr val="FF0000"/>
                </a:solidFill>
              </a:rPr>
              <a:t>3. pip install </a:t>
            </a:r>
            <a:r>
              <a:rPr lang="en-US" altLang="zh-CN" sz="3600" b="1" dirty="0" err="1">
                <a:solidFill>
                  <a:srgbClr val="FF0000"/>
                </a:solidFill>
              </a:rPr>
              <a:t>xxxx</a:t>
            </a:r>
            <a:endParaRPr lang="en-US" altLang="zh-CN" sz="3600" b="1" dirty="0">
              <a:solidFill>
                <a:srgbClr val="FF0000"/>
              </a:solidFill>
            </a:endParaRPr>
          </a:p>
          <a:p>
            <a:pPr algn="l"/>
            <a:r>
              <a:rPr lang="en-US" altLang="zh-CN" sz="3600" b="1" dirty="0">
                <a:solidFill>
                  <a:srgbClr val="FF0000"/>
                </a:solidFill>
              </a:rPr>
              <a:t>4. </a:t>
            </a:r>
            <a:r>
              <a:rPr lang="en-US" altLang="zh-CN" sz="3600" b="1" dirty="0" err="1">
                <a:solidFill>
                  <a:srgbClr val="FF0000"/>
                </a:solidFill>
              </a:rPr>
              <a:t>conda</a:t>
            </a:r>
            <a:r>
              <a:rPr lang="en-US" altLang="zh-CN" sz="3600" b="1" dirty="0">
                <a:solidFill>
                  <a:srgbClr val="FF0000"/>
                </a:solidFill>
              </a:rPr>
              <a:t> install </a:t>
            </a:r>
            <a:r>
              <a:rPr lang="en-US" altLang="zh-CN" sz="3600" b="1" dirty="0" err="1">
                <a:solidFill>
                  <a:srgbClr val="FF0000"/>
                </a:solidFill>
              </a:rPr>
              <a:t>xxxx</a:t>
            </a:r>
            <a:endParaRPr lang="en-US" altLang="zh-CN" sz="3600" b="1" dirty="0">
              <a:solidFill>
                <a:srgbClr val="FF0000"/>
              </a:solidFill>
            </a:endParaRPr>
          </a:p>
          <a:p>
            <a:pPr algn="l"/>
            <a:r>
              <a:rPr lang="en-US" altLang="zh-CN" sz="3600" b="1" dirty="0">
                <a:solidFill>
                  <a:srgbClr val="FF0000"/>
                </a:solidFill>
              </a:rPr>
              <a:t>5. </a:t>
            </a:r>
            <a:r>
              <a:rPr lang="en-US" altLang="zh-CN" sz="3600" b="1" dirty="0" err="1">
                <a:solidFill>
                  <a:srgbClr val="FF0000"/>
                </a:solidFill>
              </a:rPr>
              <a:t>conda</a:t>
            </a:r>
            <a:r>
              <a:rPr lang="en-US" altLang="zh-CN" sz="3600" b="1" dirty="0">
                <a:solidFill>
                  <a:srgbClr val="FF0000"/>
                </a:solidFill>
              </a:rPr>
              <a:t> uninstall </a:t>
            </a:r>
            <a:r>
              <a:rPr lang="en-US" altLang="zh-CN" sz="3600" b="1" dirty="0" err="1">
                <a:solidFill>
                  <a:srgbClr val="FF0000"/>
                </a:solidFill>
              </a:rPr>
              <a:t>xxxx</a:t>
            </a:r>
            <a:endParaRPr lang="en-US" altLang="zh-CN" sz="3600" b="1" dirty="0">
              <a:solidFill>
                <a:srgbClr val="FF0000"/>
              </a:solidFill>
            </a:endParaRPr>
          </a:p>
          <a:p>
            <a:pPr algn="l"/>
            <a:r>
              <a:rPr lang="en-US" altLang="zh-CN" sz="3600" b="1" dirty="0">
                <a:solidFill>
                  <a:srgbClr val="FF0000"/>
                </a:solidFill>
              </a:rPr>
              <a:t>6. </a:t>
            </a:r>
            <a:r>
              <a:rPr lang="en-US" altLang="zh-CN" sz="3600" b="1" dirty="0" err="1">
                <a:solidFill>
                  <a:srgbClr val="FF0000"/>
                </a:solidFill>
              </a:rPr>
              <a:t>conda</a:t>
            </a:r>
            <a:r>
              <a:rPr lang="en-US" altLang="zh-CN" sz="3600" b="1" dirty="0">
                <a:solidFill>
                  <a:srgbClr val="FF0000"/>
                </a:solidFill>
              </a:rPr>
              <a:t> env list</a:t>
            </a:r>
          </a:p>
        </p:txBody>
      </p:sp>
      <p:sp>
        <p:nvSpPr>
          <p:cNvPr id="6" name="文本框 5">
            <a:extLst>
              <a:ext uri="{FF2B5EF4-FFF2-40B4-BE49-F238E27FC236}">
                <a16:creationId xmlns:a16="http://schemas.microsoft.com/office/drawing/2014/main" id="{51240F33-0A84-B9B4-D697-BC5F49681EEB}"/>
              </a:ext>
            </a:extLst>
          </p:cNvPr>
          <p:cNvSpPr txBox="1"/>
          <p:nvPr/>
        </p:nvSpPr>
        <p:spPr>
          <a:xfrm>
            <a:off x="5349877" y="2233664"/>
            <a:ext cx="6658551" cy="2800767"/>
          </a:xfrm>
          <a:prstGeom prst="rect">
            <a:avLst/>
          </a:prstGeom>
          <a:noFill/>
        </p:spPr>
        <p:txBody>
          <a:bodyPr wrap="square">
            <a:spAutoFit/>
          </a:bodyPr>
          <a:lstStyle/>
          <a:p>
            <a:pPr algn="l"/>
            <a:r>
              <a:rPr lang="en-US" altLang="zh-CN" sz="3200" b="1" dirty="0">
                <a:solidFill>
                  <a:srgbClr val="FF0000"/>
                </a:solidFill>
              </a:rPr>
              <a:t>7. </a:t>
            </a:r>
            <a:r>
              <a:rPr lang="en-US" altLang="zh-CN" sz="3200" b="1" dirty="0" err="1">
                <a:solidFill>
                  <a:srgbClr val="FF0000"/>
                </a:solidFill>
              </a:rPr>
              <a:t>conda</a:t>
            </a:r>
            <a:r>
              <a:rPr lang="en-US" altLang="zh-CN" sz="3200" b="1" dirty="0">
                <a:solidFill>
                  <a:srgbClr val="FF0000"/>
                </a:solidFill>
              </a:rPr>
              <a:t> create –n </a:t>
            </a:r>
            <a:r>
              <a:rPr lang="en-US" altLang="zh-CN" sz="3200" b="1" dirty="0" err="1">
                <a:solidFill>
                  <a:srgbClr val="FF0000"/>
                </a:solidFill>
              </a:rPr>
              <a:t>xxxx</a:t>
            </a:r>
            <a:r>
              <a:rPr lang="en-US" altLang="zh-CN" sz="3200" b="1" dirty="0">
                <a:solidFill>
                  <a:srgbClr val="FF0000"/>
                </a:solidFill>
              </a:rPr>
              <a:t> python=</a:t>
            </a:r>
            <a:r>
              <a:rPr lang="en-US" altLang="zh-CN" sz="3200" b="1" dirty="0" err="1">
                <a:solidFill>
                  <a:srgbClr val="FF0000"/>
                </a:solidFill>
              </a:rPr>
              <a:t>xxxx</a:t>
            </a:r>
            <a:endParaRPr lang="en-US" altLang="zh-CN" sz="3200" b="1" dirty="0">
              <a:solidFill>
                <a:srgbClr val="FF0000"/>
              </a:solidFill>
            </a:endParaRPr>
          </a:p>
          <a:p>
            <a:pPr algn="l"/>
            <a:r>
              <a:rPr lang="en-US" altLang="zh-CN" sz="3200" b="1" dirty="0">
                <a:solidFill>
                  <a:srgbClr val="FF0000"/>
                </a:solidFill>
              </a:rPr>
              <a:t>8. </a:t>
            </a:r>
            <a:r>
              <a:rPr lang="en-US" altLang="zh-CN" sz="3200" b="1" dirty="0" err="1">
                <a:solidFill>
                  <a:srgbClr val="FF0000"/>
                </a:solidFill>
              </a:rPr>
              <a:t>conda</a:t>
            </a:r>
            <a:r>
              <a:rPr lang="en-US" altLang="zh-CN" sz="3200" b="1" dirty="0">
                <a:solidFill>
                  <a:srgbClr val="FF0000"/>
                </a:solidFill>
              </a:rPr>
              <a:t> activate </a:t>
            </a:r>
            <a:r>
              <a:rPr lang="en-US" altLang="zh-CN" sz="3200" b="1" dirty="0" err="1">
                <a:solidFill>
                  <a:srgbClr val="FF0000"/>
                </a:solidFill>
              </a:rPr>
              <a:t>xxxx</a:t>
            </a:r>
            <a:endParaRPr lang="en-US" altLang="zh-CN" sz="3200" b="1" dirty="0">
              <a:solidFill>
                <a:srgbClr val="FF0000"/>
              </a:solidFill>
            </a:endParaRPr>
          </a:p>
          <a:p>
            <a:pPr algn="l"/>
            <a:r>
              <a:rPr lang="en-US" altLang="zh-CN" sz="3200" b="1" dirty="0">
                <a:solidFill>
                  <a:srgbClr val="FF0000"/>
                </a:solidFill>
              </a:rPr>
              <a:t>9. </a:t>
            </a:r>
            <a:r>
              <a:rPr lang="en-US" altLang="zh-CN" sz="3200" b="1" dirty="0" err="1">
                <a:solidFill>
                  <a:srgbClr val="FF0000"/>
                </a:solidFill>
              </a:rPr>
              <a:t>conda</a:t>
            </a:r>
            <a:r>
              <a:rPr lang="en-US" altLang="zh-CN" sz="3200" b="1" dirty="0">
                <a:solidFill>
                  <a:srgbClr val="FF0000"/>
                </a:solidFill>
              </a:rPr>
              <a:t> deactivate </a:t>
            </a:r>
            <a:r>
              <a:rPr lang="en-US" altLang="zh-CN" sz="3200" b="1" dirty="0" err="1">
                <a:solidFill>
                  <a:srgbClr val="FF0000"/>
                </a:solidFill>
              </a:rPr>
              <a:t>xxxx</a:t>
            </a:r>
            <a:endParaRPr lang="en-US" altLang="zh-CN" sz="3200" b="1" dirty="0">
              <a:solidFill>
                <a:srgbClr val="FF0000"/>
              </a:solidFill>
            </a:endParaRPr>
          </a:p>
          <a:p>
            <a:pPr algn="l"/>
            <a:r>
              <a:rPr lang="en-US" altLang="zh-CN" sz="3200" b="1" dirty="0">
                <a:solidFill>
                  <a:srgbClr val="FF0000"/>
                </a:solidFill>
              </a:rPr>
              <a:t>10.conda remove –n </a:t>
            </a:r>
            <a:r>
              <a:rPr lang="en-US" altLang="zh-CN" sz="3200" b="1" dirty="0" err="1">
                <a:solidFill>
                  <a:srgbClr val="FF0000"/>
                </a:solidFill>
              </a:rPr>
              <a:t>xxxx</a:t>
            </a:r>
            <a:r>
              <a:rPr lang="en-US" altLang="zh-CN" sz="3200" b="1" dirty="0">
                <a:solidFill>
                  <a:srgbClr val="FF0000"/>
                </a:solidFill>
              </a:rPr>
              <a:t> -all</a:t>
            </a:r>
            <a:endParaRPr lang="zh-CN" altLang="en-US" sz="3200" b="1" dirty="0">
              <a:solidFill>
                <a:srgbClr val="FF0000"/>
              </a:solidFill>
            </a:endParaRPr>
          </a:p>
        </p:txBody>
      </p:sp>
    </p:spTree>
    <p:extLst>
      <p:ext uri="{BB962C8B-B14F-4D97-AF65-F5344CB8AC3E}">
        <p14:creationId xmlns:p14="http://schemas.microsoft.com/office/powerpoint/2010/main" val="356226633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r>
              <a:rPr lang="zh-CN" altLang="en-US" dirty="0">
                <a:latin typeface="微软雅黑" pitchFamily="34" charset="-122"/>
                <a:ea typeface="微软雅黑" pitchFamily="34" charset="-122"/>
              </a:rPr>
              <a:t>三、</a:t>
            </a:r>
            <a:r>
              <a:rPr lang="en-US" altLang="zh-CN" dirty="0">
                <a:latin typeface="微软雅黑" pitchFamily="34" charset="-122"/>
                <a:ea typeface="微软雅黑" pitchFamily="34" charset="-122"/>
              </a:rPr>
              <a:t>Python</a:t>
            </a:r>
            <a:r>
              <a:rPr lang="zh-CN" altLang="en-US" dirty="0">
                <a:latin typeface="微软雅黑" pitchFamily="34" charset="-122"/>
                <a:ea typeface="微软雅黑" pitchFamily="34" charset="-122"/>
              </a:rPr>
              <a:t>开发环境配置</a:t>
            </a:r>
            <a:endParaRPr lang="zh-CN" altLang="en-US" dirty="0"/>
          </a:p>
        </p:txBody>
      </p:sp>
      <p:sp>
        <p:nvSpPr>
          <p:cNvPr id="11" name="TextBox 10">
            <a:extLst>
              <a:ext uri="{FF2B5EF4-FFF2-40B4-BE49-F238E27FC236}">
                <a16:creationId xmlns:a16="http://schemas.microsoft.com/office/drawing/2014/main" id="{53A7E693-8098-76C4-CD5D-47166ABEB164}"/>
              </a:ext>
            </a:extLst>
          </p:cNvPr>
          <p:cNvSpPr txBox="1"/>
          <p:nvPr/>
        </p:nvSpPr>
        <p:spPr>
          <a:xfrm>
            <a:off x="510073" y="797358"/>
            <a:ext cx="9743375"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实验一</a:t>
            </a:r>
            <a:endParaRPr lang="en-US" altLang="zh-CN" sz="3200" b="1" dirty="0">
              <a:solidFill>
                <a:srgbClr val="333333"/>
              </a:solidFill>
              <a:latin typeface="+mn-ea"/>
              <a:ea typeface="+mn-ea"/>
            </a:endParaRPr>
          </a:p>
        </p:txBody>
      </p:sp>
      <p:sp>
        <p:nvSpPr>
          <p:cNvPr id="13" name="TextBox 12">
            <a:extLst>
              <a:ext uri="{FF2B5EF4-FFF2-40B4-BE49-F238E27FC236}">
                <a16:creationId xmlns:a16="http://schemas.microsoft.com/office/drawing/2014/main" id="{303BC878-BC57-D350-27A3-F03AE48213AC}"/>
              </a:ext>
            </a:extLst>
          </p:cNvPr>
          <p:cNvSpPr txBox="1"/>
          <p:nvPr/>
        </p:nvSpPr>
        <p:spPr>
          <a:xfrm>
            <a:off x="398899" y="2178835"/>
            <a:ext cx="11457616" cy="4351319"/>
          </a:xfrm>
          <a:prstGeom prst="rect">
            <a:avLst/>
          </a:prstGeom>
          <a:noFill/>
        </p:spPr>
        <p:txBody>
          <a:bodyPr wrap="square">
            <a:spAutoFit/>
          </a:bodyPr>
          <a:lstStyle/>
          <a:p>
            <a:pPr algn="just">
              <a:lnSpc>
                <a:spcPct val="200000"/>
              </a:lnSpc>
            </a:pPr>
            <a:r>
              <a:rPr lang="zh-CN" altLang="en-US" sz="2800" b="1" dirty="0">
                <a:solidFill>
                  <a:srgbClr val="333333"/>
                </a:solidFill>
                <a:latin typeface="+mn-ea"/>
                <a:ea typeface="+mn-ea"/>
              </a:rPr>
              <a:t>作业内容及要求：</a:t>
            </a:r>
            <a:endParaRPr lang="en-US" altLang="zh-CN" sz="2800" b="1" dirty="0">
              <a:solidFill>
                <a:srgbClr val="333333"/>
              </a:solidFill>
              <a:latin typeface="+mn-ea"/>
              <a:ea typeface="+mn-ea"/>
            </a:endParaRPr>
          </a:p>
          <a:p>
            <a:pPr algn="just">
              <a:lnSpc>
                <a:spcPct val="200000"/>
              </a:lnSpc>
            </a:pPr>
            <a:r>
              <a:rPr lang="zh-CN" altLang="en-US" dirty="0">
                <a:solidFill>
                  <a:srgbClr val="333333"/>
                </a:solidFill>
                <a:latin typeface="+mn-ea"/>
                <a:ea typeface="+mn-ea"/>
              </a:rPr>
              <a:t>（</a:t>
            </a:r>
            <a:r>
              <a:rPr lang="en-US" altLang="zh-CN" dirty="0">
                <a:solidFill>
                  <a:srgbClr val="333333"/>
                </a:solidFill>
                <a:latin typeface="+mn-ea"/>
                <a:ea typeface="+mn-ea"/>
              </a:rPr>
              <a:t>1</a:t>
            </a:r>
            <a:r>
              <a:rPr lang="zh-CN" altLang="en-US" dirty="0">
                <a:solidFill>
                  <a:srgbClr val="333333"/>
                </a:solidFill>
                <a:latin typeface="+mn-ea"/>
                <a:ea typeface="+mn-ea"/>
              </a:rPr>
              <a:t>）安装</a:t>
            </a:r>
            <a:r>
              <a:rPr lang="en-US" altLang="zh-CN" dirty="0" err="1">
                <a:solidFill>
                  <a:srgbClr val="333333"/>
                </a:solidFill>
                <a:latin typeface="+mn-ea"/>
                <a:ea typeface="+mn-ea"/>
              </a:rPr>
              <a:t>miniconda</a:t>
            </a:r>
            <a:r>
              <a:rPr lang="zh-CN" altLang="en-US" dirty="0">
                <a:solidFill>
                  <a:srgbClr val="333333"/>
                </a:solidFill>
                <a:latin typeface="+mn-ea"/>
                <a:ea typeface="+mn-ea"/>
              </a:rPr>
              <a:t>软件。</a:t>
            </a:r>
            <a:endParaRPr lang="en-US" altLang="zh-CN" dirty="0">
              <a:solidFill>
                <a:srgbClr val="333333"/>
              </a:solidFill>
              <a:latin typeface="+mn-ea"/>
              <a:ea typeface="+mn-ea"/>
            </a:endParaRPr>
          </a:p>
          <a:p>
            <a:pPr algn="just">
              <a:lnSpc>
                <a:spcPct val="200000"/>
              </a:lnSpc>
            </a:pPr>
            <a:r>
              <a:rPr lang="zh-CN" altLang="en-US" dirty="0">
                <a:solidFill>
                  <a:srgbClr val="333333"/>
                </a:solidFill>
                <a:latin typeface="+mn-ea"/>
                <a:ea typeface="+mn-ea"/>
              </a:rPr>
              <a:t>（</a:t>
            </a:r>
            <a:r>
              <a:rPr lang="en-US" altLang="zh-CN" dirty="0">
                <a:solidFill>
                  <a:srgbClr val="333333"/>
                </a:solidFill>
                <a:latin typeface="+mn-ea"/>
                <a:ea typeface="+mn-ea"/>
              </a:rPr>
              <a:t>2</a:t>
            </a:r>
            <a:r>
              <a:rPr lang="zh-CN" altLang="en-US" dirty="0">
                <a:solidFill>
                  <a:srgbClr val="333333"/>
                </a:solidFill>
                <a:latin typeface="+mn-ea"/>
                <a:ea typeface="+mn-ea"/>
              </a:rPr>
              <a:t>）利用</a:t>
            </a:r>
            <a:r>
              <a:rPr lang="en-US" altLang="zh-CN" dirty="0" err="1">
                <a:solidFill>
                  <a:srgbClr val="333333"/>
                </a:solidFill>
                <a:latin typeface="+mn-ea"/>
                <a:ea typeface="+mn-ea"/>
              </a:rPr>
              <a:t>miniconda</a:t>
            </a:r>
            <a:r>
              <a:rPr lang="zh-CN" altLang="en-US" dirty="0">
                <a:solidFill>
                  <a:srgbClr val="333333"/>
                </a:solidFill>
                <a:latin typeface="+mn-ea"/>
                <a:ea typeface="+mn-ea"/>
              </a:rPr>
              <a:t>创建名为“</a:t>
            </a:r>
            <a:r>
              <a:rPr lang="en-US" altLang="zh-CN" dirty="0">
                <a:solidFill>
                  <a:srgbClr val="333333"/>
                </a:solidFill>
                <a:latin typeface="+mn-ea"/>
                <a:ea typeface="+mn-ea"/>
              </a:rPr>
              <a:t>my-env</a:t>
            </a:r>
            <a:r>
              <a:rPr lang="zh-CN" altLang="en-US" dirty="0">
                <a:solidFill>
                  <a:srgbClr val="333333"/>
                </a:solidFill>
                <a:latin typeface="+mn-ea"/>
                <a:ea typeface="+mn-ea"/>
              </a:rPr>
              <a:t>”的</a:t>
            </a:r>
            <a:r>
              <a:rPr lang="en-US" altLang="zh-CN" dirty="0">
                <a:solidFill>
                  <a:srgbClr val="333333"/>
                </a:solidFill>
                <a:latin typeface="+mn-ea"/>
                <a:ea typeface="+mn-ea"/>
              </a:rPr>
              <a:t>Python</a:t>
            </a:r>
            <a:r>
              <a:rPr lang="zh-CN" altLang="en-US" dirty="0">
                <a:solidFill>
                  <a:srgbClr val="333333"/>
                </a:solidFill>
                <a:latin typeface="+mn-ea"/>
                <a:ea typeface="+mn-ea"/>
              </a:rPr>
              <a:t>开发环境。</a:t>
            </a:r>
            <a:endParaRPr lang="en-US" altLang="zh-CN" dirty="0">
              <a:solidFill>
                <a:srgbClr val="333333"/>
              </a:solidFill>
              <a:latin typeface="+mn-ea"/>
              <a:ea typeface="+mn-ea"/>
            </a:endParaRPr>
          </a:p>
          <a:p>
            <a:pPr algn="just">
              <a:lnSpc>
                <a:spcPct val="200000"/>
              </a:lnSpc>
            </a:pPr>
            <a:r>
              <a:rPr lang="zh-CN" altLang="en-US" dirty="0">
                <a:solidFill>
                  <a:srgbClr val="333333"/>
                </a:solidFill>
                <a:latin typeface="+mn-ea"/>
                <a:ea typeface="+mn-ea"/>
              </a:rPr>
              <a:t>（</a:t>
            </a:r>
            <a:r>
              <a:rPr lang="en-US" altLang="zh-CN" dirty="0">
                <a:solidFill>
                  <a:srgbClr val="333333"/>
                </a:solidFill>
                <a:latin typeface="+mn-ea"/>
                <a:ea typeface="+mn-ea"/>
              </a:rPr>
              <a:t>3</a:t>
            </a:r>
            <a:r>
              <a:rPr lang="zh-CN" altLang="en-US" dirty="0">
                <a:solidFill>
                  <a:srgbClr val="333333"/>
                </a:solidFill>
                <a:latin typeface="+mn-ea"/>
                <a:ea typeface="+mn-ea"/>
              </a:rPr>
              <a:t>）在开发环境中安装</a:t>
            </a:r>
            <a:r>
              <a:rPr lang="en-US" altLang="zh-CN" dirty="0" err="1">
                <a:solidFill>
                  <a:srgbClr val="333333"/>
                </a:solidFill>
                <a:highlight>
                  <a:srgbClr val="FFFF00"/>
                </a:highlight>
                <a:latin typeface="+mn-ea"/>
                <a:ea typeface="+mn-ea"/>
              </a:rPr>
              <a:t>numpy</a:t>
            </a:r>
            <a:r>
              <a:rPr lang="en-US" altLang="zh-CN" dirty="0">
                <a:solidFill>
                  <a:srgbClr val="333333"/>
                </a:solidFill>
                <a:highlight>
                  <a:srgbClr val="FFFF00"/>
                </a:highlight>
                <a:latin typeface="+mn-ea"/>
                <a:ea typeface="+mn-ea"/>
              </a:rPr>
              <a:t>, pandas,</a:t>
            </a:r>
            <a:r>
              <a:rPr lang="zh-CN" altLang="en-US" dirty="0">
                <a:solidFill>
                  <a:srgbClr val="333333"/>
                </a:solidFill>
                <a:highlight>
                  <a:srgbClr val="FFFF00"/>
                </a:highlight>
                <a:latin typeface="+mn-ea"/>
                <a:ea typeface="+mn-ea"/>
              </a:rPr>
              <a:t> </a:t>
            </a:r>
            <a:r>
              <a:rPr lang="en-US" altLang="zh-CN" dirty="0" err="1">
                <a:solidFill>
                  <a:srgbClr val="333333"/>
                </a:solidFill>
                <a:highlight>
                  <a:srgbClr val="FFFF00"/>
                </a:highlight>
                <a:latin typeface="+mn-ea"/>
                <a:ea typeface="+mn-ea"/>
              </a:rPr>
              <a:t>geopandas</a:t>
            </a:r>
            <a:r>
              <a:rPr lang="en-US" altLang="zh-CN" dirty="0">
                <a:solidFill>
                  <a:srgbClr val="333333"/>
                </a:solidFill>
                <a:highlight>
                  <a:srgbClr val="FFFF00"/>
                </a:highlight>
                <a:latin typeface="+mn-ea"/>
                <a:ea typeface="+mn-ea"/>
              </a:rPr>
              <a:t>, matplotlib, </a:t>
            </a:r>
            <a:r>
              <a:rPr lang="en-US" altLang="zh-CN" dirty="0" err="1">
                <a:solidFill>
                  <a:srgbClr val="333333"/>
                </a:solidFill>
                <a:highlight>
                  <a:srgbClr val="FFFF00"/>
                </a:highlight>
                <a:latin typeface="+mn-ea"/>
                <a:ea typeface="+mn-ea"/>
              </a:rPr>
              <a:t>rasterio</a:t>
            </a:r>
            <a:r>
              <a:rPr lang="en-US" altLang="zh-CN" dirty="0">
                <a:solidFill>
                  <a:srgbClr val="333333"/>
                </a:solidFill>
                <a:highlight>
                  <a:srgbClr val="FFFF00"/>
                </a:highlight>
                <a:latin typeface="+mn-ea"/>
                <a:ea typeface="+mn-ea"/>
              </a:rPr>
              <a:t>, </a:t>
            </a:r>
            <a:r>
              <a:rPr lang="en-US" altLang="zh-CN" dirty="0" err="1">
                <a:solidFill>
                  <a:srgbClr val="333333"/>
                </a:solidFill>
                <a:highlight>
                  <a:srgbClr val="FFFF00"/>
                </a:highlight>
                <a:latin typeface="+mn-ea"/>
                <a:ea typeface="+mn-ea"/>
              </a:rPr>
              <a:t>cartopy</a:t>
            </a:r>
            <a:r>
              <a:rPr lang="zh-CN" altLang="en-US" dirty="0">
                <a:solidFill>
                  <a:srgbClr val="333333"/>
                </a:solidFill>
                <a:latin typeface="+mn-ea"/>
                <a:ea typeface="+mn-ea"/>
              </a:rPr>
              <a:t>第三方库。</a:t>
            </a:r>
            <a:endParaRPr lang="en-US" altLang="zh-CN" dirty="0">
              <a:solidFill>
                <a:srgbClr val="333333"/>
              </a:solidFill>
              <a:latin typeface="+mn-ea"/>
              <a:ea typeface="+mn-ea"/>
            </a:endParaRPr>
          </a:p>
        </p:txBody>
      </p:sp>
      <p:sp>
        <p:nvSpPr>
          <p:cNvPr id="4" name="文本框 3">
            <a:extLst>
              <a:ext uri="{FF2B5EF4-FFF2-40B4-BE49-F238E27FC236}">
                <a16:creationId xmlns:a16="http://schemas.microsoft.com/office/drawing/2014/main" id="{F17BA0C2-A265-EE38-7F87-B0E3E08CDBEB}"/>
              </a:ext>
            </a:extLst>
          </p:cNvPr>
          <p:cNvSpPr txBox="1"/>
          <p:nvPr/>
        </p:nvSpPr>
        <p:spPr>
          <a:xfrm>
            <a:off x="939282" y="1502333"/>
            <a:ext cx="9444700" cy="646331"/>
          </a:xfrm>
          <a:prstGeom prst="rect">
            <a:avLst/>
          </a:prstGeom>
          <a:noFill/>
        </p:spPr>
        <p:txBody>
          <a:bodyPr wrap="square">
            <a:spAutoFit/>
          </a:bodyPr>
          <a:lstStyle/>
          <a:p>
            <a:r>
              <a:rPr lang="zh-CN" altLang="en-US" sz="3600" b="1" u="sng" dirty="0">
                <a:solidFill>
                  <a:srgbClr val="FF0000"/>
                </a:solidFill>
                <a:latin typeface="+mn-ea"/>
                <a:ea typeface="+mn-ea"/>
              </a:rPr>
              <a:t>题目：</a:t>
            </a:r>
            <a:r>
              <a:rPr lang="zh-CN" altLang="en-CN" sz="3600" b="1" u="sng" dirty="0">
                <a:solidFill>
                  <a:srgbClr val="FF0000"/>
                </a:solidFill>
                <a:latin typeface="+mn-ea"/>
                <a:ea typeface="+mn-ea"/>
              </a:rPr>
              <a:t>遥感</a:t>
            </a:r>
            <a:r>
              <a:rPr lang="zh-CN" altLang="en-US" sz="3600" b="1" u="sng" dirty="0">
                <a:solidFill>
                  <a:srgbClr val="FF0000"/>
                </a:solidFill>
                <a:latin typeface="+mn-ea"/>
                <a:ea typeface="+mn-ea"/>
              </a:rPr>
              <a:t>数据处理编程环境配置</a:t>
            </a:r>
            <a:endParaRPr lang="en-US" altLang="zh-CN" sz="3600" b="1" u="sng" dirty="0">
              <a:solidFill>
                <a:srgbClr val="FF0000"/>
              </a:solidFill>
              <a:latin typeface="+mn-ea"/>
              <a:ea typeface="+mn-ea"/>
            </a:endParaRPr>
          </a:p>
        </p:txBody>
      </p:sp>
    </p:spTree>
    <p:extLst>
      <p:ext uri="{BB962C8B-B14F-4D97-AF65-F5344CB8AC3E}">
        <p14:creationId xmlns:p14="http://schemas.microsoft.com/office/powerpoint/2010/main" val="9408801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189c55888ab0cbd7322514a7fc9bd945c0e60"/>
</p:tagLst>
</file>

<file path=ppt/theme/theme1.xml><?xml version="1.0" encoding="utf-8"?>
<a:theme xmlns:a="http://schemas.openxmlformats.org/drawingml/2006/main" name="2_Global">
  <a:themeElements>
    <a:clrScheme name="自定义 33">
      <a:dk1>
        <a:sysClr val="windowText" lastClr="000000"/>
      </a:dk1>
      <a:lt1>
        <a:sysClr val="window" lastClr="FFFFFF"/>
      </a:lt1>
      <a:dk2>
        <a:srgbClr val="0000CC"/>
      </a:dk2>
      <a:lt2>
        <a:srgbClr val="EEECE1"/>
      </a:lt2>
      <a:accent1>
        <a:srgbClr val="0000CC"/>
      </a:accent1>
      <a:accent2>
        <a:srgbClr val="C00000"/>
      </a:accent2>
      <a:accent3>
        <a:srgbClr val="FF0000"/>
      </a:accent3>
      <a:accent4>
        <a:srgbClr val="FFFF00"/>
      </a:accent4>
      <a:accent5>
        <a:srgbClr val="0000CC"/>
      </a:accent5>
      <a:accent6>
        <a:srgbClr val="CAEAFA"/>
      </a:accent6>
      <a:hlink>
        <a:srgbClr val="0000FF"/>
      </a:hlink>
      <a:folHlink>
        <a:srgbClr val="800080"/>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85000"/>
            <a:lumOff val="15000"/>
          </a:schemeClr>
        </a:solidFill>
      </a:spPr>
      <a:bodyPr wrap="square" lIns="0" rtlCol="0" anchor="ctr">
        <a:noAutofit/>
      </a:bodyPr>
      <a:lstStyle>
        <a:defPPr algn="l">
          <a:defRPr b="1" dirty="0" smtClean="0">
            <a:solidFill>
              <a:srgbClr val="FF0000"/>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
      <a:clrScheme name="Global 9">
        <a:dk1>
          <a:srgbClr val="0000FF"/>
        </a:dk1>
        <a:lt1>
          <a:srgbClr val="336699"/>
        </a:lt1>
        <a:dk2>
          <a:srgbClr val="FFFFCC"/>
        </a:dk2>
        <a:lt2>
          <a:srgbClr val="1B3753"/>
        </a:lt2>
        <a:accent1>
          <a:srgbClr val="BA8E46"/>
        </a:accent1>
        <a:accent2>
          <a:srgbClr val="46C0AF"/>
        </a:accent2>
        <a:accent3>
          <a:srgbClr val="ADB8CA"/>
        </a:accent3>
        <a:accent4>
          <a:srgbClr val="0000DA"/>
        </a:accent4>
        <a:accent5>
          <a:srgbClr val="D9C6B0"/>
        </a:accent5>
        <a:accent6>
          <a:srgbClr val="3FAE9E"/>
        </a:accent6>
        <a:hlink>
          <a:srgbClr val="E6D490"/>
        </a:hlink>
        <a:folHlink>
          <a:srgbClr val="7897B4"/>
        </a:folHlink>
      </a:clrScheme>
      <a:clrMap bg1="lt1" tx1="dk1" bg2="lt2" tx2="dk2" accent1="accent1" accent2="accent2" accent3="accent3" accent4="accent4" accent5="accent5" accent6="accent6" hlink="hlink" folHlink="folHlink"/>
    </a:extraClrScheme>
    <a:extraClrScheme>
      <a:clrScheme name="Global 10">
        <a:dk1>
          <a:srgbClr val="0000FF"/>
        </a:dk1>
        <a:lt1>
          <a:srgbClr val="336699"/>
        </a:lt1>
        <a:dk2>
          <a:srgbClr val="FFFFCC"/>
        </a:dk2>
        <a:lt2>
          <a:srgbClr val="1B3753"/>
        </a:lt2>
        <a:accent1>
          <a:srgbClr val="BA8E46"/>
        </a:accent1>
        <a:accent2>
          <a:srgbClr val="46C0AF"/>
        </a:accent2>
        <a:accent3>
          <a:srgbClr val="ADB8CA"/>
        </a:accent3>
        <a:accent4>
          <a:srgbClr val="0000DA"/>
        </a:accent4>
        <a:accent5>
          <a:srgbClr val="D9C6B0"/>
        </a:accent5>
        <a:accent6>
          <a:srgbClr val="3FAE9E"/>
        </a:accent6>
        <a:hlink>
          <a:srgbClr val="E6D490"/>
        </a:hlink>
        <a:folHlink>
          <a:srgbClr val="E1B977"/>
        </a:folHlink>
      </a:clrScheme>
      <a:clrMap bg1="lt1" tx1="dk1" bg2="lt2" tx2="dk2" accent1="accent1" accent2="accent2" accent3="accent3" accent4="accent4" accent5="accent5" accent6="accent6" hlink="hlink" folHlink="folHlink"/>
    </a:extraClrScheme>
    <a:extraClrScheme>
      <a:clrScheme name="Global 11">
        <a:dk1>
          <a:srgbClr val="1B3753"/>
        </a:dk1>
        <a:lt1>
          <a:srgbClr val="FFFFFF"/>
        </a:lt1>
        <a:dk2>
          <a:srgbClr val="336699"/>
        </a:dk2>
        <a:lt2>
          <a:srgbClr val="FFFFCC"/>
        </a:lt2>
        <a:accent1>
          <a:srgbClr val="BA8E46"/>
        </a:accent1>
        <a:accent2>
          <a:srgbClr val="46C0AF"/>
        </a:accent2>
        <a:accent3>
          <a:srgbClr val="ADB8CA"/>
        </a:accent3>
        <a:accent4>
          <a:srgbClr val="DADADA"/>
        </a:accent4>
        <a:accent5>
          <a:srgbClr val="D9C6B0"/>
        </a:accent5>
        <a:accent6>
          <a:srgbClr val="3FAE9E"/>
        </a:accent6>
        <a:hlink>
          <a:srgbClr val="E6D490"/>
        </a:hlink>
        <a:folHlink>
          <a:srgbClr val="E1B977"/>
        </a:folHlink>
      </a:clrScheme>
      <a:clrMap bg1="dk2" tx1="lt1" bg2="dk1" tx2="lt2" accent1="accent1" accent2="accent2" accent3="accent3" accent4="accent4" accent5="accent5" accent6="accent6" hlink="hlink" folHlink="folHlink"/>
    </a:extraClrScheme>
    <a:extraClrScheme>
      <a:clrScheme name="Global 12">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D0EB6B"/>
        </a:hlink>
        <a:folHlink>
          <a:srgbClr val="7897B4"/>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opyright (c) 2007-2010 NordriDesign™ _light">
  <a:themeElements>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_Copyright (c) 2007-2010 NordriDesign™ _light">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2"/>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2"/>
            </a:solidFill>
            <a:effectLst/>
            <a:latin typeface="Arial" panose="020B0604020202020204" pitchFamily="34" charset="0"/>
            <a:ea typeface="黑体" panose="02010609060101010101" pitchFamily="2" charset="-122"/>
          </a:defRPr>
        </a:defPPr>
      </a:lstStyle>
    </a:lnDef>
  </a:objectDefaults>
  <a:extraClrSchemeLst>
    <a:extraClrScheme>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5381</TotalTime>
  <Words>3361</Words>
  <Application>Microsoft Office PowerPoint</Application>
  <PresentationFormat>宽屏</PresentationFormat>
  <Paragraphs>277</Paragraphs>
  <Slides>36</Slides>
  <Notes>35</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36</vt:i4>
      </vt:variant>
    </vt:vector>
  </HeadingPairs>
  <TitlesOfParts>
    <vt:vector size="46" baseType="lpstr">
      <vt:lpstr>PingFang SC</vt:lpstr>
      <vt:lpstr>黑体</vt:lpstr>
      <vt:lpstr>Microsoft YaHei</vt:lpstr>
      <vt:lpstr>Microsoft YaHei</vt:lpstr>
      <vt:lpstr>Arial</vt:lpstr>
      <vt:lpstr>Calibri</vt:lpstr>
      <vt:lpstr>Times New Roman</vt:lpstr>
      <vt:lpstr>Wingdings</vt:lpstr>
      <vt:lpstr>2_Global</vt:lpstr>
      <vt:lpstr>1_Copyright (c) 2007-2010 NordriDesign™ _light</vt:lpstr>
      <vt:lpstr>PowerPoint 演示文稿</vt:lpstr>
      <vt:lpstr>PowerPoint 演示文稿</vt:lpstr>
      <vt:lpstr>课程简介及考核</vt:lpstr>
      <vt:lpstr>课程简介及考核</vt:lpstr>
      <vt:lpstr>课程简介及考核</vt:lpstr>
      <vt:lpstr>课程简介及考核</vt:lpstr>
      <vt:lpstr>PowerPoint 演示文稿</vt:lpstr>
      <vt:lpstr>PowerPoint 演示文稿</vt:lpstr>
      <vt:lpstr>PowerPoint 演示文稿</vt:lpstr>
      <vt:lpstr>一、计算机原理与程序设计概述</vt:lpstr>
      <vt:lpstr>一、计算机原理与程序设计概述</vt:lpstr>
      <vt:lpstr>一、计算机原理与程序设计概述</vt:lpstr>
      <vt:lpstr>一、计算机原理与程序设计概述</vt:lpstr>
      <vt:lpstr>一、计算机原理与程序设计概述</vt:lpstr>
      <vt:lpstr>PowerPoint 演示文稿</vt:lpstr>
      <vt:lpstr>一、Python编程基础</vt:lpstr>
      <vt:lpstr>一、Python编程基础</vt:lpstr>
      <vt:lpstr>一、Python编程基础</vt:lpstr>
      <vt:lpstr>一、Python简介</vt:lpstr>
      <vt:lpstr>PowerPoint 演示文稿</vt:lpstr>
      <vt:lpstr>三、基于Python的开源软件开发环境配置</vt:lpstr>
      <vt:lpstr>二、开源软件开发工具</vt:lpstr>
      <vt:lpstr>二、开源软件开发工具</vt:lpstr>
      <vt:lpstr>二、开源软件开发工具</vt:lpstr>
      <vt:lpstr>三、基于Python的开源软件开发环境配置</vt:lpstr>
      <vt:lpstr>三、基于Python的开源软件开发环境配置</vt:lpstr>
      <vt:lpstr>三、基于Python的开源软件开发环境配置</vt:lpstr>
      <vt:lpstr>三、基于Python的开源软件开发环境配置</vt:lpstr>
      <vt:lpstr>三、基于Python的开源软件开发环境配置</vt:lpstr>
      <vt:lpstr>三、基于Python的开源软件开发环境配置</vt:lpstr>
      <vt:lpstr>三、基于Python的开源软件开发环境配置</vt:lpstr>
      <vt:lpstr>三、基于Python的开源软件开发环境配置</vt:lpstr>
      <vt:lpstr>三、基于Python的开源软件开发环境配置</vt:lpstr>
      <vt:lpstr>二. 开源GIS软件发展史及现状</vt:lpstr>
      <vt:lpstr>PowerPoint 演示文稿</vt:lpstr>
      <vt:lpstr>三、Python开发环境配置</vt:lpstr>
    </vt:vector>
  </TitlesOfParts>
  <Company>tongji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lsb</dc:creator>
  <cp:lastModifiedBy>1327 ynu</cp:lastModifiedBy>
  <cp:revision>48</cp:revision>
  <cp:lastPrinted>2026-09-30T10:44:45Z</cp:lastPrinted>
  <dcterms:created xsi:type="dcterms:W3CDTF">2004-07-09T11:40:27Z</dcterms:created>
  <dcterms:modified xsi:type="dcterms:W3CDTF">2026-09-30T10:45:02Z</dcterms:modified>
</cp:coreProperties>
</file>