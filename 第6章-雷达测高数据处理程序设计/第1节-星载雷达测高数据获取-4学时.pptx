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7"/>
  </p:notesMasterIdLst>
  <p:handoutMasterIdLst>
    <p:handoutMasterId r:id="rId18"/>
  </p:handoutMasterIdLst>
  <p:sldIdLst>
    <p:sldId id="2734" r:id="rId3"/>
    <p:sldId id="2722" r:id="rId4"/>
    <p:sldId id="2447" r:id="rId5"/>
    <p:sldId id="2727" r:id="rId6"/>
    <p:sldId id="2739" r:id="rId7"/>
    <p:sldId id="2737" r:id="rId8"/>
    <p:sldId id="2736" r:id="rId9"/>
    <p:sldId id="2745" r:id="rId10"/>
    <p:sldId id="2735" r:id="rId11"/>
    <p:sldId id="2740" r:id="rId12"/>
    <p:sldId id="2741" r:id="rId13"/>
    <p:sldId id="2742" r:id="rId14"/>
    <p:sldId id="2743" r:id="rId15"/>
    <p:sldId id="2719" r:id="rId16"/>
  </p:sldIdLst>
  <p:sldSz cx="9144000" cy="6858000" type="screen4x3"/>
  <p:notesSz cx="7099300" cy="10234613"/>
  <p:custDataLst>
    <p:tags r:id="rId19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DF"/>
    <a:srgbClr val="7A81FF"/>
    <a:srgbClr val="00B050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8" autoAdjust="0"/>
    <p:restoredTop sz="82729" autoAdjust="0"/>
  </p:normalViewPr>
  <p:slideViewPr>
    <p:cSldViewPr snapToGrid="0">
      <p:cViewPr varScale="1">
        <p:scale>
          <a:sx n="73" d="100"/>
          <a:sy n="73" d="100"/>
        </p:scale>
        <p:origin x="1338" y="9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9FD64729-D57C-6B4D-9FB7-309B0B5ABA86}"/>
    <pc:docChg chg="undo custSel addSld delSld modSld">
      <pc:chgData name="Xin Luo" userId="82312ee5779919a4" providerId="LiveId" clId="{9FD64729-D57C-6B4D-9FB7-309B0B5ABA86}" dt="2023-11-11T13:41:39.916" v="1572" actId="478"/>
      <pc:docMkLst>
        <pc:docMk/>
      </pc:docMkLst>
      <pc:sldChg chg="modSp add mod">
        <pc:chgData name="Xin Luo" userId="82312ee5779919a4" providerId="LiveId" clId="{9FD64729-D57C-6B4D-9FB7-309B0B5ABA86}" dt="2023-11-04T14:11:00.346" v="226" actId="20577"/>
        <pc:sldMkLst>
          <pc:docMk/>
          <pc:sldMk cId="2415901206" sldId="2447"/>
        </pc:sldMkLst>
        <pc:spChg chg="mod">
          <ac:chgData name="Xin Luo" userId="82312ee5779919a4" providerId="LiveId" clId="{9FD64729-D57C-6B4D-9FB7-309B0B5ABA86}" dt="2023-11-04T14:11:00.346" v="226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delSp modSp mod">
        <pc:chgData name="Xin Luo" userId="82312ee5779919a4" providerId="LiveId" clId="{9FD64729-D57C-6B4D-9FB7-309B0B5ABA86}" dt="2023-11-11T13:41:39.916" v="1572" actId="478"/>
        <pc:sldMkLst>
          <pc:docMk/>
          <pc:sldMk cId="1858913004" sldId="2719"/>
        </pc:sldMkLst>
        <pc:spChg chg="del">
          <ac:chgData name="Xin Luo" userId="82312ee5779919a4" providerId="LiveId" clId="{9FD64729-D57C-6B4D-9FB7-309B0B5ABA86}" dt="2023-11-11T13:41:39.916" v="1572" actId="478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9FD64729-D57C-6B4D-9FB7-309B0B5ABA86}" dt="2023-11-11T13:40:27.004" v="1410" actId="20577"/>
          <ac:spMkLst>
            <pc:docMk/>
            <pc:sldMk cId="1858913004" sldId="2719"/>
            <ac:spMk id="4" creationId="{814FF4E1-B17F-D4F8-E834-173BA3B0D059}"/>
          </ac:spMkLst>
        </pc:spChg>
        <pc:spChg chg="del">
          <ac:chgData name="Xin Luo" userId="82312ee5779919a4" providerId="LiveId" clId="{9FD64729-D57C-6B4D-9FB7-309B0B5ABA86}" dt="2023-11-11T13:40:21.133" v="1396" actId="478"/>
          <ac:spMkLst>
            <pc:docMk/>
            <pc:sldMk cId="1858913004" sldId="2719"/>
            <ac:spMk id="5" creationId="{FCD10A89-5E0E-5D73-1D4F-9E11D943B29C}"/>
          </ac:spMkLst>
        </pc:spChg>
        <pc:spChg chg="mod">
          <ac:chgData name="Xin Luo" userId="82312ee5779919a4" providerId="LiveId" clId="{9FD64729-D57C-6B4D-9FB7-309B0B5ABA86}" dt="2023-11-11T13:41:37.582" v="1571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mod">
        <pc:chgData name="Xin Luo" userId="82312ee5779919a4" providerId="LiveId" clId="{9FD64729-D57C-6B4D-9FB7-309B0B5ABA86}" dt="2023-11-04T14:09:41.025" v="155" actId="1038"/>
        <pc:sldMkLst>
          <pc:docMk/>
          <pc:sldMk cId="295872025" sldId="2722"/>
        </pc:sldMkLst>
        <pc:spChg chg="mod">
          <ac:chgData name="Xin Luo" userId="82312ee5779919a4" providerId="LiveId" clId="{9FD64729-D57C-6B4D-9FB7-309B0B5ABA86}" dt="2023-11-04T14:09:34.065" v="138" actId="14100"/>
          <ac:spMkLst>
            <pc:docMk/>
            <pc:sldMk cId="295872025" sldId="2722"/>
            <ac:spMk id="10" creationId="{00000000-0000-0000-0000-000000000000}"/>
          </ac:spMkLst>
        </pc:spChg>
        <pc:spChg chg="mod">
          <ac:chgData name="Xin Luo" userId="82312ee5779919a4" providerId="LiveId" clId="{9FD64729-D57C-6B4D-9FB7-309B0B5ABA86}" dt="2023-11-04T14:08:16.832" v="63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9FD64729-D57C-6B4D-9FB7-309B0B5ABA86}" dt="2023-11-04T14:09:28.830" v="137" actId="14100"/>
          <ac:spMkLst>
            <pc:docMk/>
            <pc:sldMk cId="295872025" sldId="2722"/>
            <ac:spMk id="13" creationId="{00000000-0000-0000-0000-000000000000}"/>
          </ac:spMkLst>
        </pc:spChg>
        <pc:spChg chg="mod">
          <ac:chgData name="Xin Luo" userId="82312ee5779919a4" providerId="LiveId" clId="{9FD64729-D57C-6B4D-9FB7-309B0B5ABA86}" dt="2023-11-04T14:09:00.513" v="131" actId="1037"/>
          <ac:spMkLst>
            <pc:docMk/>
            <pc:sldMk cId="295872025" sldId="2722"/>
            <ac:spMk id="14" creationId="{00000000-0000-0000-0000-000000000000}"/>
          </ac:spMkLst>
        </pc:spChg>
        <pc:grpChg chg="mod">
          <ac:chgData name="Xin Luo" userId="82312ee5779919a4" providerId="LiveId" clId="{9FD64729-D57C-6B4D-9FB7-309B0B5ABA86}" dt="2023-11-04T14:09:41.025" v="155" actId="1038"/>
          <ac:grpSpMkLst>
            <pc:docMk/>
            <pc:sldMk cId="295872025" sldId="2722"/>
            <ac:grpSpMk id="3" creationId="{12ED16A1-79B8-7DB1-1CC1-250B051BAD58}"/>
          </ac:grpSpMkLst>
        </pc:grpChg>
        <pc:grpChg chg="mod">
          <ac:chgData name="Xin Luo" userId="82312ee5779919a4" providerId="LiveId" clId="{9FD64729-D57C-6B4D-9FB7-309B0B5ABA86}" dt="2023-11-04T14:09:41.025" v="155" actId="1038"/>
          <ac:grpSpMkLst>
            <pc:docMk/>
            <pc:sldMk cId="295872025" sldId="2722"/>
            <ac:grpSpMk id="9" creationId="{84B9B8D5-4BCC-CDFF-1E13-B005060A8BDF}"/>
          </ac:grpSpMkLst>
        </pc:grpChg>
      </pc:sldChg>
      <pc:sldChg chg="addSp modSp mod">
        <pc:chgData name="Xin Luo" userId="82312ee5779919a4" providerId="LiveId" clId="{9FD64729-D57C-6B4D-9FB7-309B0B5ABA86}" dt="2023-11-10T15:10:53.886" v="689" actId="20577"/>
        <pc:sldMkLst>
          <pc:docMk/>
          <pc:sldMk cId="623131075" sldId="2727"/>
        </pc:sldMkLst>
        <pc:spChg chg="add mod">
          <ac:chgData name="Xin Luo" userId="82312ee5779919a4" providerId="LiveId" clId="{9FD64729-D57C-6B4D-9FB7-309B0B5ABA86}" dt="2023-11-07T15:07:18.730" v="425" actId="14100"/>
          <ac:spMkLst>
            <pc:docMk/>
            <pc:sldMk cId="623131075" sldId="2727"/>
            <ac:spMk id="2" creationId="{EDCF4F35-E8EA-F63E-D865-B9DEC4EDEC1F}"/>
          </ac:spMkLst>
        </pc:spChg>
        <pc:spChg chg="mod">
          <ac:chgData name="Xin Luo" userId="82312ee5779919a4" providerId="LiveId" clId="{9FD64729-D57C-6B4D-9FB7-309B0B5ABA86}" dt="2023-11-07T13:39:56.400" v="299" actId="20577"/>
          <ac:spMkLst>
            <pc:docMk/>
            <pc:sldMk cId="623131075" sldId="2727"/>
            <ac:spMk id="3" creationId="{00000000-0000-0000-0000-000000000000}"/>
          </ac:spMkLst>
        </pc:spChg>
        <pc:spChg chg="mod">
          <ac:chgData name="Xin Luo" userId="82312ee5779919a4" providerId="LiveId" clId="{9FD64729-D57C-6B4D-9FB7-309B0B5ABA86}" dt="2023-11-10T13:23:33.764" v="524" actId="20577"/>
          <ac:spMkLst>
            <pc:docMk/>
            <pc:sldMk cId="623131075" sldId="2727"/>
            <ac:spMk id="4" creationId="{DFE91C0B-C9F8-3FEC-3419-2DE0C6E6DCB8}"/>
          </ac:spMkLst>
        </pc:spChg>
        <pc:spChg chg="mod">
          <ac:chgData name="Xin Luo" userId="82312ee5779919a4" providerId="LiveId" clId="{9FD64729-D57C-6B4D-9FB7-309B0B5ABA86}" dt="2023-11-07T13:39:57.867" v="300" actId="1076"/>
          <ac:spMkLst>
            <pc:docMk/>
            <pc:sldMk cId="623131075" sldId="2727"/>
            <ac:spMk id="17" creationId="{9E05FFCA-3371-AF5C-381D-71D984055F5A}"/>
          </ac:spMkLst>
        </pc:spChg>
        <pc:spChg chg="mod">
          <ac:chgData name="Xin Luo" userId="82312ee5779919a4" providerId="LiveId" clId="{9FD64729-D57C-6B4D-9FB7-309B0B5ABA86}" dt="2023-11-10T15:10:53.886" v="689" actId="20577"/>
          <ac:spMkLst>
            <pc:docMk/>
            <pc:sldMk cId="623131075" sldId="2727"/>
            <ac:spMk id="22" creationId="{EE8370D4-79DD-B302-AE4B-E3E0FA46C14B}"/>
          </ac:spMkLst>
        </pc:spChg>
        <pc:picChg chg="add mod modCrop">
          <ac:chgData name="Xin Luo" userId="82312ee5779919a4" providerId="LiveId" clId="{9FD64729-D57C-6B4D-9FB7-309B0B5ABA86}" dt="2023-11-07T15:07:44.032" v="430" actId="1076"/>
          <ac:picMkLst>
            <pc:docMk/>
            <pc:sldMk cId="623131075" sldId="2727"/>
            <ac:picMk id="6" creationId="{E5AE3CF9-5E7E-6F7A-107E-9F48D7148DAB}"/>
          </ac:picMkLst>
        </pc:picChg>
      </pc:sldChg>
      <pc:sldChg chg="modSp mod">
        <pc:chgData name="Xin Luo" userId="82312ee5779919a4" providerId="LiveId" clId="{9FD64729-D57C-6B4D-9FB7-309B0B5ABA86}" dt="2023-11-04T14:07:51.441" v="19" actId="20577"/>
        <pc:sldMkLst>
          <pc:docMk/>
          <pc:sldMk cId="2241021106" sldId="2734"/>
        </pc:sldMkLst>
        <pc:spChg chg="mod">
          <ac:chgData name="Xin Luo" userId="82312ee5779919a4" providerId="LiveId" clId="{9FD64729-D57C-6B4D-9FB7-309B0B5ABA86}" dt="2023-11-04T14:07:51.441" v="19" actId="20577"/>
          <ac:spMkLst>
            <pc:docMk/>
            <pc:sldMk cId="2241021106" sldId="2734"/>
            <ac:spMk id="24" creationId="{00000000-0000-0000-0000-000000000000}"/>
          </ac:spMkLst>
        </pc:spChg>
      </pc:sldChg>
      <pc:sldChg chg="modSp add mod">
        <pc:chgData name="Xin Luo" userId="82312ee5779919a4" providerId="LiveId" clId="{9FD64729-D57C-6B4D-9FB7-309B0B5ABA86}" dt="2023-11-04T14:11:24.176" v="251" actId="404"/>
        <pc:sldMkLst>
          <pc:docMk/>
          <pc:sldMk cId="559946628" sldId="2735"/>
        </pc:sldMkLst>
        <pc:spChg chg="mod">
          <ac:chgData name="Xin Luo" userId="82312ee5779919a4" providerId="LiveId" clId="{9FD64729-D57C-6B4D-9FB7-309B0B5ABA86}" dt="2023-11-04T14:11:24.176" v="251" actId="404"/>
          <ac:spMkLst>
            <pc:docMk/>
            <pc:sldMk cId="559946628" sldId="2735"/>
            <ac:spMk id="7" creationId="{00000000-0000-0000-0000-000000000000}"/>
          </ac:spMkLst>
        </pc:spChg>
      </pc:sldChg>
      <pc:sldChg chg="addSp modSp add mod">
        <pc:chgData name="Xin Luo" userId="82312ee5779919a4" providerId="LiveId" clId="{9FD64729-D57C-6B4D-9FB7-309B0B5ABA86}" dt="2023-11-09T15:19:42.808" v="509" actId="164"/>
        <pc:sldMkLst>
          <pc:docMk/>
          <pc:sldMk cId="653159549" sldId="2736"/>
        </pc:sldMkLst>
        <pc:spChg chg="add mod">
          <ac:chgData name="Xin Luo" userId="82312ee5779919a4" providerId="LiveId" clId="{9FD64729-D57C-6B4D-9FB7-309B0B5ABA86}" dt="2023-11-09T15:19:42.808" v="509" actId="164"/>
          <ac:spMkLst>
            <pc:docMk/>
            <pc:sldMk cId="653159549" sldId="2736"/>
            <ac:spMk id="8" creationId="{34DF8CE5-6C9B-2BAC-ED0E-A7BF3F6CDEFA}"/>
          </ac:spMkLst>
        </pc:spChg>
        <pc:spChg chg="add mod">
          <ac:chgData name="Xin Luo" userId="82312ee5779919a4" providerId="LiveId" clId="{9FD64729-D57C-6B4D-9FB7-309B0B5ABA86}" dt="2023-11-09T15:17:59.213" v="480" actId="164"/>
          <ac:spMkLst>
            <pc:docMk/>
            <pc:sldMk cId="653159549" sldId="2736"/>
            <ac:spMk id="9" creationId="{39B89FF1-8E07-6654-F079-40B3F4AD260E}"/>
          </ac:spMkLst>
        </pc:spChg>
        <pc:spChg chg="add mod">
          <ac:chgData name="Xin Luo" userId="82312ee5779919a4" providerId="LiveId" clId="{9FD64729-D57C-6B4D-9FB7-309B0B5ABA86}" dt="2023-11-09T15:19:29.171" v="507" actId="1076"/>
          <ac:spMkLst>
            <pc:docMk/>
            <pc:sldMk cId="653159549" sldId="2736"/>
            <ac:spMk id="12" creationId="{F48BDFCE-9D76-B674-5D89-FD4AE8353C9E}"/>
          </ac:spMkLst>
        </pc:spChg>
        <pc:grpChg chg="add mod">
          <ac:chgData name="Xin Luo" userId="82312ee5779919a4" providerId="LiveId" clId="{9FD64729-D57C-6B4D-9FB7-309B0B5ABA86}" dt="2023-11-09T15:19:29.171" v="507" actId="1076"/>
          <ac:grpSpMkLst>
            <pc:docMk/>
            <pc:sldMk cId="653159549" sldId="2736"/>
            <ac:grpSpMk id="11" creationId="{86B4BBF3-693C-99EF-A28B-67B5736C1201}"/>
          </ac:grpSpMkLst>
        </pc:grpChg>
        <pc:grpChg chg="add mod">
          <ac:chgData name="Xin Luo" userId="82312ee5779919a4" providerId="LiveId" clId="{9FD64729-D57C-6B4D-9FB7-309B0B5ABA86}" dt="2023-11-09T15:19:42.808" v="509" actId="164"/>
          <ac:grpSpMkLst>
            <pc:docMk/>
            <pc:sldMk cId="653159549" sldId="2736"/>
            <ac:grpSpMk id="13" creationId="{0B2745A9-1B98-6693-0AE3-E2295A7DE70B}"/>
          </ac:grpSpMkLst>
        </pc:grpChg>
        <pc:picChg chg="mod">
          <ac:chgData name="Xin Luo" userId="82312ee5779919a4" providerId="LiveId" clId="{9FD64729-D57C-6B4D-9FB7-309B0B5ABA86}" dt="2023-11-09T15:19:42.808" v="509" actId="164"/>
          <ac:picMkLst>
            <pc:docMk/>
            <pc:sldMk cId="653159549" sldId="2736"/>
            <ac:picMk id="6" creationId="{E5AE3CF9-5E7E-6F7A-107E-9F48D7148DAB}"/>
          </ac:picMkLst>
        </pc:picChg>
        <pc:picChg chg="add mod modCrop">
          <ac:chgData name="Xin Luo" userId="82312ee5779919a4" providerId="LiveId" clId="{9FD64729-D57C-6B4D-9FB7-309B0B5ABA86}" dt="2023-11-09T15:18:48.780" v="494" actId="732"/>
          <ac:picMkLst>
            <pc:docMk/>
            <pc:sldMk cId="653159549" sldId="2736"/>
            <ac:picMk id="7" creationId="{1424DEB9-8608-4EF7-9A39-92EA56CAC215}"/>
          </ac:picMkLst>
        </pc:picChg>
        <pc:picChg chg="add mod modCrop">
          <ac:chgData name="Xin Luo" userId="82312ee5779919a4" providerId="LiveId" clId="{9FD64729-D57C-6B4D-9FB7-309B0B5ABA86}" dt="2023-11-09T15:19:29.171" v="507" actId="1076"/>
          <ac:picMkLst>
            <pc:docMk/>
            <pc:sldMk cId="653159549" sldId="2736"/>
            <ac:picMk id="10" creationId="{5DF2F883-7096-A406-FCF5-7BF2C68CF0D6}"/>
          </ac:picMkLst>
        </pc:picChg>
      </pc:sldChg>
      <pc:sldChg chg="addSp delSp modSp del mod">
        <pc:chgData name="Xin Luo" userId="82312ee5779919a4" providerId="LiveId" clId="{9FD64729-D57C-6B4D-9FB7-309B0B5ABA86}" dt="2023-11-10T13:23:19.530" v="511" actId="2696"/>
        <pc:sldMkLst>
          <pc:docMk/>
          <pc:sldMk cId="53409028" sldId="2738"/>
        </pc:sldMkLst>
        <pc:picChg chg="add del mod">
          <ac:chgData name="Xin Luo" userId="82312ee5779919a4" providerId="LiveId" clId="{9FD64729-D57C-6B4D-9FB7-309B0B5ABA86}" dt="2023-11-09T14:43:46.595" v="453" actId="21"/>
          <ac:picMkLst>
            <pc:docMk/>
            <pc:sldMk cId="53409028" sldId="2738"/>
            <ac:picMk id="5" creationId="{E4A2CC19-1A06-9912-EFD6-B8F0A4A56963}"/>
          </ac:picMkLst>
        </pc:picChg>
      </pc:sldChg>
      <pc:sldChg chg="addSp delSp modSp add del mod">
        <pc:chgData name="Xin Luo" userId="82312ee5779919a4" providerId="LiveId" clId="{9FD64729-D57C-6B4D-9FB7-309B0B5ABA86}" dt="2023-11-10T13:23:03.670" v="510" actId="2696"/>
        <pc:sldMkLst>
          <pc:docMk/>
          <pc:sldMk cId="2033545583" sldId="2740"/>
        </pc:sldMkLst>
        <pc:spChg chg="mod">
          <ac:chgData name="Xin Luo" userId="82312ee5779919a4" providerId="LiveId" clId="{9FD64729-D57C-6B4D-9FB7-309B0B5ABA86}" dt="2023-11-09T14:44:25.027" v="464" actId="20577"/>
          <ac:spMkLst>
            <pc:docMk/>
            <pc:sldMk cId="2033545583" sldId="2740"/>
            <ac:spMk id="2" creationId="{EDCF4F35-E8EA-F63E-D865-B9DEC4EDEC1F}"/>
          </ac:spMkLst>
        </pc:spChg>
        <pc:spChg chg="del">
          <ac:chgData name="Xin Luo" userId="82312ee5779919a4" providerId="LiveId" clId="{9FD64729-D57C-6B4D-9FB7-309B0B5ABA86}" dt="2023-11-09T14:43:44.099" v="452" actId="478"/>
          <ac:spMkLst>
            <pc:docMk/>
            <pc:sldMk cId="2033545583" sldId="2740"/>
            <ac:spMk id="8" creationId="{34DF8CE5-6C9B-2BAC-ED0E-A7BF3F6CDEFA}"/>
          </ac:spMkLst>
        </pc:spChg>
        <pc:spChg chg="del">
          <ac:chgData name="Xin Luo" userId="82312ee5779919a4" providerId="LiveId" clId="{9FD64729-D57C-6B4D-9FB7-309B0B5ABA86}" dt="2023-11-09T14:43:44.099" v="452" actId="478"/>
          <ac:spMkLst>
            <pc:docMk/>
            <pc:sldMk cId="2033545583" sldId="2740"/>
            <ac:spMk id="9" creationId="{39B89FF1-8E07-6654-F079-40B3F4AD260E}"/>
          </ac:spMkLst>
        </pc:spChg>
        <pc:spChg chg="del">
          <ac:chgData name="Xin Luo" userId="82312ee5779919a4" providerId="LiveId" clId="{9FD64729-D57C-6B4D-9FB7-309B0B5ABA86}" dt="2023-11-09T14:44:27.700" v="465" actId="478"/>
          <ac:spMkLst>
            <pc:docMk/>
            <pc:sldMk cId="2033545583" sldId="2740"/>
            <ac:spMk id="17" creationId="{9E05FFCA-3371-AF5C-381D-71D984055F5A}"/>
          </ac:spMkLst>
        </pc:spChg>
        <pc:picChg chg="add mod modCrop">
          <ac:chgData name="Xin Luo" userId="82312ee5779919a4" providerId="LiveId" clId="{9FD64729-D57C-6B4D-9FB7-309B0B5ABA86}" dt="2023-11-09T14:44:36.657" v="468" actId="1076"/>
          <ac:picMkLst>
            <pc:docMk/>
            <pc:sldMk cId="2033545583" sldId="2740"/>
            <ac:picMk id="5" creationId="{1AEA2F5F-D1FC-852C-5F80-D5CECF6239F3}"/>
          </ac:picMkLst>
        </pc:picChg>
        <pc:picChg chg="del">
          <ac:chgData name="Xin Luo" userId="82312ee5779919a4" providerId="LiveId" clId="{9FD64729-D57C-6B4D-9FB7-309B0B5ABA86}" dt="2023-11-09T14:43:41.174" v="450" actId="478"/>
          <ac:picMkLst>
            <pc:docMk/>
            <pc:sldMk cId="2033545583" sldId="2740"/>
            <ac:picMk id="6" creationId="{E5AE3CF9-5E7E-6F7A-107E-9F48D7148DAB}"/>
          </ac:picMkLst>
        </pc:picChg>
        <pc:picChg chg="del">
          <ac:chgData name="Xin Luo" userId="82312ee5779919a4" providerId="LiveId" clId="{9FD64729-D57C-6B4D-9FB7-309B0B5ABA86}" dt="2023-11-09T14:43:41.886" v="451" actId="478"/>
          <ac:picMkLst>
            <pc:docMk/>
            <pc:sldMk cId="2033545583" sldId="2740"/>
            <ac:picMk id="7" creationId="{1424DEB9-8608-4EF7-9A39-92EA56CAC215}"/>
          </ac:picMkLst>
        </pc:picChg>
      </pc:sldChg>
      <pc:sldChg chg="modSp add mod">
        <pc:chgData name="Xin Luo" userId="82312ee5779919a4" providerId="LiveId" clId="{9FD64729-D57C-6B4D-9FB7-309B0B5ABA86}" dt="2023-11-10T15:27:07.617" v="942" actId="20577"/>
        <pc:sldMkLst>
          <pc:docMk/>
          <pc:sldMk cId="3256279111" sldId="2740"/>
        </pc:sldMkLst>
        <pc:spChg chg="mod">
          <ac:chgData name="Xin Luo" userId="82312ee5779919a4" providerId="LiveId" clId="{9FD64729-D57C-6B4D-9FB7-309B0B5ABA86}" dt="2023-11-10T15:15:16.580" v="719" actId="20577"/>
          <ac:spMkLst>
            <pc:docMk/>
            <pc:sldMk cId="3256279111" sldId="2740"/>
            <ac:spMk id="3" creationId="{00000000-0000-0000-0000-000000000000}"/>
          </ac:spMkLst>
        </pc:spChg>
        <pc:spChg chg="mod">
          <ac:chgData name="Xin Luo" userId="82312ee5779919a4" providerId="LiveId" clId="{9FD64729-D57C-6B4D-9FB7-309B0B5ABA86}" dt="2023-11-10T15:15:26.874" v="732" actId="20577"/>
          <ac:spMkLst>
            <pc:docMk/>
            <pc:sldMk cId="3256279111" sldId="2740"/>
            <ac:spMk id="4" creationId="{DFE91C0B-C9F8-3FEC-3419-2DE0C6E6DCB8}"/>
          </ac:spMkLst>
        </pc:spChg>
        <pc:spChg chg="mod">
          <ac:chgData name="Xin Luo" userId="82312ee5779919a4" providerId="LiveId" clId="{9FD64729-D57C-6B4D-9FB7-309B0B5ABA86}" dt="2023-11-10T15:27:07.617" v="942" actId="20577"/>
          <ac:spMkLst>
            <pc:docMk/>
            <pc:sldMk cId="3256279111" sldId="2740"/>
            <ac:spMk id="22" creationId="{EE8370D4-79DD-B302-AE4B-E3E0FA46C14B}"/>
          </ac:spMkLst>
        </pc:spChg>
      </pc:sldChg>
      <pc:sldChg chg="addSp delSp modSp add mod">
        <pc:chgData name="Xin Luo" userId="82312ee5779919a4" providerId="LiveId" clId="{9FD64729-D57C-6B4D-9FB7-309B0B5ABA86}" dt="2023-11-10T15:34:00.435" v="979" actId="1076"/>
        <pc:sldMkLst>
          <pc:docMk/>
          <pc:sldMk cId="2761200078" sldId="2741"/>
        </pc:sldMkLst>
        <pc:spChg chg="mod">
          <ac:chgData name="Xin Luo" userId="82312ee5779919a4" providerId="LiveId" clId="{9FD64729-D57C-6B4D-9FB7-309B0B5ABA86}" dt="2023-11-10T15:27:28.003" v="956" actId="20577"/>
          <ac:spMkLst>
            <pc:docMk/>
            <pc:sldMk cId="2761200078" sldId="2741"/>
            <ac:spMk id="4" creationId="{DFE91C0B-C9F8-3FEC-3419-2DE0C6E6DCB8}"/>
          </ac:spMkLst>
        </pc:spChg>
        <pc:spChg chg="del">
          <ac:chgData name="Xin Luo" userId="82312ee5779919a4" providerId="LiveId" clId="{9FD64729-D57C-6B4D-9FB7-309B0B5ABA86}" dt="2023-11-10T15:27:24.036" v="944" actId="478"/>
          <ac:spMkLst>
            <pc:docMk/>
            <pc:sldMk cId="2761200078" sldId="2741"/>
            <ac:spMk id="22" creationId="{EE8370D4-79DD-B302-AE4B-E3E0FA46C14B}"/>
          </ac:spMkLst>
        </pc:spChg>
        <pc:picChg chg="add del mod">
          <ac:chgData name="Xin Luo" userId="82312ee5779919a4" providerId="LiveId" clId="{9FD64729-D57C-6B4D-9FB7-309B0B5ABA86}" dt="2023-11-10T15:32:00.699" v="960" actId="478"/>
          <ac:picMkLst>
            <pc:docMk/>
            <pc:sldMk cId="2761200078" sldId="2741"/>
            <ac:picMk id="5" creationId="{806CD4A8-A081-3497-3E3C-21B00B388DD4}"/>
          </ac:picMkLst>
        </pc:picChg>
        <pc:picChg chg="add mod">
          <ac:chgData name="Xin Luo" userId="82312ee5779919a4" providerId="LiveId" clId="{9FD64729-D57C-6B4D-9FB7-309B0B5ABA86}" dt="2023-11-10T15:33:59.016" v="978" actId="14100"/>
          <ac:picMkLst>
            <pc:docMk/>
            <pc:sldMk cId="2761200078" sldId="2741"/>
            <ac:picMk id="7" creationId="{0492C821-C99E-82F7-0470-9E0BA74C8753}"/>
          </ac:picMkLst>
        </pc:picChg>
        <pc:picChg chg="add del mod">
          <ac:chgData name="Xin Luo" userId="82312ee5779919a4" providerId="LiveId" clId="{9FD64729-D57C-6B4D-9FB7-309B0B5ABA86}" dt="2023-11-10T15:33:29.610" v="968" actId="478"/>
          <ac:picMkLst>
            <pc:docMk/>
            <pc:sldMk cId="2761200078" sldId="2741"/>
            <ac:picMk id="9" creationId="{7735BE5D-933F-9E94-EF9A-7635549F99C0}"/>
          </ac:picMkLst>
        </pc:picChg>
        <pc:picChg chg="add mod modCrop">
          <ac:chgData name="Xin Luo" userId="82312ee5779919a4" providerId="LiveId" clId="{9FD64729-D57C-6B4D-9FB7-309B0B5ABA86}" dt="2023-11-10T15:34:00.435" v="979" actId="1076"/>
          <ac:picMkLst>
            <pc:docMk/>
            <pc:sldMk cId="2761200078" sldId="2741"/>
            <ac:picMk id="11" creationId="{A8D03B8B-7C9A-1771-4EBD-04D6737B2E2C}"/>
          </ac:picMkLst>
        </pc:picChg>
      </pc:sldChg>
      <pc:sldChg chg="addSp delSp modSp add mod">
        <pc:chgData name="Xin Luo" userId="82312ee5779919a4" providerId="LiveId" clId="{9FD64729-D57C-6B4D-9FB7-309B0B5ABA86}" dt="2023-11-11T03:46:44.353" v="1395" actId="20577"/>
        <pc:sldMkLst>
          <pc:docMk/>
          <pc:sldMk cId="1250556884" sldId="2742"/>
        </pc:sldMkLst>
        <pc:spChg chg="add del mod">
          <ac:chgData name="Xin Luo" userId="82312ee5779919a4" providerId="LiveId" clId="{9FD64729-D57C-6B4D-9FB7-309B0B5ABA86}" dt="2023-11-11T03:28:35.848" v="1281" actId="478"/>
          <ac:spMkLst>
            <pc:docMk/>
            <pc:sldMk cId="1250556884" sldId="2742"/>
            <ac:spMk id="2" creationId="{AEED8F9E-9687-A528-084E-AEE5FD085570}"/>
          </ac:spMkLst>
        </pc:spChg>
        <pc:spChg chg="mod">
          <ac:chgData name="Xin Luo" userId="82312ee5779919a4" providerId="LiveId" clId="{9FD64729-D57C-6B4D-9FB7-309B0B5ABA86}" dt="2023-11-11T03:26:02.312" v="1177" actId="20577"/>
          <ac:spMkLst>
            <pc:docMk/>
            <pc:sldMk cId="1250556884" sldId="2742"/>
            <ac:spMk id="4" creationId="{DFE91C0B-C9F8-3FEC-3419-2DE0C6E6DCB8}"/>
          </ac:spMkLst>
        </pc:spChg>
        <pc:spChg chg="add del mod">
          <ac:chgData name="Xin Luo" userId="82312ee5779919a4" providerId="LiveId" clId="{9FD64729-D57C-6B4D-9FB7-309B0B5ABA86}" dt="2023-11-11T03:23:57.189" v="1023"/>
          <ac:spMkLst>
            <pc:docMk/>
            <pc:sldMk cId="1250556884" sldId="2742"/>
            <ac:spMk id="5" creationId="{6F94458A-C9D8-FD03-2FF5-F73CB133193A}"/>
          </ac:spMkLst>
        </pc:spChg>
        <pc:spChg chg="add mod">
          <ac:chgData name="Xin Luo" userId="82312ee5779919a4" providerId="LiveId" clId="{9FD64729-D57C-6B4D-9FB7-309B0B5ABA86}" dt="2023-11-11T03:35:17.349" v="1308" actId="1035"/>
          <ac:spMkLst>
            <pc:docMk/>
            <pc:sldMk cId="1250556884" sldId="2742"/>
            <ac:spMk id="6" creationId="{E38A2CFC-A766-DF57-792B-5DC33C48109D}"/>
          </ac:spMkLst>
        </pc:spChg>
        <pc:spChg chg="add mod">
          <ac:chgData name="Xin Luo" userId="82312ee5779919a4" providerId="LiveId" clId="{9FD64729-D57C-6B4D-9FB7-309B0B5ABA86}" dt="2023-11-11T03:46:44.353" v="1395" actId="20577"/>
          <ac:spMkLst>
            <pc:docMk/>
            <pc:sldMk cId="1250556884" sldId="2742"/>
            <ac:spMk id="13" creationId="{0B46D933-2157-3BCE-8C36-800C76B95D97}"/>
          </ac:spMkLst>
        </pc:spChg>
        <pc:spChg chg="del mod">
          <ac:chgData name="Xin Luo" userId="82312ee5779919a4" providerId="LiveId" clId="{9FD64729-D57C-6B4D-9FB7-309B0B5ABA86}" dt="2023-11-11T03:24:40.255" v="1085" actId="478"/>
          <ac:spMkLst>
            <pc:docMk/>
            <pc:sldMk cId="1250556884" sldId="2742"/>
            <ac:spMk id="17" creationId="{9E05FFCA-3371-AF5C-381D-71D984055F5A}"/>
          </ac:spMkLst>
        </pc:spChg>
        <pc:picChg chg="del">
          <ac:chgData name="Xin Luo" userId="82312ee5779919a4" providerId="LiveId" clId="{9FD64729-D57C-6B4D-9FB7-309B0B5ABA86}" dt="2023-11-11T01:49:36.293" v="982" actId="478"/>
          <ac:picMkLst>
            <pc:docMk/>
            <pc:sldMk cId="1250556884" sldId="2742"/>
            <ac:picMk id="7" creationId="{0492C821-C99E-82F7-0470-9E0BA74C8753}"/>
          </ac:picMkLst>
        </pc:picChg>
        <pc:picChg chg="add mod">
          <ac:chgData name="Xin Luo" userId="82312ee5779919a4" providerId="LiveId" clId="{9FD64729-D57C-6B4D-9FB7-309B0B5ABA86}" dt="2023-11-11T03:35:35.043" v="1310" actId="1076"/>
          <ac:picMkLst>
            <pc:docMk/>
            <pc:sldMk cId="1250556884" sldId="2742"/>
            <ac:picMk id="9" creationId="{12479653-2655-2D39-7FE1-856DA52318B0}"/>
          </ac:picMkLst>
        </pc:picChg>
        <pc:picChg chg="del">
          <ac:chgData name="Xin Luo" userId="82312ee5779919a4" providerId="LiveId" clId="{9FD64729-D57C-6B4D-9FB7-309B0B5ABA86}" dt="2023-11-11T01:49:34.882" v="981" actId="478"/>
          <ac:picMkLst>
            <pc:docMk/>
            <pc:sldMk cId="1250556884" sldId="2742"/>
            <ac:picMk id="11" creationId="{A8D03B8B-7C9A-1771-4EBD-04D6737B2E2C}"/>
          </ac:picMkLst>
        </pc:picChg>
        <pc:picChg chg="add mod">
          <ac:chgData name="Xin Luo" userId="82312ee5779919a4" providerId="LiveId" clId="{9FD64729-D57C-6B4D-9FB7-309B0B5ABA86}" dt="2023-11-11T03:35:35.043" v="1310" actId="1076"/>
          <ac:picMkLst>
            <pc:docMk/>
            <pc:sldMk cId="1250556884" sldId="2742"/>
            <ac:picMk id="12" creationId="{CF0BFD12-4344-0FA0-41C6-88FC960122C8}"/>
          </ac:picMkLst>
        </pc:picChg>
      </pc:sldChg>
      <pc:sldChg chg="addSp delSp modSp add mod">
        <pc:chgData name="Xin Luo" userId="82312ee5779919a4" providerId="LiveId" clId="{9FD64729-D57C-6B4D-9FB7-309B0B5ABA86}" dt="2023-11-11T03:43:14.356" v="1342" actId="1036"/>
        <pc:sldMkLst>
          <pc:docMk/>
          <pc:sldMk cId="703101299" sldId="2743"/>
        </pc:sldMkLst>
        <pc:spChg chg="mod">
          <ac:chgData name="Xin Luo" userId="82312ee5779919a4" providerId="LiveId" clId="{9FD64729-D57C-6B4D-9FB7-309B0B5ABA86}" dt="2023-11-11T03:43:10.444" v="1339" actId="255"/>
          <ac:spMkLst>
            <pc:docMk/>
            <pc:sldMk cId="703101299" sldId="2743"/>
            <ac:spMk id="6" creationId="{E38A2CFC-A766-DF57-792B-5DC33C48109D}"/>
          </ac:spMkLst>
        </pc:spChg>
        <pc:picChg chg="add mod modCrop">
          <ac:chgData name="Xin Luo" userId="82312ee5779919a4" providerId="LiveId" clId="{9FD64729-D57C-6B4D-9FB7-309B0B5ABA86}" dt="2023-11-11T03:43:14.356" v="1342" actId="1036"/>
          <ac:picMkLst>
            <pc:docMk/>
            <pc:sldMk cId="703101299" sldId="2743"/>
            <ac:picMk id="5" creationId="{DBAA7918-FE08-1CF0-F475-E3CA539394A0}"/>
          </ac:picMkLst>
        </pc:picChg>
        <pc:picChg chg="del">
          <ac:chgData name="Xin Luo" userId="82312ee5779919a4" providerId="LiveId" clId="{9FD64729-D57C-6B4D-9FB7-309B0B5ABA86}" dt="2023-11-11T03:36:01.615" v="1312" actId="478"/>
          <ac:picMkLst>
            <pc:docMk/>
            <pc:sldMk cId="703101299" sldId="2743"/>
            <ac:picMk id="9" creationId="{12479653-2655-2D39-7FE1-856DA52318B0}"/>
          </ac:picMkLst>
        </pc:picChg>
        <pc:picChg chg="del">
          <ac:chgData name="Xin Luo" userId="82312ee5779919a4" providerId="LiveId" clId="{9FD64729-D57C-6B4D-9FB7-309B0B5ABA86}" dt="2023-11-11T03:36:02.335" v="1313" actId="478"/>
          <ac:picMkLst>
            <pc:docMk/>
            <pc:sldMk cId="703101299" sldId="2743"/>
            <ac:picMk id="12" creationId="{CF0BFD12-4344-0FA0-41C6-88FC960122C8}"/>
          </ac:picMkLst>
        </pc:picChg>
      </pc:sldChg>
    </pc:docChg>
  </pc:docChgLst>
  <pc:docChgLst>
    <pc:chgData name="Xin Luo" userId="82312ee5779919a4" providerId="LiveId" clId="{C97F0CF9-B609-CE44-BA25-185DB63B2C50}"/>
    <pc:docChg chg="custSel addSld modSld sldOrd">
      <pc:chgData name="Xin Luo" userId="82312ee5779919a4" providerId="LiveId" clId="{C97F0CF9-B609-CE44-BA25-185DB63B2C50}" dt="2023-11-23T07:08:52.780" v="132"/>
      <pc:docMkLst>
        <pc:docMk/>
      </pc:docMkLst>
      <pc:sldChg chg="modSp mod">
        <pc:chgData name="Xin Luo" userId="82312ee5779919a4" providerId="LiveId" clId="{C97F0CF9-B609-CE44-BA25-185DB63B2C50}" dt="2023-11-23T07:08:52.780" v="132"/>
        <pc:sldMkLst>
          <pc:docMk/>
          <pc:sldMk cId="1858913004" sldId="2719"/>
        </pc:sldMkLst>
        <pc:spChg chg="mod">
          <ac:chgData name="Xin Luo" userId="82312ee5779919a4" providerId="LiveId" clId="{C97F0CF9-B609-CE44-BA25-185DB63B2C50}" dt="2023-11-23T07:08:52.780" v="132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C97F0CF9-B609-CE44-BA25-185DB63B2C50}" dt="2023-11-23T07:08:19.799" v="120" actId="20577"/>
          <ac:spMkLst>
            <pc:docMk/>
            <pc:sldMk cId="1858913004" sldId="2719"/>
            <ac:spMk id="4" creationId="{814FF4E1-B17F-D4F8-E834-173BA3B0D059}"/>
          </ac:spMkLst>
        </pc:spChg>
      </pc:sldChg>
      <pc:sldChg chg="addSp delSp modSp mod ord">
        <pc:chgData name="Xin Luo" userId="82312ee5779919a4" providerId="LiveId" clId="{C97F0CF9-B609-CE44-BA25-185DB63B2C50}" dt="2023-11-10T04:52:52.073" v="112" actId="20577"/>
        <pc:sldMkLst>
          <pc:docMk/>
          <pc:sldMk cId="623131075" sldId="2727"/>
        </pc:sldMkLst>
        <pc:spChg chg="del">
          <ac:chgData name="Xin Luo" userId="82312ee5779919a4" providerId="LiveId" clId="{C97F0CF9-B609-CE44-BA25-185DB63B2C50}" dt="2023-11-09T04:00:40.971" v="14" actId="478"/>
          <ac:spMkLst>
            <pc:docMk/>
            <pc:sldMk cId="623131075" sldId="2727"/>
            <ac:spMk id="2" creationId="{EDCF4F35-E8EA-F63E-D865-B9DEC4EDEC1F}"/>
          </ac:spMkLst>
        </pc:spChg>
        <pc:spChg chg="mod">
          <ac:chgData name="Xin Luo" userId="82312ee5779919a4" providerId="LiveId" clId="{C97F0CF9-B609-CE44-BA25-185DB63B2C50}" dt="2023-11-09T04:00:50.229" v="36" actId="20577"/>
          <ac:spMkLst>
            <pc:docMk/>
            <pc:sldMk cId="623131075" sldId="2727"/>
            <ac:spMk id="4" creationId="{DFE91C0B-C9F8-3FEC-3419-2DE0C6E6DCB8}"/>
          </ac:spMkLst>
        </pc:spChg>
        <pc:spChg chg="add mod">
          <ac:chgData name="Xin Luo" userId="82312ee5779919a4" providerId="LiveId" clId="{C97F0CF9-B609-CE44-BA25-185DB63B2C50}" dt="2023-11-10T04:52:52.073" v="112" actId="20577"/>
          <ac:spMkLst>
            <pc:docMk/>
            <pc:sldMk cId="623131075" sldId="2727"/>
            <ac:spMk id="22" creationId="{EE8370D4-79DD-B302-AE4B-E3E0FA46C14B}"/>
          </ac:spMkLst>
        </pc:spChg>
        <pc:picChg chg="del">
          <ac:chgData name="Xin Luo" userId="82312ee5779919a4" providerId="LiveId" clId="{C97F0CF9-B609-CE44-BA25-185DB63B2C50}" dt="2023-11-09T04:00:35.225" v="11" actId="478"/>
          <ac:picMkLst>
            <pc:docMk/>
            <pc:sldMk cId="623131075" sldId="2727"/>
            <ac:picMk id="6" creationId="{E5AE3CF9-5E7E-6F7A-107E-9F48D7148DAB}"/>
          </ac:picMkLst>
        </pc:picChg>
        <pc:picChg chg="add del mod">
          <ac:chgData name="Xin Luo" userId="82312ee5779919a4" providerId="LiveId" clId="{C97F0CF9-B609-CE44-BA25-185DB63B2C50}" dt="2023-11-09T04:37:17.083" v="80" actId="478"/>
          <ac:picMkLst>
            <pc:docMk/>
            <pc:sldMk cId="623131075" sldId="2727"/>
            <ac:picMk id="7" creationId="{CDFC8D98-4AF9-FBD8-0541-DFEEB8584BF0}"/>
          </ac:picMkLst>
        </pc:picChg>
        <pc:picChg chg="add del mod modCrop">
          <ac:chgData name="Xin Luo" userId="82312ee5779919a4" providerId="LiveId" clId="{C97F0CF9-B609-CE44-BA25-185DB63B2C50}" dt="2023-11-09T04:03:28.377" v="58" actId="478"/>
          <ac:picMkLst>
            <pc:docMk/>
            <pc:sldMk cId="623131075" sldId="2727"/>
            <ac:picMk id="9" creationId="{D1512705-31B0-1168-252E-089377F68058}"/>
          </ac:picMkLst>
        </pc:picChg>
        <pc:picChg chg="add del mod">
          <ac:chgData name="Xin Luo" userId="82312ee5779919a4" providerId="LiveId" clId="{C97F0CF9-B609-CE44-BA25-185DB63B2C50}" dt="2023-11-09T04:03:29.942" v="59" actId="478"/>
          <ac:picMkLst>
            <pc:docMk/>
            <pc:sldMk cId="623131075" sldId="2727"/>
            <ac:picMk id="11" creationId="{32A1A14D-97C2-9C00-BC57-984DAD598FD0}"/>
          </ac:picMkLst>
        </pc:picChg>
        <pc:picChg chg="add del mod">
          <ac:chgData name="Xin Luo" userId="82312ee5779919a4" providerId="LiveId" clId="{C97F0CF9-B609-CE44-BA25-185DB63B2C50}" dt="2023-11-09T04:37:17.758" v="81" actId="478"/>
          <ac:picMkLst>
            <pc:docMk/>
            <pc:sldMk cId="623131075" sldId="2727"/>
            <ac:picMk id="13" creationId="{90C77172-8455-115D-604C-742D83146EE1}"/>
          </ac:picMkLst>
        </pc:picChg>
        <pc:cxnChg chg="add del mod">
          <ac:chgData name="Xin Luo" userId="82312ee5779919a4" providerId="LiveId" clId="{C97F0CF9-B609-CE44-BA25-185DB63B2C50}" dt="2023-11-09T04:37:19.746" v="82" actId="478"/>
          <ac:cxnSpMkLst>
            <pc:docMk/>
            <pc:sldMk cId="623131075" sldId="2727"/>
            <ac:cxnSpMk id="15" creationId="{E2FAB211-DBC2-BBBF-AF48-3AAD4253F901}"/>
          </ac:cxnSpMkLst>
        </pc:cxnChg>
      </pc:sldChg>
      <pc:sldChg chg="modSp mod">
        <pc:chgData name="Xin Luo" userId="82312ee5779919a4" providerId="LiveId" clId="{C97F0CF9-B609-CE44-BA25-185DB63B2C50}" dt="2023-11-23T07:08:30.652" v="124" actId="20577"/>
        <pc:sldMkLst>
          <pc:docMk/>
          <pc:sldMk cId="559946628" sldId="2735"/>
        </pc:sldMkLst>
        <pc:spChg chg="mod">
          <ac:chgData name="Xin Luo" userId="82312ee5779919a4" providerId="LiveId" clId="{C97F0CF9-B609-CE44-BA25-185DB63B2C50}" dt="2023-11-23T07:08:30.652" v="124" actId="20577"/>
          <ac:spMkLst>
            <pc:docMk/>
            <pc:sldMk cId="559946628" sldId="2735"/>
            <ac:spMk id="7" creationId="{00000000-0000-0000-0000-000000000000}"/>
          </ac:spMkLst>
        </pc:spChg>
      </pc:sldChg>
      <pc:sldChg chg="delSp add mod">
        <pc:chgData name="Xin Luo" userId="82312ee5779919a4" providerId="LiveId" clId="{C97F0CF9-B609-CE44-BA25-185DB63B2C50}" dt="2023-11-09T04:00:19.618" v="2" actId="478"/>
        <pc:sldMkLst>
          <pc:docMk/>
          <pc:sldMk cId="928769069" sldId="2737"/>
        </pc:sldMkLst>
        <pc:picChg chg="del">
          <ac:chgData name="Xin Luo" userId="82312ee5779919a4" providerId="LiveId" clId="{C97F0CF9-B609-CE44-BA25-185DB63B2C50}" dt="2023-11-09T04:00:19.618" v="2" actId="478"/>
          <ac:picMkLst>
            <pc:docMk/>
            <pc:sldMk cId="928769069" sldId="2737"/>
            <ac:picMk id="7" creationId="{CDFC8D98-4AF9-FBD8-0541-DFEEB8584BF0}"/>
          </ac:picMkLst>
        </pc:picChg>
      </pc:sldChg>
      <pc:sldChg chg="addSp delSp new mod ord">
        <pc:chgData name="Xin Luo" userId="82312ee5779919a4" providerId="LiveId" clId="{C97F0CF9-B609-CE44-BA25-185DB63B2C50}" dt="2023-11-09T05:08:56.226" v="94" actId="21"/>
        <pc:sldMkLst>
          <pc:docMk/>
          <pc:sldMk cId="53409028" sldId="2738"/>
        </pc:sldMkLst>
        <pc:spChg chg="add del">
          <ac:chgData name="Xin Luo" userId="82312ee5779919a4" providerId="LiveId" clId="{C97F0CF9-B609-CE44-BA25-185DB63B2C50}" dt="2023-11-09T05:08:56.226" v="94" actId="21"/>
          <ac:spMkLst>
            <pc:docMk/>
            <pc:sldMk cId="53409028" sldId="2738"/>
            <ac:spMk id="5" creationId="{013F8F55-5394-6903-DCC2-EE5ADB8968AB}"/>
          </ac:spMkLst>
        </pc:spChg>
      </pc:sldChg>
      <pc:sldChg chg="addSp delSp modSp add mod">
        <pc:chgData name="Xin Luo" userId="82312ee5779919a4" providerId="LiveId" clId="{C97F0CF9-B609-CE44-BA25-185DB63B2C50}" dt="2023-11-09T05:08:41.738" v="93" actId="14100"/>
        <pc:sldMkLst>
          <pc:docMk/>
          <pc:sldMk cId="2360221265" sldId="2739"/>
        </pc:sldMkLst>
        <pc:picChg chg="add mod">
          <ac:chgData name="Xin Luo" userId="82312ee5779919a4" providerId="LiveId" clId="{C97F0CF9-B609-CE44-BA25-185DB63B2C50}" dt="2023-11-09T04:38:29.494" v="90" actId="14100"/>
          <ac:picMkLst>
            <pc:docMk/>
            <pc:sldMk cId="2360221265" sldId="2739"/>
            <ac:picMk id="5" creationId="{83A95809-1740-F14F-1C0A-B149EF1E3F8D}"/>
          </ac:picMkLst>
        </pc:picChg>
        <pc:picChg chg="del">
          <ac:chgData name="Xin Luo" userId="82312ee5779919a4" providerId="LiveId" clId="{C97F0CF9-B609-CE44-BA25-185DB63B2C50}" dt="2023-11-09T04:38:16.560" v="86" actId="478"/>
          <ac:picMkLst>
            <pc:docMk/>
            <pc:sldMk cId="2360221265" sldId="2739"/>
            <ac:picMk id="13" creationId="{90C77172-8455-115D-604C-742D83146EE1}"/>
          </ac:picMkLst>
        </pc:picChg>
        <pc:cxnChg chg="mod">
          <ac:chgData name="Xin Luo" userId="82312ee5779919a4" providerId="LiveId" clId="{C97F0CF9-B609-CE44-BA25-185DB63B2C50}" dt="2023-11-09T05:08:41.738" v="93" actId="14100"/>
          <ac:cxnSpMkLst>
            <pc:docMk/>
            <pc:sldMk cId="2360221265" sldId="2739"/>
            <ac:cxnSpMk id="15" creationId="{E2FAB211-DBC2-BBBF-AF48-3AAD4253F901}"/>
          </ac:cxnSpMkLst>
        </pc:cxnChg>
      </pc:sldChg>
      <pc:sldChg chg="modSp mod">
        <pc:chgData name="Xin Luo" userId="82312ee5779919a4" providerId="LiveId" clId="{C97F0CF9-B609-CE44-BA25-185DB63B2C50}" dt="2023-11-23T07:08:34.352" v="128" actId="20577"/>
        <pc:sldMkLst>
          <pc:docMk/>
          <pc:sldMk cId="3256279111" sldId="2740"/>
        </pc:sldMkLst>
        <pc:spChg chg="mod">
          <ac:chgData name="Xin Luo" userId="82312ee5779919a4" providerId="LiveId" clId="{C97F0CF9-B609-CE44-BA25-185DB63B2C50}" dt="2023-11-23T07:08:34.352" v="128" actId="20577"/>
          <ac:spMkLst>
            <pc:docMk/>
            <pc:sldMk cId="3256279111" sldId="2740"/>
            <ac:spMk id="3" creationId="{00000000-0000-0000-0000-000000000000}"/>
          </ac:spMkLst>
        </pc:spChg>
      </pc:sldChg>
      <pc:sldChg chg="modSp mod">
        <pc:chgData name="Xin Luo" userId="82312ee5779919a4" providerId="LiveId" clId="{C97F0CF9-B609-CE44-BA25-185DB63B2C50}" dt="2023-11-23T07:08:39.679" v="129"/>
        <pc:sldMkLst>
          <pc:docMk/>
          <pc:sldMk cId="2761200078" sldId="2741"/>
        </pc:sldMkLst>
        <pc:spChg chg="mod">
          <ac:chgData name="Xin Luo" userId="82312ee5779919a4" providerId="LiveId" clId="{C97F0CF9-B609-CE44-BA25-185DB63B2C50}" dt="2023-11-23T07:08:39.679" v="129"/>
          <ac:spMkLst>
            <pc:docMk/>
            <pc:sldMk cId="2761200078" sldId="2741"/>
            <ac:spMk id="3" creationId="{00000000-0000-0000-0000-000000000000}"/>
          </ac:spMkLst>
        </pc:spChg>
      </pc:sldChg>
      <pc:sldChg chg="modSp mod">
        <pc:chgData name="Xin Luo" userId="82312ee5779919a4" providerId="LiveId" clId="{C97F0CF9-B609-CE44-BA25-185DB63B2C50}" dt="2023-11-23T07:08:43.846" v="130"/>
        <pc:sldMkLst>
          <pc:docMk/>
          <pc:sldMk cId="1250556884" sldId="2742"/>
        </pc:sldMkLst>
        <pc:spChg chg="mod">
          <ac:chgData name="Xin Luo" userId="82312ee5779919a4" providerId="LiveId" clId="{C97F0CF9-B609-CE44-BA25-185DB63B2C50}" dt="2023-11-23T07:08:43.846" v="130"/>
          <ac:spMkLst>
            <pc:docMk/>
            <pc:sldMk cId="1250556884" sldId="2742"/>
            <ac:spMk id="3" creationId="{00000000-0000-0000-0000-000000000000}"/>
          </ac:spMkLst>
        </pc:spChg>
      </pc:sldChg>
      <pc:sldChg chg="modSp mod">
        <pc:chgData name="Xin Luo" userId="82312ee5779919a4" providerId="LiveId" clId="{C97F0CF9-B609-CE44-BA25-185DB63B2C50}" dt="2023-11-23T07:08:48.857" v="131"/>
        <pc:sldMkLst>
          <pc:docMk/>
          <pc:sldMk cId="703101299" sldId="2743"/>
        </pc:sldMkLst>
        <pc:spChg chg="mod">
          <ac:chgData name="Xin Luo" userId="82312ee5779919a4" providerId="LiveId" clId="{C97F0CF9-B609-CE44-BA25-185DB63B2C50}" dt="2023-11-23T07:08:48.857" v="131"/>
          <ac:spMkLst>
            <pc:docMk/>
            <pc:sldMk cId="703101299" sldId="2743"/>
            <ac:spMk id="3" creationId="{00000000-0000-0000-0000-000000000000}"/>
          </ac:spMkLst>
        </pc:spChg>
      </pc:sld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248C0A6C-0CC4-8B4C-A15B-18A7AE49A707}"/>
    <pc:docChg chg="undo custSel addSld delSld modSld">
      <pc:chgData name="Xin Luo" userId="82312ee5779919a4" providerId="LiveId" clId="{248C0A6C-0CC4-8B4C-A15B-18A7AE49A707}" dt="2023-07-02T13:59:45.690" v="74" actId="20577"/>
      <pc:docMkLst>
        <pc:docMk/>
      </pc:docMkLst>
      <pc:sldChg chg="addSp delSp del mod">
        <pc:chgData name="Xin Luo" userId="82312ee5779919a4" providerId="LiveId" clId="{248C0A6C-0CC4-8B4C-A15B-18A7AE49A707}" dt="2023-07-02T13:12:20.593" v="29" actId="2696"/>
        <pc:sldMkLst>
          <pc:docMk/>
          <pc:sldMk cId="1153920038" sldId="2206"/>
        </pc:sldMkLst>
        <pc:spChg chg="add del">
          <ac:chgData name="Xin Luo" userId="82312ee5779919a4" providerId="LiveId" clId="{248C0A6C-0CC4-8B4C-A15B-18A7AE49A707}" dt="2023-07-02T13:11:56.127" v="1" actId="22"/>
          <ac:spMkLst>
            <pc:docMk/>
            <pc:sldMk cId="1153920038" sldId="2206"/>
            <ac:spMk id="5" creationId="{DF97D6A6-2165-26FA-3166-1D01AFA58A7A}"/>
          </ac:spMkLst>
        </pc:spChg>
      </pc:sldChg>
      <pc:sldChg chg="del">
        <pc:chgData name="Xin Luo" userId="82312ee5779919a4" providerId="LiveId" clId="{248C0A6C-0CC4-8B4C-A15B-18A7AE49A707}" dt="2023-07-02T13:12:28.335" v="46" actId="2696"/>
        <pc:sldMkLst>
          <pc:docMk/>
          <pc:sldMk cId="1576120367" sldId="2387"/>
        </pc:sldMkLst>
      </pc:sldChg>
      <pc:sldChg chg="del">
        <pc:chgData name="Xin Luo" userId="82312ee5779919a4" providerId="LiveId" clId="{248C0A6C-0CC4-8B4C-A15B-18A7AE49A707}" dt="2023-07-02T13:12:28.309" v="36" actId="2696"/>
        <pc:sldMkLst>
          <pc:docMk/>
          <pc:sldMk cId="2415901206" sldId="2447"/>
        </pc:sldMkLst>
      </pc:sldChg>
      <pc:sldChg chg="del">
        <pc:chgData name="Xin Luo" userId="82312ee5779919a4" providerId="LiveId" clId="{248C0A6C-0CC4-8B4C-A15B-18A7AE49A707}" dt="2023-07-02T13:12:28.304" v="34" actId="2696"/>
        <pc:sldMkLst>
          <pc:docMk/>
          <pc:sldMk cId="4067577602" sldId="2605"/>
        </pc:sldMkLst>
      </pc:sldChg>
      <pc:sldChg chg="del">
        <pc:chgData name="Xin Luo" userId="82312ee5779919a4" providerId="LiveId" clId="{248C0A6C-0CC4-8B4C-A15B-18A7AE49A707}" dt="2023-07-02T13:12:28.311" v="37" actId="2696"/>
        <pc:sldMkLst>
          <pc:docMk/>
          <pc:sldMk cId="1602808061" sldId="2707"/>
        </pc:sldMkLst>
      </pc:sldChg>
      <pc:sldChg chg="del">
        <pc:chgData name="Xin Luo" userId="82312ee5779919a4" providerId="LiveId" clId="{248C0A6C-0CC4-8B4C-A15B-18A7AE49A707}" dt="2023-07-02T13:12:28.317" v="39" actId="2696"/>
        <pc:sldMkLst>
          <pc:docMk/>
          <pc:sldMk cId="1658607177" sldId="2708"/>
        </pc:sldMkLst>
      </pc:sldChg>
      <pc:sldChg chg="del">
        <pc:chgData name="Xin Luo" userId="82312ee5779919a4" providerId="LiveId" clId="{248C0A6C-0CC4-8B4C-A15B-18A7AE49A707}" dt="2023-07-02T13:12:28.356" v="49" actId="2696"/>
        <pc:sldMkLst>
          <pc:docMk/>
          <pc:sldMk cId="1257969106" sldId="2709"/>
        </pc:sldMkLst>
      </pc:sldChg>
      <pc:sldChg chg="del">
        <pc:chgData name="Xin Luo" userId="82312ee5779919a4" providerId="LiveId" clId="{248C0A6C-0CC4-8B4C-A15B-18A7AE49A707}" dt="2023-07-02T13:12:28.299" v="32" actId="2696"/>
        <pc:sldMkLst>
          <pc:docMk/>
          <pc:sldMk cId="2744383376" sldId="2711"/>
        </pc:sldMkLst>
      </pc:sldChg>
      <pc:sldChg chg="del">
        <pc:chgData name="Xin Luo" userId="82312ee5779919a4" providerId="LiveId" clId="{248C0A6C-0CC4-8B4C-A15B-18A7AE49A707}" dt="2023-07-02T13:12:28.337" v="47" actId="2696"/>
        <pc:sldMkLst>
          <pc:docMk/>
          <pc:sldMk cId="280619949" sldId="2714"/>
        </pc:sldMkLst>
      </pc:sldChg>
      <pc:sldChg chg="del">
        <pc:chgData name="Xin Luo" userId="82312ee5779919a4" providerId="LiveId" clId="{248C0A6C-0CC4-8B4C-A15B-18A7AE49A707}" dt="2023-07-02T13:12:28.325" v="42" actId="2696"/>
        <pc:sldMkLst>
          <pc:docMk/>
          <pc:sldMk cId="3852391939" sldId="2715"/>
        </pc:sldMkLst>
      </pc:sldChg>
      <pc:sldChg chg="del">
        <pc:chgData name="Xin Luo" userId="82312ee5779919a4" providerId="LiveId" clId="{248C0A6C-0CC4-8B4C-A15B-18A7AE49A707}" dt="2023-07-02T13:12:28.330" v="44" actId="2696"/>
        <pc:sldMkLst>
          <pc:docMk/>
          <pc:sldMk cId="3026715585" sldId="2716"/>
        </pc:sldMkLst>
      </pc:sldChg>
      <pc:sldChg chg="del">
        <pc:chgData name="Xin Luo" userId="82312ee5779919a4" providerId="LiveId" clId="{248C0A6C-0CC4-8B4C-A15B-18A7AE49A707}" dt="2023-07-02T13:12:28.333" v="45" actId="2696"/>
        <pc:sldMkLst>
          <pc:docMk/>
          <pc:sldMk cId="4136986794" sldId="2717"/>
        </pc:sldMkLst>
      </pc:sldChg>
      <pc:sldChg chg="del">
        <pc:chgData name="Xin Luo" userId="82312ee5779919a4" providerId="LiveId" clId="{248C0A6C-0CC4-8B4C-A15B-18A7AE49A707}" dt="2023-07-02T13:12:28.358" v="50" actId="2696"/>
        <pc:sldMkLst>
          <pc:docMk/>
          <pc:sldMk cId="1778017482" sldId="2718"/>
        </pc:sldMkLst>
      </pc:sldChg>
      <pc:sldChg chg="del">
        <pc:chgData name="Xin Luo" userId="82312ee5779919a4" providerId="LiveId" clId="{248C0A6C-0CC4-8B4C-A15B-18A7AE49A707}" dt="2023-07-02T13:12:28.307" v="35" actId="2696"/>
        <pc:sldMkLst>
          <pc:docMk/>
          <pc:sldMk cId="3480831675" sldId="2720"/>
        </pc:sldMkLst>
      </pc:sldChg>
      <pc:sldChg chg="del">
        <pc:chgData name="Xin Luo" userId="82312ee5779919a4" providerId="LiveId" clId="{248C0A6C-0CC4-8B4C-A15B-18A7AE49A707}" dt="2023-07-02T13:12:28.385" v="51" actId="2696"/>
        <pc:sldMkLst>
          <pc:docMk/>
          <pc:sldMk cId="769179569" sldId="2723"/>
        </pc:sldMkLst>
      </pc:sldChg>
      <pc:sldChg chg="del">
        <pc:chgData name="Xin Luo" userId="82312ee5779919a4" providerId="LiveId" clId="{248C0A6C-0CC4-8B4C-A15B-18A7AE49A707}" dt="2023-07-02T13:12:28.314" v="38" actId="2696"/>
        <pc:sldMkLst>
          <pc:docMk/>
          <pc:sldMk cId="57442970" sldId="2725"/>
        </pc:sldMkLst>
      </pc:sldChg>
      <pc:sldChg chg="del">
        <pc:chgData name="Xin Luo" userId="82312ee5779919a4" providerId="LiveId" clId="{248C0A6C-0CC4-8B4C-A15B-18A7AE49A707}" dt="2023-07-02T13:12:28.344" v="48" actId="2696"/>
        <pc:sldMkLst>
          <pc:docMk/>
          <pc:sldMk cId="4114066566" sldId="2726"/>
        </pc:sldMkLst>
      </pc:sldChg>
      <pc:sldChg chg="del">
        <pc:chgData name="Xin Luo" userId="82312ee5779919a4" providerId="LiveId" clId="{248C0A6C-0CC4-8B4C-A15B-18A7AE49A707}" dt="2023-07-02T13:12:28.327" v="43" actId="2696"/>
        <pc:sldMkLst>
          <pc:docMk/>
          <pc:sldMk cId="1683372320" sldId="2728"/>
        </pc:sldMkLst>
      </pc:sldChg>
      <pc:sldChg chg="del">
        <pc:chgData name="Xin Luo" userId="82312ee5779919a4" providerId="LiveId" clId="{248C0A6C-0CC4-8B4C-A15B-18A7AE49A707}" dt="2023-07-02T13:12:28.297" v="31" actId="2696"/>
        <pc:sldMkLst>
          <pc:docMk/>
          <pc:sldMk cId="240261692" sldId="2729"/>
        </pc:sldMkLst>
      </pc:sldChg>
      <pc:sldChg chg="del">
        <pc:chgData name="Xin Luo" userId="82312ee5779919a4" providerId="LiveId" clId="{248C0A6C-0CC4-8B4C-A15B-18A7AE49A707}" dt="2023-07-02T13:12:28.294" v="30" actId="2696"/>
        <pc:sldMkLst>
          <pc:docMk/>
          <pc:sldMk cId="736914780" sldId="2730"/>
        </pc:sldMkLst>
      </pc:sldChg>
      <pc:sldChg chg="del">
        <pc:chgData name="Xin Luo" userId="82312ee5779919a4" providerId="LiveId" clId="{248C0A6C-0CC4-8B4C-A15B-18A7AE49A707}" dt="2023-07-02T13:12:28.320" v="40" actId="2696"/>
        <pc:sldMkLst>
          <pc:docMk/>
          <pc:sldMk cId="3309691984" sldId="2731"/>
        </pc:sldMkLst>
      </pc:sldChg>
      <pc:sldChg chg="del">
        <pc:chgData name="Xin Luo" userId="82312ee5779919a4" providerId="LiveId" clId="{248C0A6C-0CC4-8B4C-A15B-18A7AE49A707}" dt="2023-07-02T13:12:28.322" v="41" actId="2696"/>
        <pc:sldMkLst>
          <pc:docMk/>
          <pc:sldMk cId="1199790559" sldId="2732"/>
        </pc:sldMkLst>
      </pc:sldChg>
      <pc:sldChg chg="del">
        <pc:chgData name="Xin Luo" userId="82312ee5779919a4" providerId="LiveId" clId="{248C0A6C-0CC4-8B4C-A15B-18A7AE49A707}" dt="2023-07-02T13:12:28.302" v="33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248C0A6C-0CC4-8B4C-A15B-18A7AE49A707}" dt="2023-07-02T13:59:45.690" v="74" actId="20577"/>
        <pc:sldMkLst>
          <pc:docMk/>
          <pc:sldMk cId="2241021106" sldId="2734"/>
        </pc:sldMkLst>
        <pc:spChg chg="mod">
          <ac:chgData name="Xin Luo" userId="82312ee5779919a4" providerId="LiveId" clId="{248C0A6C-0CC4-8B4C-A15B-18A7AE49A707}" dt="2023-07-02T13:59:45.690" v="74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279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将轨道数据</a:t>
            </a:r>
            <a:r>
              <a:rPr lang="zh-CN" altLang="en-US"/>
              <a:t>导入网页版</a:t>
            </a:r>
            <a:r>
              <a:rPr lang="en-US" altLang="zh-CN"/>
              <a:t>google </a:t>
            </a:r>
            <a:r>
              <a:rPr lang="en-US" altLang="zh-CN" dirty="0"/>
              <a:t>earth</a:t>
            </a:r>
            <a:r>
              <a:rPr lang="zh-CN" altLang="en-US" dirty="0"/>
              <a:t>，选取轨道。</a:t>
            </a:r>
          </a:p>
        </p:txBody>
      </p:sp>
    </p:spTree>
    <p:extLst>
      <p:ext uri="{BB962C8B-B14F-4D97-AF65-F5344CB8AC3E}">
        <p14:creationId xmlns:p14="http://schemas.microsoft.com/office/powerpoint/2010/main" val="224913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86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31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9D2C-F6E9-932F-3F74-FE5EACE4A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EEFBEC-D370-5124-155E-FD90BC418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C62EAA-D41E-FE24-AD5D-CB68D7953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251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95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822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Sentinel-3</a:t>
            </a:r>
            <a:r>
              <a:rPr lang="zh-CN" altLang="en-US" dirty="0"/>
              <a:t>数据获取中，无需查看轨道，也可方便下载。通过</a:t>
            </a:r>
            <a:r>
              <a:rPr lang="en-US" altLang="zh-CN" dirty="0" err="1"/>
              <a:t>copernicus</a:t>
            </a:r>
            <a:r>
              <a:rPr lang="zh-CN" altLang="en-US"/>
              <a:t>数据网站可方便检索下载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8391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2941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9434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84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ei.noaa.gov/data/oceans/jason3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ei.noaa.gov/data/oceans/jason3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pace.copernicus.eu/explore-data/data-collection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pace.copernicus.eu/explore-data/data-collectio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星载雷达测高数据</a:t>
            </a:r>
            <a:r>
              <a:rPr lang="zh-CN" altLang="en-US" sz="4800" b="1">
                <a:solidFill>
                  <a:srgbClr val="FF0000"/>
                </a:solidFill>
                <a:latin typeface="微软雅黑"/>
                <a:ea typeface="微软雅黑"/>
              </a:rPr>
              <a:t>获取</a:t>
            </a:r>
            <a:endParaRPr kumimoji="0" lang="zh-CN" altLang="zh-CN" sz="4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遥感数据处理程序设计</a:t>
            </a: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1965959" y="2399927"/>
            <a:ext cx="6689040" cy="1077218"/>
            <a:chOff x="2267448" y="1853012"/>
            <a:chExt cx="5075887" cy="1077218"/>
          </a:xfrm>
        </p:grpSpPr>
        <p:sp>
          <p:nvSpPr>
            <p:cNvPr id="10" name="椭圆 9"/>
            <p:cNvSpPr/>
            <p:nvPr/>
          </p:nvSpPr>
          <p:spPr>
            <a:xfrm>
              <a:off x="2267448" y="2115450"/>
              <a:ext cx="430354" cy="576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2" y="1853012"/>
              <a:ext cx="4645533" cy="107721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脉冲有限雷达</a:t>
              </a:r>
              <a:r>
                <a:rPr lang="en-US" altLang="zh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Jason-3</a:t>
              </a: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数据获取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1913134" y="3803309"/>
            <a:ext cx="7054684" cy="1077218"/>
            <a:chOff x="2230749" y="3256394"/>
            <a:chExt cx="5525145" cy="1077218"/>
          </a:xfrm>
        </p:grpSpPr>
        <p:sp>
          <p:nvSpPr>
            <p:cNvPr id="13" name="椭圆 12"/>
            <p:cNvSpPr/>
            <p:nvPr/>
          </p:nvSpPr>
          <p:spPr>
            <a:xfrm>
              <a:off x="2230749" y="3511390"/>
              <a:ext cx="485536" cy="576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693091" y="3256394"/>
              <a:ext cx="5062803" cy="1077218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合成孔径雷达</a:t>
              </a:r>
              <a:r>
                <a:rPr lang="en-US" altLang="zh-CN" sz="3200" b="1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Sentinel-3</a:t>
              </a:r>
              <a:r>
                <a:rPr lang="zh-CN" altLang="en-US" sz="3200" b="1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数据获取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300960" y="1262844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58720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9144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9064" y="3868892"/>
            <a:ext cx="87530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一、脉冲有限雷达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Jason-3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数据获取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9144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>
                <a:latin typeface="+mn-ea"/>
              </a:rPr>
              <a:t>一、脉冲有限雷达</a:t>
            </a:r>
            <a:r>
              <a:rPr lang="en-US" altLang="zh-CN">
                <a:latin typeface="+mn-ea"/>
              </a:rPr>
              <a:t>Jason-3</a:t>
            </a:r>
            <a:r>
              <a:rPr lang="zh-CN" altLang="en-US">
                <a:latin typeface="+mn-ea"/>
              </a:rPr>
              <a:t>数据获取</a:t>
            </a:r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539007"/>
            <a:ext cx="7706910" cy="1498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Jason-3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数据</a:t>
            </a:r>
            <a:endParaRPr lang="en-US" altLang="zh-CN" sz="2800" b="1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8370D4-79DD-B302-AE4B-E3E0FA46C14B}"/>
              </a:ext>
            </a:extLst>
          </p:cNvPr>
          <p:cNvSpPr txBox="1"/>
          <p:nvPr/>
        </p:nvSpPr>
        <p:spPr>
          <a:xfrm>
            <a:off x="302991" y="1504501"/>
            <a:ext cx="8595359" cy="4828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Jason-3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卫星高度计是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Jason-2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高度计的后继卫星高度计，该任务由 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NOAA（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美国国家海洋和大气管理局）、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EUMETSAT（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欧洲气象卫星开发组织）和 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CNES（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法国宇航局）合作开发。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Jason-3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高度计采用了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ku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波段和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波段的双频设置，轨道设计上与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Jason-2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高度计相同，其轨道高度为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1336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km，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倾角为 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66°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，轨道重访周期为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d。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卫星测高数据主要应用于海洋中尺度涡、大洋环流、海洋潮汐、台风、海啸动力学等领域的研究。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>
                <a:latin typeface="+mn-ea"/>
              </a:rPr>
              <a:t>一、脉冲有限雷达</a:t>
            </a:r>
            <a:r>
              <a:rPr lang="en-US" altLang="zh-CN">
                <a:latin typeface="+mn-ea"/>
              </a:rPr>
              <a:t>Jason-3</a:t>
            </a:r>
            <a:r>
              <a:rPr lang="zh-CN" altLang="en-US">
                <a:latin typeface="+mn-ea"/>
              </a:rPr>
              <a:t>数据获取</a:t>
            </a:r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Jason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系列卫星轨道（</a:t>
            </a:r>
            <a:r>
              <a:rPr lang="en-US" altLang="zh-CN" sz="2800" b="1" i="1" dirty="0">
                <a:solidFill>
                  <a:srgbClr val="333333"/>
                </a:solidFill>
                <a:latin typeface="+mn-ea"/>
                <a:ea typeface="+mn-ea"/>
              </a:rPr>
              <a:t>2022</a:t>
            </a:r>
            <a:r>
              <a:rPr lang="zh-CN" altLang="en-US" sz="2800" b="1" i="1" dirty="0">
                <a:solidFill>
                  <a:srgbClr val="333333"/>
                </a:solidFill>
                <a:latin typeface="+mn-ea"/>
                <a:ea typeface="+mn-ea"/>
              </a:rPr>
              <a:t>年</a:t>
            </a:r>
            <a:r>
              <a:rPr lang="en-US" altLang="zh-CN" sz="2800" b="1" i="1" dirty="0">
                <a:solidFill>
                  <a:srgbClr val="333333"/>
                </a:solidFill>
                <a:latin typeface="+mn-ea"/>
                <a:ea typeface="+mn-ea"/>
              </a:rPr>
              <a:t>4</a:t>
            </a:r>
            <a:r>
              <a:rPr lang="zh-CN" altLang="en-US" sz="2800" b="1" i="1" dirty="0">
                <a:solidFill>
                  <a:srgbClr val="333333"/>
                </a:solidFill>
                <a:latin typeface="+mn-ea"/>
                <a:ea typeface="+mn-ea"/>
              </a:rPr>
              <a:t>月</a:t>
            </a:r>
            <a:r>
              <a:rPr lang="en-US" altLang="zh-CN" sz="2800" b="1" i="1" dirty="0">
                <a:solidFill>
                  <a:srgbClr val="333333"/>
                </a:solidFill>
                <a:latin typeface="+mn-ea"/>
                <a:ea typeface="+mn-ea"/>
              </a:rPr>
              <a:t>7</a:t>
            </a:r>
            <a:r>
              <a:rPr lang="zh-CN" altLang="en-US" sz="2800" b="1" i="1" dirty="0">
                <a:solidFill>
                  <a:srgbClr val="333333"/>
                </a:solidFill>
                <a:latin typeface="+mn-ea"/>
                <a:ea typeface="+mn-ea"/>
              </a:rPr>
              <a:t>日后发在改变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1E7DC2-BA6F-0C0E-23A4-D80CB52CD1FF}"/>
              </a:ext>
            </a:extLst>
          </p:cNvPr>
          <p:cNvGrpSpPr/>
          <p:nvPr/>
        </p:nvGrpSpPr>
        <p:grpSpPr>
          <a:xfrm>
            <a:off x="306779" y="1554911"/>
            <a:ext cx="8643695" cy="4604388"/>
            <a:chOff x="218737" y="1546041"/>
            <a:chExt cx="8790238" cy="4793776"/>
          </a:xfrm>
        </p:grpSpPr>
        <p:pic>
          <p:nvPicPr>
            <p:cNvPr id="5" name="Picture 4" descr="A map of mountains with red lines&#10;&#10;Description automatically generated">
              <a:extLst>
                <a:ext uri="{FF2B5EF4-FFF2-40B4-BE49-F238E27FC236}">
                  <a16:creationId xmlns:a16="http://schemas.microsoft.com/office/drawing/2014/main" id="{83A95809-1740-F14F-1C0A-B149EF1E3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4002" y="1772885"/>
              <a:ext cx="4064973" cy="4431344"/>
            </a:xfrm>
            <a:prstGeom prst="rect">
              <a:avLst/>
            </a:prstGeom>
          </p:spPr>
        </p:pic>
        <p:pic>
          <p:nvPicPr>
            <p:cNvPr id="7" name="Picture 6" descr="A planet earth with red grids&#10;&#10;Description automatically generated">
              <a:extLst>
                <a:ext uri="{FF2B5EF4-FFF2-40B4-BE49-F238E27FC236}">
                  <a16:creationId xmlns:a16="http://schemas.microsoft.com/office/drawing/2014/main" id="{CDFC8D98-4AF9-FBD8-0541-DFEEB8584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737" y="1546041"/>
              <a:ext cx="4627137" cy="4793776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2FAB211-DBC2-BBBF-AF48-3AAD4253F90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23711" y="3575589"/>
              <a:ext cx="4858438" cy="41913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C2640C3-B4DD-2FA4-0198-DBEA9A18110E}"/>
              </a:ext>
            </a:extLst>
          </p:cNvPr>
          <p:cNvSpPr txBox="1"/>
          <p:nvPr/>
        </p:nvSpPr>
        <p:spPr>
          <a:xfrm>
            <a:off x="237286" y="6289062"/>
            <a:ext cx="8776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800" b="1" dirty="0">
                <a:solidFill>
                  <a:schemeClr val="accent1"/>
                </a:solidFill>
                <a:latin typeface="+mn-ea"/>
                <a:ea typeface="+mn-ea"/>
              </a:rPr>
              <a:t>轨道数据</a:t>
            </a:r>
            <a:r>
              <a:rPr lang="zh-CN" altLang="en-US" sz="1800" b="1" dirty="0">
                <a:solidFill>
                  <a:schemeClr val="accent1"/>
                </a:solidFill>
                <a:latin typeface="+mn-ea"/>
                <a:ea typeface="+mn-ea"/>
              </a:rPr>
              <a:t>：</a:t>
            </a:r>
            <a:r>
              <a:rPr lang="en-CN" sz="1800" b="1" dirty="0">
                <a:solidFill>
                  <a:schemeClr val="accent1"/>
                </a:solidFill>
                <a:latin typeface="+mn-ea"/>
                <a:ea typeface="+mn-ea"/>
              </a:rPr>
              <a:t>https://www.aviso.altimetry.fr/en/data/tools/pass-locator.html</a:t>
            </a:r>
          </a:p>
        </p:txBody>
      </p:sp>
    </p:spTree>
    <p:extLst>
      <p:ext uri="{BB962C8B-B14F-4D97-AF65-F5344CB8AC3E}">
        <p14:creationId xmlns:p14="http://schemas.microsoft.com/office/powerpoint/2010/main" val="23602212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>
                <a:latin typeface="+mn-ea"/>
              </a:rPr>
              <a:t>一、脉冲有限雷达</a:t>
            </a:r>
            <a:r>
              <a:rPr lang="en-US" altLang="zh-CN">
                <a:latin typeface="+mn-ea"/>
              </a:rPr>
              <a:t>Jason-3</a:t>
            </a:r>
            <a:r>
              <a:rPr lang="zh-CN" altLang="en-US">
                <a:latin typeface="+mn-ea"/>
              </a:rPr>
              <a:t>数据获取</a:t>
            </a:r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539007"/>
            <a:ext cx="7706910" cy="1498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333333"/>
                </a:solidFill>
                <a:latin typeface="+mn-ea"/>
                <a:ea typeface="+mn-ea"/>
              </a:rPr>
              <a:t>数据获取途径</a:t>
            </a:r>
            <a:endParaRPr lang="en-US" altLang="zh-CN" sz="2800" b="1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CF4F35-E8EA-F63E-D865-B9DEC4EDEC1F}"/>
              </a:ext>
            </a:extLst>
          </p:cNvPr>
          <p:cNvSpPr txBox="1"/>
          <p:nvPr/>
        </p:nvSpPr>
        <p:spPr>
          <a:xfrm>
            <a:off x="367941" y="1455328"/>
            <a:ext cx="824332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NOAA (National Centers for Environment Information)</a:t>
            </a:r>
            <a:r>
              <a:rPr lang="en-US" sz="200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</a:p>
          <a:p>
            <a:pPr algn="just"/>
            <a:r>
              <a:rPr lang="en-US" sz="200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https://www.ncei.noaa.gov/data/oceans/jason3/</a:t>
            </a:r>
            <a:endParaRPr lang="en-US" sz="200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6" name="Picture 5" descr="A screenshot of a website&#10;&#10;Description automatically generated">
            <a:extLst>
              <a:ext uri="{FF2B5EF4-FFF2-40B4-BE49-F238E27FC236}">
                <a16:creationId xmlns:a16="http://schemas.microsoft.com/office/drawing/2014/main" id="{E5AE3CF9-5E7E-6F7A-107E-9F48D7148D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013"/>
          <a:stretch/>
        </p:blipFill>
        <p:spPr>
          <a:xfrm>
            <a:off x="1503292" y="2317102"/>
            <a:ext cx="5725573" cy="437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690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一、脉冲有限雷达</a:t>
            </a:r>
            <a:r>
              <a:rPr lang="en-US" altLang="zh-CN" dirty="0">
                <a:latin typeface="+mn-ea"/>
              </a:rPr>
              <a:t>Jason-3</a:t>
            </a:r>
            <a:r>
              <a:rPr lang="zh-CN" altLang="en-US" dirty="0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539007"/>
            <a:ext cx="7706910" cy="1498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333333"/>
                </a:solidFill>
                <a:latin typeface="+mn-ea"/>
                <a:ea typeface="+mn-ea"/>
              </a:rPr>
              <a:t>数据获取途径</a:t>
            </a:r>
            <a:endParaRPr lang="en-US" altLang="zh-CN" sz="2800" b="1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CF4F35-E8EA-F63E-D865-B9DEC4EDEC1F}"/>
              </a:ext>
            </a:extLst>
          </p:cNvPr>
          <p:cNvSpPr txBox="1"/>
          <p:nvPr/>
        </p:nvSpPr>
        <p:spPr>
          <a:xfrm>
            <a:off x="367941" y="1455328"/>
            <a:ext cx="824332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NOAA (National Centers for Environment Information)</a:t>
            </a:r>
            <a:r>
              <a:rPr lang="en-US" sz="2000" dirty="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</a:p>
          <a:p>
            <a:pPr algn="just"/>
            <a:r>
              <a:rPr lang="en-US" sz="2000" dirty="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https://www.ncei.noaa.gov/data/oceans/jason3/</a:t>
            </a:r>
            <a:endParaRPr lang="en-US" sz="2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2745A9-1B98-6693-0AE3-E2295A7DE70B}"/>
              </a:ext>
            </a:extLst>
          </p:cNvPr>
          <p:cNvGrpSpPr/>
          <p:nvPr/>
        </p:nvGrpSpPr>
        <p:grpSpPr>
          <a:xfrm>
            <a:off x="367941" y="2494725"/>
            <a:ext cx="5354500" cy="4092348"/>
            <a:chOff x="367941" y="2494725"/>
            <a:chExt cx="5354500" cy="4092348"/>
          </a:xfrm>
        </p:grpSpPr>
        <p:pic>
          <p:nvPicPr>
            <p:cNvPr id="6" name="Picture 5" descr="A screenshot of a website&#10;&#10;Description automatically generated">
              <a:extLst>
                <a:ext uri="{FF2B5EF4-FFF2-40B4-BE49-F238E27FC236}">
                  <a16:creationId xmlns:a16="http://schemas.microsoft.com/office/drawing/2014/main" id="{E5AE3CF9-5E7E-6F7A-107E-9F48D7148D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1013"/>
            <a:stretch/>
          </p:blipFill>
          <p:spPr>
            <a:xfrm>
              <a:off x="367941" y="2494725"/>
              <a:ext cx="5354500" cy="4092348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4DF8CE5-6C9B-2BAC-ED0E-A7BF3F6CDEFA}"/>
                </a:ext>
              </a:extLst>
            </p:cNvPr>
            <p:cNvSpPr/>
            <p:nvPr/>
          </p:nvSpPr>
          <p:spPr>
            <a:xfrm>
              <a:off x="809840" y="5595730"/>
              <a:ext cx="652007" cy="246491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rtlCol="0" anchor="ctr">
              <a:noAutofit/>
            </a:bodyPr>
            <a:lstStyle/>
            <a:p>
              <a:pPr algn="l"/>
              <a:endParaRPr lang="en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B4BBF3-693C-99EF-A28B-67B5736C1201}"/>
              </a:ext>
            </a:extLst>
          </p:cNvPr>
          <p:cNvGrpSpPr/>
          <p:nvPr/>
        </p:nvGrpSpPr>
        <p:grpSpPr>
          <a:xfrm>
            <a:off x="5892774" y="2271623"/>
            <a:ext cx="2718490" cy="2946786"/>
            <a:chOff x="5877339" y="2582445"/>
            <a:chExt cx="2926187" cy="3196708"/>
          </a:xfrm>
        </p:grpSpPr>
        <p:pic>
          <p:nvPicPr>
            <p:cNvPr id="7" name="Picture 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424DEB9-8608-4EF7-9A39-92EA56CAC2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11489"/>
            <a:stretch/>
          </p:blipFill>
          <p:spPr>
            <a:xfrm>
              <a:off x="5941963" y="2582445"/>
              <a:ext cx="2861563" cy="3196708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9B89FF1-8E07-6654-F079-40B3F4AD260E}"/>
                </a:ext>
              </a:extLst>
            </p:cNvPr>
            <p:cNvSpPr/>
            <p:nvPr/>
          </p:nvSpPr>
          <p:spPr>
            <a:xfrm>
              <a:off x="5877339" y="4245947"/>
              <a:ext cx="652007" cy="246491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rtlCol="0" anchor="ctr">
              <a:noAutofit/>
            </a:bodyPr>
            <a:lstStyle/>
            <a:p>
              <a:pPr algn="l"/>
              <a:endParaRPr lang="en-CN" b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5DF2F883-7096-A406-FCF5-7BF2C68CF0D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8145"/>
          <a:stretch/>
        </p:blipFill>
        <p:spPr>
          <a:xfrm>
            <a:off x="5959111" y="5264129"/>
            <a:ext cx="2188916" cy="149829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48BDFCE-9D76-B674-5D89-FD4AE8353C9E}"/>
              </a:ext>
            </a:extLst>
          </p:cNvPr>
          <p:cNvSpPr/>
          <p:nvPr/>
        </p:nvSpPr>
        <p:spPr>
          <a:xfrm>
            <a:off x="5842497" y="6125535"/>
            <a:ext cx="669296" cy="233701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rtlCol="0" anchor="ctr">
            <a:noAutofit/>
          </a:bodyPr>
          <a:lstStyle/>
          <a:p>
            <a:pPr algn="l"/>
            <a:endParaRPr lang="en-CN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315954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FA3E-23C2-AA91-9DEC-B40754A3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0AF1BD-118C-1833-C9C3-A13163C1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一、脉冲有限雷达</a:t>
            </a:r>
            <a:r>
              <a:rPr lang="en-US" altLang="zh-CN" dirty="0">
                <a:latin typeface="+mn-ea"/>
              </a:rPr>
              <a:t>Jason-3</a:t>
            </a:r>
            <a:r>
              <a:rPr lang="zh-CN" altLang="en-US" dirty="0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C4BDA-6E4B-05C4-E63D-D6A527FDE567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数据格式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-NetCDF4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1A015-5D9C-E76C-3508-6509C87D8C4E}"/>
              </a:ext>
            </a:extLst>
          </p:cNvPr>
          <p:cNvSpPr txBox="1"/>
          <p:nvPr/>
        </p:nvSpPr>
        <p:spPr>
          <a:xfrm>
            <a:off x="317664" y="1542292"/>
            <a:ext cx="8587185" cy="519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用途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: 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专为科学领域（如气象、海洋学、气候研究）设计，强调多维数组（如温度、压力场）的存储。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标准化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: 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由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UCAR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开发，遵循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CF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等元数据约定，确保领域内数据的互操作性。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版本演进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NetCDF-3: 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基于独立格式。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chemeClr val="accent2"/>
                </a:solidFill>
                <a:effectLst/>
                <a:latin typeface="+mn-ea"/>
                <a:ea typeface="+mn-ea"/>
              </a:rPr>
              <a:t>NetCDF-4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: 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底层使用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HDF5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，支持更多高级功能（如压缩、并行</a:t>
            </a:r>
            <a:r>
              <a:rPr lang="en-US" altLang="zh-CN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I/O</a:t>
            </a:r>
            <a:r>
              <a:rPr lang="zh-CN" altLang="en-US" b="0" i="0" dirty="0">
                <a:solidFill>
                  <a:schemeClr val="bg2"/>
                </a:solidFill>
                <a:effectLst/>
                <a:latin typeface="+mn-ea"/>
                <a:ea typeface="+mn-ea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398728329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9144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9064" y="3868892"/>
            <a:ext cx="87530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二、合成孔径雷达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Sentinel-3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数据获取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9144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994662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二、合成孔径雷达</a:t>
            </a:r>
            <a:r>
              <a:rPr lang="en-US" altLang="zh-CN" dirty="0">
                <a:latin typeface="+mn-ea"/>
              </a:rPr>
              <a:t>Sentinel-3</a:t>
            </a:r>
            <a:r>
              <a:rPr lang="zh-CN" altLang="en-US" dirty="0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539007"/>
            <a:ext cx="7706910" cy="1498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endParaRPr lang="en-US" altLang="zh-CN" sz="220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数据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8370D4-79DD-B302-AE4B-E3E0FA46C14B}"/>
              </a:ext>
            </a:extLst>
          </p:cNvPr>
          <p:cNvSpPr txBox="1"/>
          <p:nvPr/>
        </p:nvSpPr>
        <p:spPr>
          <a:xfrm>
            <a:off x="418012" y="1539007"/>
            <a:ext cx="8131628" cy="468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Sentinel-3A/B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sz="2100" dirty="0" err="1">
                <a:solidFill>
                  <a:schemeClr val="bg2"/>
                </a:solidFill>
                <a:latin typeface="+mn-ea"/>
                <a:ea typeface="+mn-ea"/>
              </a:rPr>
              <a:t>卫星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由﻿欧空局分别于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2016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年和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2018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年发射。该卫星轨道高度设计为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815</a:t>
            </a: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km，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该轨道倾角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98.56°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，运行周期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27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天。</a:t>
            </a:r>
            <a:endParaRPr lang="en-US" altLang="zh-CN" sz="21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卫星搭载的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SRAL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高度计，是一台</a:t>
            </a:r>
            <a:r>
              <a:rPr lang="zh-CN" altLang="en-US" sz="2100" b="1" u="sng" dirty="0">
                <a:solidFill>
                  <a:schemeClr val="bg2"/>
                </a:solidFill>
                <a:latin typeface="+mn-ea"/>
                <a:ea typeface="+mn-ea"/>
              </a:rPr>
              <a:t>合成孔径雷达高度计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SRAL 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高度计采用双频设计，能发射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Ku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和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两种波段的微波，其中</a:t>
            </a:r>
            <a:r>
              <a:rPr lang="en-US" altLang="zh-CN" sz="2100" dirty="0">
                <a:solidFill>
                  <a:schemeClr val="bg2"/>
                </a:solidFill>
                <a:latin typeface="+mn-ea"/>
                <a:ea typeface="+mn-ea"/>
              </a:rPr>
              <a:t>Ku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波段用于测距，</a:t>
            </a: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波段用于确定电离层误差。每个频段的高度计都设计两种模式：低分辨率模式（ </a:t>
            </a:r>
            <a:r>
              <a:rPr lang="en-US" sz="2100" dirty="0" err="1">
                <a:solidFill>
                  <a:schemeClr val="bg2"/>
                </a:solidFill>
                <a:latin typeface="+mn-ea"/>
                <a:ea typeface="+mn-ea"/>
              </a:rPr>
              <a:t>LRM，Low</a:t>
            </a: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 Resolution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Mode）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和高分辨率的</a:t>
            </a:r>
            <a:r>
              <a:rPr lang="en-US" sz="2100" dirty="0">
                <a:solidFill>
                  <a:schemeClr val="bg2"/>
                </a:solidFill>
                <a:latin typeface="+mn-ea"/>
                <a:ea typeface="+mn-ea"/>
              </a:rPr>
              <a:t>SAR </a:t>
            </a:r>
            <a:r>
              <a:rPr lang="zh-CN" altLang="en-US" sz="2100" dirty="0">
                <a:solidFill>
                  <a:schemeClr val="bg2"/>
                </a:solidFill>
                <a:latin typeface="+mn-ea"/>
                <a:ea typeface="+mn-ea"/>
              </a:rPr>
              <a:t>模式。</a:t>
            </a:r>
            <a:endParaRPr lang="en-US" sz="21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627911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二、合成孔径雷达</a:t>
            </a:r>
            <a:r>
              <a:rPr lang="en-US" altLang="zh-CN" dirty="0">
                <a:latin typeface="+mn-ea"/>
              </a:rPr>
              <a:t>Sentinel-3</a:t>
            </a:r>
            <a:r>
              <a:rPr lang="zh-CN" altLang="en-US" dirty="0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卫星轨道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pic>
        <p:nvPicPr>
          <p:cNvPr id="7" name="Picture 6" descr="A green and red sphere&#10;&#10;Description automatically generated">
            <a:extLst>
              <a:ext uri="{FF2B5EF4-FFF2-40B4-BE49-F238E27FC236}">
                <a16:creationId xmlns:a16="http://schemas.microsoft.com/office/drawing/2014/main" id="{0492C821-C99E-82F7-0470-9E0BA74C8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73" y="1559269"/>
            <a:ext cx="4554969" cy="4617719"/>
          </a:xfrm>
          <a:prstGeom prst="rect">
            <a:avLst/>
          </a:prstGeom>
        </p:spPr>
      </p:pic>
      <p:pic>
        <p:nvPicPr>
          <p:cNvPr id="11" name="Picture 10" descr="A map of a lake&#10;&#10;Description automatically generated">
            <a:extLst>
              <a:ext uri="{FF2B5EF4-FFF2-40B4-BE49-F238E27FC236}">
                <a16:creationId xmlns:a16="http://schemas.microsoft.com/office/drawing/2014/main" id="{A8D03B8B-7C9A-1771-4EBD-04D6737B2E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121"/>
          <a:stretch/>
        </p:blipFill>
        <p:spPr>
          <a:xfrm>
            <a:off x="5208199" y="1559269"/>
            <a:ext cx="3596869" cy="4617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85F41D-3CA2-2BA9-81E6-898268A986D0}"/>
              </a:ext>
            </a:extLst>
          </p:cNvPr>
          <p:cNvSpPr txBox="1"/>
          <p:nvPr/>
        </p:nvSpPr>
        <p:spPr>
          <a:xfrm>
            <a:off x="540373" y="6346957"/>
            <a:ext cx="8264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b="1" dirty="0">
                <a:solidFill>
                  <a:schemeClr val="accent1"/>
                </a:solidFill>
                <a:latin typeface="+mn-ea"/>
                <a:ea typeface="+mn-ea"/>
              </a:rPr>
              <a:t>卫星轨道</a:t>
            </a:r>
            <a:r>
              <a:rPr lang="zh-CN" altLang="en-US" sz="1600" b="1" dirty="0">
                <a:solidFill>
                  <a:schemeClr val="accent1"/>
                </a:solidFill>
                <a:latin typeface="+mn-ea"/>
                <a:ea typeface="+mn-ea"/>
              </a:rPr>
              <a:t>：</a:t>
            </a:r>
            <a:r>
              <a:rPr lang="en-CN" sz="1600" b="1" dirty="0">
                <a:solidFill>
                  <a:schemeClr val="accent1"/>
                </a:solidFill>
                <a:latin typeface="+mn-ea"/>
                <a:ea typeface="+mn-ea"/>
              </a:rPr>
              <a:t>https://www.aviso.altimetry.fr/en/data/tools/pass-locator.html</a:t>
            </a:r>
          </a:p>
        </p:txBody>
      </p:sp>
      <p:pic>
        <p:nvPicPr>
          <p:cNvPr id="8" name="Picture 7" descr="A number of numbers and words&#10;&#10;Description automatically generated with medium confidence">
            <a:extLst>
              <a:ext uri="{FF2B5EF4-FFF2-40B4-BE49-F238E27FC236}">
                <a16:creationId xmlns:a16="http://schemas.microsoft.com/office/drawing/2014/main" id="{DBBD724F-009D-F09C-823E-5CE970A04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160" y="4321147"/>
            <a:ext cx="2584020" cy="169029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83E833-600B-6427-ACBA-207C17037D0B}"/>
              </a:ext>
            </a:extLst>
          </p:cNvPr>
          <p:cNvCxnSpPr>
            <a:cxnSpLocks/>
            <a:endCxn id="8" idx="0"/>
          </p:cNvCxnSpPr>
          <p:nvPr/>
        </p:nvCxnSpPr>
        <p:spPr bwMode="auto">
          <a:xfrm flipH="1">
            <a:off x="6679170" y="3196354"/>
            <a:ext cx="93864" cy="1124793"/>
          </a:xfrm>
          <a:prstGeom prst="straightConnector1">
            <a:avLst/>
          </a:pr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6120007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二、合成孔径雷达</a:t>
            </a:r>
            <a:r>
              <a:rPr lang="en-US" altLang="zh-CN" dirty="0">
                <a:latin typeface="+mn-ea"/>
              </a:rPr>
              <a:t>Sentinel-3</a:t>
            </a:r>
            <a:r>
              <a:rPr lang="zh-CN" altLang="en-US" dirty="0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测高数据获取途径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A2CFC-A766-DF57-792B-5DC33C48109D}"/>
              </a:ext>
            </a:extLst>
          </p:cNvPr>
          <p:cNvSpPr txBox="1"/>
          <p:nvPr/>
        </p:nvSpPr>
        <p:spPr>
          <a:xfrm>
            <a:off x="292017" y="1511452"/>
            <a:ext cx="79847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N" dirty="0">
                <a:solidFill>
                  <a:schemeClr val="bg2"/>
                </a:solidFill>
              </a:rPr>
              <a:t>Copernicus Sentinel Data Space Ecosystem</a:t>
            </a:r>
          </a:p>
          <a:p>
            <a:pPr algn="just"/>
            <a:r>
              <a:rPr lang="en-US" sz="1800" dirty="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://dataspace.Copernicus.eu/explore-data/data-collections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479653-2655-2D39-7FE1-856DA5231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65" y="2696064"/>
            <a:ext cx="4367035" cy="352562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2" name="Picture 11" descr="A screenshot of a map&#10;&#10;Description automatically generated">
            <a:extLst>
              <a:ext uri="{FF2B5EF4-FFF2-40B4-BE49-F238E27FC236}">
                <a16:creationId xmlns:a16="http://schemas.microsoft.com/office/drawing/2014/main" id="{CF0BFD12-4344-0FA0-41C6-88FC96012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258" y="2696065"/>
            <a:ext cx="4367035" cy="352562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B46D933-2157-3BCE-8C36-800C76B95D97}"/>
              </a:ext>
            </a:extLst>
          </p:cNvPr>
          <p:cNvSpPr txBox="1"/>
          <p:nvPr/>
        </p:nvSpPr>
        <p:spPr>
          <a:xfrm>
            <a:off x="204966" y="6327228"/>
            <a:ext cx="879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2"/>
                </a:solidFill>
              </a:rPr>
              <a:t>选择Level</a:t>
            </a:r>
            <a:r>
              <a:rPr lang="en-US" altLang="zh-CN" dirty="0">
                <a:solidFill>
                  <a:schemeClr val="bg2"/>
                </a:solidFill>
              </a:rPr>
              <a:t>-</a:t>
            </a:r>
            <a:r>
              <a:rPr lang="en-CN" dirty="0">
                <a:solidFill>
                  <a:schemeClr val="bg2"/>
                </a:solidFill>
              </a:rPr>
              <a:t>2 LAN数据</a:t>
            </a:r>
          </a:p>
        </p:txBody>
      </p:sp>
    </p:spTree>
    <p:extLst>
      <p:ext uri="{BB962C8B-B14F-4D97-AF65-F5344CB8AC3E}">
        <p14:creationId xmlns:p14="http://schemas.microsoft.com/office/powerpoint/2010/main" val="125055688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二、合成孔径雷达</a:t>
            </a:r>
            <a:r>
              <a:rPr lang="en-US" altLang="zh-CN" dirty="0">
                <a:latin typeface="+mn-ea"/>
              </a:rPr>
              <a:t>Sentinel-3</a:t>
            </a:r>
            <a:r>
              <a:rPr lang="zh-CN" altLang="en-US" dirty="0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846555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测高数据获取途径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8A2CFC-A766-DF57-792B-5DC33C48109D}"/>
              </a:ext>
            </a:extLst>
          </p:cNvPr>
          <p:cNvSpPr txBox="1"/>
          <p:nvPr/>
        </p:nvSpPr>
        <p:spPr>
          <a:xfrm>
            <a:off x="292017" y="1464651"/>
            <a:ext cx="79847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N" dirty="0">
                <a:solidFill>
                  <a:schemeClr val="bg2"/>
                </a:solidFill>
              </a:rPr>
              <a:t>Copernicus Sentinel Data Space Ecosystem</a:t>
            </a:r>
          </a:p>
          <a:p>
            <a:pPr algn="just"/>
            <a:r>
              <a:rPr lang="en-US" sz="1800" dirty="0">
                <a:solidFill>
                  <a:srgbClr val="333333"/>
                </a:solidFill>
                <a:latin typeface="+mn-ea"/>
                <a:ea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://dataspace.Copernicus.eu/explore-data/data-collections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5" name="Picture 4" descr="A screenshot of a map&#10;&#10;Description automatically generated">
            <a:extLst>
              <a:ext uri="{FF2B5EF4-FFF2-40B4-BE49-F238E27FC236}">
                <a16:creationId xmlns:a16="http://schemas.microsoft.com/office/drawing/2014/main" id="{DBAA7918-FE08-1CF0-F475-E3CA539394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251"/>
          <a:stretch/>
        </p:blipFill>
        <p:spPr>
          <a:xfrm>
            <a:off x="1405840" y="2511844"/>
            <a:ext cx="6332320" cy="428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0129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二、合成孔径雷达</a:t>
            </a:r>
            <a:r>
              <a:rPr lang="en-US" altLang="zh-CN" dirty="0">
                <a:latin typeface="+mn-ea"/>
              </a:rPr>
              <a:t>Sentinel-3</a:t>
            </a:r>
            <a:r>
              <a:rPr lang="zh-CN" altLang="en-US">
                <a:latin typeface="+mn-ea"/>
              </a:rPr>
              <a:t>数据获取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FF4E1-B17F-D4F8-E834-173BA3B0D059}"/>
              </a:ext>
            </a:extLst>
          </p:cNvPr>
          <p:cNvSpPr txBox="1"/>
          <p:nvPr/>
        </p:nvSpPr>
        <p:spPr>
          <a:xfrm>
            <a:off x="404362" y="913572"/>
            <a:ext cx="8314891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43A92-9E22-44EA-2939-C64F8E264329}"/>
              </a:ext>
            </a:extLst>
          </p:cNvPr>
          <p:cNvSpPr txBox="1"/>
          <p:nvPr/>
        </p:nvSpPr>
        <p:spPr>
          <a:xfrm>
            <a:off x="418217" y="1763498"/>
            <a:ext cx="7739513" cy="1730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练习中国其他湖泊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测高数据下载（作业准备）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练习利用程序查看所下载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测高数据信息。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89130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7721</TotalTime>
  <Words>975</Words>
  <Application>Microsoft Office PowerPoint</Application>
  <PresentationFormat>全屏显示(4:3)</PresentationFormat>
  <Paragraphs>61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黑体</vt:lpstr>
      <vt:lpstr>微软雅黑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一、脉冲有限雷达Jason-3数据获取</vt:lpstr>
      <vt:lpstr>一、脉冲有限雷达Jason-3数据获取</vt:lpstr>
      <vt:lpstr>一、脉冲有限雷达Jason-3数据获取</vt:lpstr>
      <vt:lpstr>一、脉冲有限雷达Jason-3数据获取</vt:lpstr>
      <vt:lpstr>一、脉冲有限雷达Jason-3数据获取</vt:lpstr>
      <vt:lpstr>PowerPoint 演示文稿</vt:lpstr>
      <vt:lpstr>二、合成孔径雷达Sentinel-3数据获取</vt:lpstr>
      <vt:lpstr>二、合成孔径雷达Sentinel-3数据获取</vt:lpstr>
      <vt:lpstr>二、合成孔径雷达Sentinel-3数据获取</vt:lpstr>
      <vt:lpstr>二、合成孔径雷达Sentinel-3数据获取</vt:lpstr>
      <vt:lpstr>二、合成孔径雷达Sentinel-3数据获取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40</cp:revision>
  <dcterms:created xsi:type="dcterms:W3CDTF">2004-07-09T11:40:27Z</dcterms:created>
  <dcterms:modified xsi:type="dcterms:W3CDTF">2026-10-14T07:34:08Z</dcterms:modified>
</cp:coreProperties>
</file>