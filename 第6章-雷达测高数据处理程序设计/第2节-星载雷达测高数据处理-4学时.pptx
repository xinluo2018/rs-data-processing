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8"/>
  </p:notesMasterIdLst>
  <p:handoutMasterIdLst>
    <p:handoutMasterId r:id="rId9"/>
  </p:handoutMasterIdLst>
  <p:sldIdLst>
    <p:sldId id="2734" r:id="rId3"/>
    <p:sldId id="2736" r:id="rId4"/>
    <p:sldId id="2727" r:id="rId5"/>
    <p:sldId id="2735" r:id="rId6"/>
    <p:sldId id="2719" r:id="rId7"/>
  </p:sldIdLst>
  <p:sldSz cx="9144000" cy="6858000" type="screen4x3"/>
  <p:notesSz cx="7099300" cy="10234613"/>
  <p:custDataLst>
    <p:tags r:id="rId10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234F48-1BB4-064A-81D5-23BC2373ADDA}" v="1010" dt="2023-11-12T11:04:38.280"/>
    <p1510:client id="{CF65213B-FDED-4E4E-A9AA-40904858F740}" v="805" dt="2023-11-12T15:29:10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 autoAdjust="0"/>
    <p:restoredTop sz="84045" autoAdjust="0"/>
  </p:normalViewPr>
  <p:slideViewPr>
    <p:cSldViewPr snapToGrid="0">
      <p:cViewPr>
        <p:scale>
          <a:sx n="75" d="100"/>
          <a:sy n="75" d="100"/>
        </p:scale>
        <p:origin x="1047" y="27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79234F48-1BB4-064A-81D5-23BC2373ADDA}"/>
    <pc:docChg chg="undo custSel addSld delSld modSld sldOrd">
      <pc:chgData name="Xin Luo" userId="82312ee5779919a4" providerId="LiveId" clId="{79234F48-1BB4-064A-81D5-23BC2373ADDA}" dt="2023-11-12T11:04:38.280" v="1009" actId="1035"/>
      <pc:docMkLst>
        <pc:docMk/>
      </pc:docMkLst>
      <pc:sldChg chg="delSp modSp mod">
        <pc:chgData name="Xin Luo" userId="82312ee5779919a4" providerId="LiveId" clId="{79234F48-1BB4-064A-81D5-23BC2373ADDA}" dt="2023-11-12T10:57:52.252" v="773" actId="14100"/>
        <pc:sldMkLst>
          <pc:docMk/>
          <pc:sldMk cId="1858913004" sldId="2719"/>
        </pc:sldMkLst>
        <pc:spChg chg="del">
          <ac:chgData name="Xin Luo" userId="82312ee5779919a4" providerId="LiveId" clId="{79234F48-1BB4-064A-81D5-23BC2373ADDA}" dt="2023-11-12T10:56:15.125" v="602" actId="478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79234F48-1BB4-064A-81D5-23BC2373ADDA}" dt="2023-11-12T10:56:12.362" v="601" actId="20577"/>
          <ac:spMkLst>
            <pc:docMk/>
            <pc:sldMk cId="1858913004" sldId="2719"/>
            <ac:spMk id="4" creationId="{814FF4E1-B17F-D4F8-E834-173BA3B0D059}"/>
          </ac:spMkLst>
        </pc:spChg>
        <pc:spChg chg="del">
          <ac:chgData name="Xin Luo" userId="82312ee5779919a4" providerId="LiveId" clId="{79234F48-1BB4-064A-81D5-23BC2373ADDA}" dt="2023-11-12T10:56:15.125" v="602" actId="478"/>
          <ac:spMkLst>
            <pc:docMk/>
            <pc:sldMk cId="1858913004" sldId="2719"/>
            <ac:spMk id="5" creationId="{FCD10A89-5E0E-5D73-1D4F-9E11D943B29C}"/>
          </ac:spMkLst>
        </pc:spChg>
        <pc:spChg chg="mod">
          <ac:chgData name="Xin Luo" userId="82312ee5779919a4" providerId="LiveId" clId="{79234F48-1BB4-064A-81D5-23BC2373ADDA}" dt="2023-11-12T10:57:52.252" v="773" actId="14100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79234F48-1BB4-064A-81D5-23BC2373ADDA}" dt="2023-11-12T10:13:36.173" v="18" actId="2696"/>
        <pc:sldMkLst>
          <pc:docMk/>
          <pc:sldMk cId="295872025" sldId="2722"/>
        </pc:sldMkLst>
        <pc:spChg chg="mod">
          <ac:chgData name="Xin Luo" userId="82312ee5779919a4" providerId="LiveId" clId="{79234F48-1BB4-064A-81D5-23BC2373ADDA}" dt="2023-11-12T10:13:32.597" v="17" actId="20577"/>
          <ac:spMkLst>
            <pc:docMk/>
            <pc:sldMk cId="295872025" sldId="2722"/>
            <ac:spMk id="12" creationId="{00000000-0000-0000-0000-000000000000}"/>
          </ac:spMkLst>
        </pc:spChg>
      </pc:sldChg>
      <pc:sldChg chg="modSp mod">
        <pc:chgData name="Xin Luo" userId="82312ee5779919a4" providerId="LiveId" clId="{79234F48-1BB4-064A-81D5-23BC2373ADDA}" dt="2023-11-12T10:47:06.270" v="528" actId="20577"/>
        <pc:sldMkLst>
          <pc:docMk/>
          <pc:sldMk cId="623131075" sldId="2727"/>
        </pc:sldMkLst>
        <pc:spChg chg="mod">
          <ac:chgData name="Xin Luo" userId="82312ee5779919a4" providerId="LiveId" clId="{79234F48-1BB4-064A-81D5-23BC2373ADDA}" dt="2023-11-12T10:47:06.270" v="528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79234F48-1BB4-064A-81D5-23BC2373ADDA}" dt="2023-11-12T10:45:05.908" v="501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79234F48-1BB4-064A-81D5-23BC2373ADDA}" dt="2023-11-12T11:04:38.280" v="1009" actId="1035"/>
        <pc:sldMkLst>
          <pc:docMk/>
          <pc:sldMk cId="1382737206" sldId="2735"/>
        </pc:sldMkLst>
        <pc:spChg chg="add mod">
          <ac:chgData name="Xin Luo" userId="82312ee5779919a4" providerId="LiveId" clId="{79234F48-1BB4-064A-81D5-23BC2373ADDA}" dt="2023-11-12T10:47:42.911" v="537" actId="207"/>
          <ac:spMkLst>
            <pc:docMk/>
            <pc:sldMk cId="1382737206" sldId="2735"/>
            <ac:spMk id="2" creationId="{36A94F0A-9BCF-0783-70D7-65A53B9C0CC3}"/>
          </ac:spMkLst>
        </pc:spChg>
        <pc:spChg chg="mod">
          <ac:chgData name="Xin Luo" userId="82312ee5779919a4" providerId="LiveId" clId="{79234F48-1BB4-064A-81D5-23BC2373ADDA}" dt="2023-11-12T10:47:11.148" v="529"/>
          <ac:spMkLst>
            <pc:docMk/>
            <pc:sldMk cId="1382737206" sldId="2735"/>
            <ac:spMk id="4" creationId="{DFE91C0B-C9F8-3FEC-3419-2DE0C6E6DCB8}"/>
          </ac:spMkLst>
        </pc:spChg>
        <pc:spChg chg="add mod">
          <ac:chgData name="Xin Luo" userId="82312ee5779919a4" providerId="LiveId" clId="{79234F48-1BB4-064A-81D5-23BC2373ADDA}" dt="2023-11-12T10:49:13.024" v="582" actId="1036"/>
          <ac:spMkLst>
            <pc:docMk/>
            <pc:sldMk cId="1382737206" sldId="2735"/>
            <ac:spMk id="8" creationId="{B922BC94-544E-9C03-7774-A6A5C31A858E}"/>
          </ac:spMkLst>
        </pc:spChg>
        <pc:spChg chg="add mod">
          <ac:chgData name="Xin Luo" userId="82312ee5779919a4" providerId="LiveId" clId="{79234F48-1BB4-064A-81D5-23BC2373ADDA}" dt="2023-11-12T11:04:38.280" v="1009" actId="1035"/>
          <ac:spMkLst>
            <pc:docMk/>
            <pc:sldMk cId="1382737206" sldId="2735"/>
            <ac:spMk id="10" creationId="{A617D2EC-E886-F05D-06BB-4F44EC4E8448}"/>
          </ac:spMkLst>
        </pc:spChg>
        <pc:spChg chg="mod">
          <ac:chgData name="Xin Luo" userId="82312ee5779919a4" providerId="LiveId" clId="{79234F48-1BB4-064A-81D5-23BC2373ADDA}" dt="2023-11-12T10:13:09.041" v="4" actId="20577"/>
          <ac:spMkLst>
            <pc:docMk/>
            <pc:sldMk cId="1382737206" sldId="2735"/>
            <ac:spMk id="37" creationId="{3AF78166-75AC-74B5-C0D9-CAC71F413EF4}"/>
          </ac:spMkLst>
        </pc:spChg>
        <pc:spChg chg="topLvl">
          <ac:chgData name="Xin Luo" userId="82312ee5779919a4" providerId="LiveId" clId="{79234F48-1BB4-064A-81D5-23BC2373ADDA}" dt="2023-11-12T10:47:25.889" v="530" actId="165"/>
          <ac:spMkLst>
            <pc:docMk/>
            <pc:sldMk cId="1382737206" sldId="2735"/>
            <ac:spMk id="41" creationId="{2D07906B-FAF1-117B-E6A7-6D191EC4E883}"/>
          </ac:spMkLst>
        </pc:spChg>
        <pc:grpChg chg="add mod">
          <ac:chgData name="Xin Luo" userId="82312ee5779919a4" providerId="LiveId" clId="{79234F48-1BB4-064A-81D5-23BC2373ADDA}" dt="2023-11-12T11:04:22.418" v="997" actId="1035"/>
          <ac:grpSpMkLst>
            <pc:docMk/>
            <pc:sldMk cId="1382737206" sldId="2735"/>
            <ac:grpSpMk id="12" creationId="{1CD3369D-14E8-EFF9-8B4C-1BB6590169C3}"/>
          </ac:grpSpMkLst>
        </pc:grpChg>
        <pc:grpChg chg="topLvl">
          <ac:chgData name="Xin Luo" userId="82312ee5779919a4" providerId="LiveId" clId="{79234F48-1BB4-064A-81D5-23BC2373ADDA}" dt="2023-11-12T10:47:25.889" v="530" actId="165"/>
          <ac:grpSpMkLst>
            <pc:docMk/>
            <pc:sldMk cId="1382737206" sldId="2735"/>
            <ac:grpSpMk id="38" creationId="{1706D5B6-D65B-D942-309B-39F7DCB1E0D8}"/>
          </ac:grpSpMkLst>
        </pc:grpChg>
        <pc:grpChg chg="del">
          <ac:chgData name="Xin Luo" userId="82312ee5779919a4" providerId="LiveId" clId="{79234F48-1BB4-064A-81D5-23BC2373ADDA}" dt="2023-11-12T10:47:25.889" v="530" actId="165"/>
          <ac:grpSpMkLst>
            <pc:docMk/>
            <pc:sldMk cId="1382737206" sldId="2735"/>
            <ac:grpSpMk id="42" creationId="{3451DAC0-9E36-89C4-18C1-A0826EEC42B1}"/>
          </ac:grpSpMkLst>
        </pc:grpChg>
        <pc:picChg chg="topLvl">
          <ac:chgData name="Xin Luo" userId="82312ee5779919a4" providerId="LiveId" clId="{79234F48-1BB4-064A-81D5-23BC2373ADDA}" dt="2023-11-12T10:47:25.889" v="530" actId="165"/>
          <ac:picMkLst>
            <pc:docMk/>
            <pc:sldMk cId="1382737206" sldId="2735"/>
            <ac:picMk id="40" creationId="{7BAE91F7-A638-70DC-226F-AF9FF51A81EA}"/>
          </ac:picMkLst>
        </pc:picChg>
        <pc:cxnChg chg="add mod">
          <ac:chgData name="Xin Luo" userId="82312ee5779919a4" providerId="LiveId" clId="{79234F48-1BB4-064A-81D5-23BC2373ADDA}" dt="2023-11-12T10:55:49.883" v="584" actId="208"/>
          <ac:cxnSpMkLst>
            <pc:docMk/>
            <pc:sldMk cId="1382737206" sldId="2735"/>
            <ac:cxnSpMk id="6" creationId="{C73A7FF0-C417-B2B7-6C67-466B0FB66050}"/>
          </ac:cxnSpMkLst>
        </pc:cxnChg>
      </pc:sldChg>
      <pc:sldChg chg="modSp add mod ord">
        <pc:chgData name="Xin Luo" userId="82312ee5779919a4" providerId="LiveId" clId="{79234F48-1BB4-064A-81D5-23BC2373ADDA}" dt="2023-11-12T10:45:23.169" v="503" actId="14100"/>
        <pc:sldMkLst>
          <pc:docMk/>
          <pc:sldMk cId="3782770681" sldId="2736"/>
        </pc:sldMkLst>
        <pc:spChg chg="mod">
          <ac:chgData name="Xin Luo" userId="82312ee5779919a4" providerId="LiveId" clId="{79234F48-1BB4-064A-81D5-23BC2373ADDA}" dt="2023-11-12T10:14:33.890" v="79" actId="20577"/>
          <ac:spMkLst>
            <pc:docMk/>
            <pc:sldMk cId="3782770681" sldId="2736"/>
            <ac:spMk id="4" creationId="{DFE91C0B-C9F8-3FEC-3419-2DE0C6E6DCB8}"/>
          </ac:spMkLst>
        </pc:spChg>
        <pc:spChg chg="mod">
          <ac:chgData name="Xin Luo" userId="82312ee5779919a4" providerId="LiveId" clId="{79234F48-1BB4-064A-81D5-23BC2373ADDA}" dt="2023-11-12T10:45:23.169" v="503" actId="14100"/>
          <ac:spMkLst>
            <pc:docMk/>
            <pc:sldMk cId="3782770681" sldId="2736"/>
            <ac:spMk id="17" creationId="{9E05FFCA-3371-AF5C-381D-71D984055F5A}"/>
          </ac:spMkLst>
        </pc:spChg>
      </pc:sldChg>
      <pc:sldChg chg="add del">
        <pc:chgData name="Xin Luo" userId="82312ee5779919a4" providerId="LiveId" clId="{79234F48-1BB4-064A-81D5-23BC2373ADDA}" dt="2023-11-12T10:14:48.939" v="82"/>
        <pc:sldMkLst>
          <pc:docMk/>
          <pc:sldMk cId="3003986440" sldId="2737"/>
        </pc:sldMkLst>
      </pc:sldChg>
    </pc:docChg>
  </pc:docChgLst>
  <pc:docChgLst>
    <pc:chgData name="Xin Luo" userId="82312ee5779919a4" providerId="LiveId" clId="{CF65213B-FDED-4E4E-A9AA-40904858F740}"/>
    <pc:docChg chg="undo custSel addSld modSld">
      <pc:chgData name="Xin Luo" userId="82312ee5779919a4" providerId="LiveId" clId="{CF65213B-FDED-4E4E-A9AA-40904858F740}" dt="2023-11-12T15:29:23.089" v="1384" actId="20577"/>
      <pc:docMkLst>
        <pc:docMk/>
      </pc:docMkLst>
      <pc:sldChg chg="modSp mod">
        <pc:chgData name="Xin Luo" userId="82312ee5779919a4" providerId="LiveId" clId="{CF65213B-FDED-4E4E-A9AA-40904858F740}" dt="2023-11-12T15:29:10.248" v="1379" actId="108"/>
        <pc:sldMkLst>
          <pc:docMk/>
          <pc:sldMk cId="623131075" sldId="2727"/>
        </pc:sldMkLst>
        <pc:spChg chg="mod">
          <ac:chgData name="Xin Luo" userId="82312ee5779919a4" providerId="LiveId" clId="{CF65213B-FDED-4E4E-A9AA-40904858F740}" dt="2023-11-12T15:28:19.618" v="1355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CF65213B-FDED-4E4E-A9AA-40904858F740}" dt="2023-11-12T15:29:10.248" v="1379" actId="108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CF65213B-FDED-4E4E-A9AA-40904858F740}" dt="2023-11-12T03:09:31.898" v="28" actId="20577"/>
        <pc:sldMkLst>
          <pc:docMk/>
          <pc:sldMk cId="2241021106" sldId="2734"/>
        </pc:sldMkLst>
        <pc:spChg chg="mod">
          <ac:chgData name="Xin Luo" userId="82312ee5779919a4" providerId="LiveId" clId="{CF65213B-FDED-4E4E-A9AA-40904858F740}" dt="2023-11-12T03:09:31.898" v="28" actId="20577"/>
          <ac:spMkLst>
            <pc:docMk/>
            <pc:sldMk cId="2241021106" sldId="2734"/>
            <ac:spMk id="24" creationId="{00000000-0000-0000-0000-000000000000}"/>
          </ac:spMkLst>
        </pc:spChg>
      </pc:sldChg>
      <pc:sldChg chg="addSp delSp modSp add mod">
        <pc:chgData name="Xin Luo" userId="82312ee5779919a4" providerId="LiveId" clId="{CF65213B-FDED-4E4E-A9AA-40904858F740}" dt="2023-11-12T15:29:23.089" v="1384" actId="20577"/>
        <pc:sldMkLst>
          <pc:docMk/>
          <pc:sldMk cId="1382737206" sldId="2735"/>
        </pc:sldMkLst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9" creationId="{23348476-2F76-84CF-7B2D-DA8641D9A0F5}"/>
          </ac:spMkLst>
        </pc:spChg>
        <pc:spChg chg="del">
          <ac:chgData name="Xin Luo" userId="82312ee5779919a4" providerId="LiveId" clId="{CF65213B-FDED-4E4E-A9AA-40904858F740}" dt="2023-11-12T08:33:38.874" v="1061" actId="478"/>
          <ac:spMkLst>
            <pc:docMk/>
            <pc:sldMk cId="1382737206" sldId="2735"/>
            <ac:spMk id="17" creationId="{9E05FFCA-3371-AF5C-381D-71D984055F5A}"/>
          </ac:spMkLst>
        </pc:spChg>
        <pc:spChg chg="add mod">
          <ac:chgData name="Xin Luo" userId="82312ee5779919a4" providerId="LiveId" clId="{CF65213B-FDED-4E4E-A9AA-40904858F740}" dt="2023-11-12T15:29:23.089" v="1384" actId="20577"/>
          <ac:spMkLst>
            <pc:docMk/>
            <pc:sldMk cId="1382737206" sldId="2735"/>
            <ac:spMk id="19" creationId="{FC6D8AB4-24DC-D592-A4CA-7C755A830AD6}"/>
          </ac:spMkLst>
        </pc:spChg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26" creationId="{40CC3330-8E6E-1398-8B34-EF8ED568C0CB}"/>
          </ac:spMkLst>
        </pc:spChg>
        <pc:spChg chg="add mod">
          <ac:chgData name="Xin Luo" userId="82312ee5779919a4" providerId="LiveId" clId="{CF65213B-FDED-4E4E-A9AA-40904858F740}" dt="2023-11-12T09:07:08.259" v="1322" actId="1076"/>
          <ac:spMkLst>
            <pc:docMk/>
            <pc:sldMk cId="1382737206" sldId="2735"/>
            <ac:spMk id="27" creationId="{2116198B-4E87-5169-92B0-E91DFDBC1D19}"/>
          </ac:spMkLst>
        </pc:spChg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37" creationId="{3AF78166-75AC-74B5-C0D9-CAC71F413EF4}"/>
          </ac:spMkLst>
        </pc:spChg>
        <pc:spChg chg="add mod">
          <ac:chgData name="Xin Luo" userId="82312ee5779919a4" providerId="LiveId" clId="{CF65213B-FDED-4E4E-A9AA-40904858F740}" dt="2023-11-12T09:10:20.424" v="1339" actId="164"/>
          <ac:spMkLst>
            <pc:docMk/>
            <pc:sldMk cId="1382737206" sldId="2735"/>
            <ac:spMk id="41" creationId="{2D07906B-FAF1-117B-E6A7-6D191EC4E883}"/>
          </ac:spMkLst>
        </pc:spChg>
        <pc:grpChg chg="add del mod">
          <ac:chgData name="Xin Luo" userId="82312ee5779919a4" providerId="LiveId" clId="{CF65213B-FDED-4E4E-A9AA-40904858F740}" dt="2023-11-12T09:10:20.424" v="1339" actId="164"/>
          <ac:grpSpMkLst>
            <pc:docMk/>
            <pc:sldMk cId="1382737206" sldId="2735"/>
            <ac:grpSpMk id="38" creationId="{1706D5B6-D65B-D942-309B-39F7DCB1E0D8}"/>
          </ac:grpSpMkLst>
        </pc:grpChg>
        <pc:grpChg chg="add mod">
          <ac:chgData name="Xin Luo" userId="82312ee5779919a4" providerId="LiveId" clId="{CF65213B-FDED-4E4E-A9AA-40904858F740}" dt="2023-11-12T09:10:20.424" v="1339" actId="164"/>
          <ac:grpSpMkLst>
            <pc:docMk/>
            <pc:sldMk cId="1382737206" sldId="2735"/>
            <ac:grpSpMk id="42" creationId="{3451DAC0-9E36-89C4-18C1-A0826EEC42B1}"/>
          </ac:grpSpMkLst>
        </pc:grpChg>
        <pc:picChg chg="add del mod">
          <ac:chgData name="Xin Luo" userId="82312ee5779919a4" providerId="LiveId" clId="{CF65213B-FDED-4E4E-A9AA-40904858F740}" dt="2023-11-12T08:56:46.929" v="1130" actId="478"/>
          <ac:picMkLst>
            <pc:docMk/>
            <pc:sldMk cId="1382737206" sldId="2735"/>
            <ac:picMk id="5" creationId="{82A0A6B2-93CB-9EC3-E175-36A518382239}"/>
          </ac:picMkLst>
        </pc:picChg>
        <pc:picChg chg="add del mod">
          <ac:chgData name="Xin Luo" userId="82312ee5779919a4" providerId="LiveId" clId="{CF65213B-FDED-4E4E-A9AA-40904858F740}" dt="2023-11-12T09:08:13.465" v="1328" actId="478"/>
          <ac:picMkLst>
            <pc:docMk/>
            <pc:sldMk cId="1382737206" sldId="2735"/>
            <ac:picMk id="18" creationId="{7ED3E6AB-991C-08F8-D149-0A53F455182F}"/>
          </ac:picMkLst>
        </pc:picChg>
        <pc:picChg chg="add mod">
          <ac:chgData name="Xin Luo" userId="82312ee5779919a4" providerId="LiveId" clId="{CF65213B-FDED-4E4E-A9AA-40904858F740}" dt="2023-11-12T09:10:20.424" v="1339" actId="164"/>
          <ac:picMkLst>
            <pc:docMk/>
            <pc:sldMk cId="1382737206" sldId="2735"/>
            <ac:picMk id="40" creationId="{7BAE91F7-A638-70DC-226F-AF9FF51A81EA}"/>
          </ac:picMkLst>
        </pc:picChg>
        <pc:cxnChg chg="add del mod">
          <ac:chgData name="Xin Luo" userId="82312ee5779919a4" providerId="LiveId" clId="{CF65213B-FDED-4E4E-A9AA-40904858F740}" dt="2023-11-12T08:54:29.957" v="1105" actId="478"/>
          <ac:cxnSpMkLst>
            <pc:docMk/>
            <pc:sldMk cId="1382737206" sldId="2735"/>
            <ac:cxnSpMk id="7" creationId="{6DD9195A-1F4A-51A7-C529-B19BEDE96059}"/>
          </ac:cxnSpMkLst>
        </pc:cxnChg>
        <pc:cxnChg chg="add mod">
          <ac:chgData name="Xin Luo" userId="82312ee5779919a4" providerId="LiveId" clId="{CF65213B-FDED-4E4E-A9AA-40904858F740}" dt="2023-11-12T09:03:48.219" v="1309" actId="164"/>
          <ac:cxnSpMkLst>
            <pc:docMk/>
            <pc:sldMk cId="1382737206" sldId="2735"/>
            <ac:cxnSpMk id="11" creationId="{1815630D-440A-BA7A-DAF5-ED03080637E3}"/>
          </ac:cxnSpMkLst>
        </pc:cxnChg>
        <pc:cxnChg chg="add mod">
          <ac:chgData name="Xin Luo" userId="82312ee5779919a4" providerId="LiveId" clId="{CF65213B-FDED-4E4E-A9AA-40904858F740}" dt="2023-11-12T15:29:23.089" v="1384" actId="20577"/>
          <ac:cxnSpMkLst>
            <pc:docMk/>
            <pc:sldMk cId="1382737206" sldId="2735"/>
            <ac:cxnSpMk id="13" creationId="{CA1C9F51-02CC-D5A8-BD93-1AB882784387}"/>
          </ac:cxnSpMkLst>
        </pc:cxnChg>
        <pc:cxnChg chg="add mod">
          <ac:chgData name="Xin Luo" userId="82312ee5779919a4" providerId="LiveId" clId="{CF65213B-FDED-4E4E-A9AA-40904858F740}" dt="2023-11-12T09:08:08.795" v="1327" actId="478"/>
          <ac:cxnSpMkLst>
            <pc:docMk/>
            <pc:sldMk cId="1382737206" sldId="2735"/>
            <ac:cxnSpMk id="28" creationId="{2997F4DD-0922-B363-F763-27CB25268159}"/>
          </ac:cxnSpMkLst>
        </pc:cxnChg>
        <pc:cxnChg chg="add mod">
          <ac:chgData name="Xin Luo" userId="82312ee5779919a4" providerId="LiveId" clId="{CF65213B-FDED-4E4E-A9AA-40904858F740}" dt="2023-11-12T09:08:08.795" v="1327" actId="478"/>
          <ac:cxnSpMkLst>
            <pc:docMk/>
            <pc:sldMk cId="1382737206" sldId="2735"/>
            <ac:cxnSpMk id="31" creationId="{33B5FB2A-A85B-6A0E-263A-F26DFC374696}"/>
          </ac:cxnSpMkLst>
        </pc:cxnChg>
      </pc:sldChg>
      <pc:sldChg chg="modSp mod">
        <pc:chgData name="Xin Luo" userId="82312ee5779919a4" providerId="LiveId" clId="{CF65213B-FDED-4E4E-A9AA-40904858F740}" dt="2023-11-12T13:45:31.697" v="1344" actId="20577"/>
        <pc:sldMkLst>
          <pc:docMk/>
          <pc:sldMk cId="3782770681" sldId="2736"/>
        </pc:sldMkLst>
        <pc:spChg chg="mod">
          <ac:chgData name="Xin Luo" userId="82312ee5779919a4" providerId="LiveId" clId="{CF65213B-FDED-4E4E-A9AA-40904858F740}" dt="2023-11-12T13:45:31.697" v="1344" actId="20577"/>
          <ac:spMkLst>
            <pc:docMk/>
            <pc:sldMk cId="3782770681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248C0A6C-0CC4-8B4C-A15B-18A7AE49A707}"/>
    <pc:docChg chg="undo custSel addSld delSld modSld">
      <pc:chgData name="Xin Luo" userId="82312ee5779919a4" providerId="LiveId" clId="{248C0A6C-0CC4-8B4C-A15B-18A7AE49A707}" dt="2023-07-02T13:59:45.690" v="74" actId="20577"/>
      <pc:docMkLst>
        <pc:docMk/>
      </pc:docMkLst>
      <pc:sldChg chg="addSp delSp del mod">
        <pc:chgData name="Xin Luo" userId="82312ee5779919a4" providerId="LiveId" clId="{248C0A6C-0CC4-8B4C-A15B-18A7AE49A707}" dt="2023-07-02T13:12:20.593" v="29" actId="2696"/>
        <pc:sldMkLst>
          <pc:docMk/>
          <pc:sldMk cId="1153920038" sldId="2206"/>
        </pc:sldMkLst>
        <pc:spChg chg="add del">
          <ac:chgData name="Xin Luo" userId="82312ee5779919a4" providerId="LiveId" clId="{248C0A6C-0CC4-8B4C-A15B-18A7AE49A707}" dt="2023-07-02T13:11:56.127" v="1" actId="22"/>
          <ac:spMkLst>
            <pc:docMk/>
            <pc:sldMk cId="1153920038" sldId="2206"/>
            <ac:spMk id="5" creationId="{DF97D6A6-2165-26FA-3166-1D01AFA58A7A}"/>
          </ac:spMkLst>
        </pc:spChg>
      </pc:sldChg>
      <pc:sldChg chg="del">
        <pc:chgData name="Xin Luo" userId="82312ee5779919a4" providerId="LiveId" clId="{248C0A6C-0CC4-8B4C-A15B-18A7AE49A707}" dt="2023-07-02T13:12:28.335" v="46" actId="2696"/>
        <pc:sldMkLst>
          <pc:docMk/>
          <pc:sldMk cId="1576120367" sldId="2387"/>
        </pc:sldMkLst>
      </pc:sldChg>
      <pc:sldChg chg="del">
        <pc:chgData name="Xin Luo" userId="82312ee5779919a4" providerId="LiveId" clId="{248C0A6C-0CC4-8B4C-A15B-18A7AE49A707}" dt="2023-07-02T13:12:28.309" v="36" actId="2696"/>
        <pc:sldMkLst>
          <pc:docMk/>
          <pc:sldMk cId="2415901206" sldId="2447"/>
        </pc:sldMkLst>
      </pc:sldChg>
      <pc:sldChg chg="del">
        <pc:chgData name="Xin Luo" userId="82312ee5779919a4" providerId="LiveId" clId="{248C0A6C-0CC4-8B4C-A15B-18A7AE49A707}" dt="2023-07-02T13:12:28.304" v="34" actId="2696"/>
        <pc:sldMkLst>
          <pc:docMk/>
          <pc:sldMk cId="4067577602" sldId="2605"/>
        </pc:sldMkLst>
      </pc:sldChg>
      <pc:sldChg chg="del">
        <pc:chgData name="Xin Luo" userId="82312ee5779919a4" providerId="LiveId" clId="{248C0A6C-0CC4-8B4C-A15B-18A7AE49A707}" dt="2023-07-02T13:12:28.311" v="37" actId="2696"/>
        <pc:sldMkLst>
          <pc:docMk/>
          <pc:sldMk cId="1602808061" sldId="2707"/>
        </pc:sldMkLst>
      </pc:sldChg>
      <pc:sldChg chg="del">
        <pc:chgData name="Xin Luo" userId="82312ee5779919a4" providerId="LiveId" clId="{248C0A6C-0CC4-8B4C-A15B-18A7AE49A707}" dt="2023-07-02T13:12:28.317" v="39" actId="2696"/>
        <pc:sldMkLst>
          <pc:docMk/>
          <pc:sldMk cId="1658607177" sldId="2708"/>
        </pc:sldMkLst>
      </pc:sldChg>
      <pc:sldChg chg="del">
        <pc:chgData name="Xin Luo" userId="82312ee5779919a4" providerId="LiveId" clId="{248C0A6C-0CC4-8B4C-A15B-18A7AE49A707}" dt="2023-07-02T13:12:28.356" v="49" actId="2696"/>
        <pc:sldMkLst>
          <pc:docMk/>
          <pc:sldMk cId="1257969106" sldId="2709"/>
        </pc:sldMkLst>
      </pc:sldChg>
      <pc:sldChg chg="del">
        <pc:chgData name="Xin Luo" userId="82312ee5779919a4" providerId="LiveId" clId="{248C0A6C-0CC4-8B4C-A15B-18A7AE49A707}" dt="2023-07-02T13:12:28.299" v="32" actId="2696"/>
        <pc:sldMkLst>
          <pc:docMk/>
          <pc:sldMk cId="2744383376" sldId="2711"/>
        </pc:sldMkLst>
      </pc:sldChg>
      <pc:sldChg chg="del">
        <pc:chgData name="Xin Luo" userId="82312ee5779919a4" providerId="LiveId" clId="{248C0A6C-0CC4-8B4C-A15B-18A7AE49A707}" dt="2023-07-02T13:12:28.337" v="47" actId="2696"/>
        <pc:sldMkLst>
          <pc:docMk/>
          <pc:sldMk cId="280619949" sldId="2714"/>
        </pc:sldMkLst>
      </pc:sldChg>
      <pc:sldChg chg="del">
        <pc:chgData name="Xin Luo" userId="82312ee5779919a4" providerId="LiveId" clId="{248C0A6C-0CC4-8B4C-A15B-18A7AE49A707}" dt="2023-07-02T13:12:28.325" v="42" actId="2696"/>
        <pc:sldMkLst>
          <pc:docMk/>
          <pc:sldMk cId="3852391939" sldId="2715"/>
        </pc:sldMkLst>
      </pc:sldChg>
      <pc:sldChg chg="del">
        <pc:chgData name="Xin Luo" userId="82312ee5779919a4" providerId="LiveId" clId="{248C0A6C-0CC4-8B4C-A15B-18A7AE49A707}" dt="2023-07-02T13:12:28.330" v="44" actId="2696"/>
        <pc:sldMkLst>
          <pc:docMk/>
          <pc:sldMk cId="3026715585" sldId="2716"/>
        </pc:sldMkLst>
      </pc:sldChg>
      <pc:sldChg chg="del">
        <pc:chgData name="Xin Luo" userId="82312ee5779919a4" providerId="LiveId" clId="{248C0A6C-0CC4-8B4C-A15B-18A7AE49A707}" dt="2023-07-02T13:12:28.333" v="45" actId="2696"/>
        <pc:sldMkLst>
          <pc:docMk/>
          <pc:sldMk cId="4136986794" sldId="2717"/>
        </pc:sldMkLst>
      </pc:sldChg>
      <pc:sldChg chg="del">
        <pc:chgData name="Xin Luo" userId="82312ee5779919a4" providerId="LiveId" clId="{248C0A6C-0CC4-8B4C-A15B-18A7AE49A707}" dt="2023-07-02T13:12:28.358" v="50" actId="2696"/>
        <pc:sldMkLst>
          <pc:docMk/>
          <pc:sldMk cId="1778017482" sldId="2718"/>
        </pc:sldMkLst>
      </pc:sldChg>
      <pc:sldChg chg="del">
        <pc:chgData name="Xin Luo" userId="82312ee5779919a4" providerId="LiveId" clId="{248C0A6C-0CC4-8B4C-A15B-18A7AE49A707}" dt="2023-07-02T13:12:28.307" v="35" actId="2696"/>
        <pc:sldMkLst>
          <pc:docMk/>
          <pc:sldMk cId="3480831675" sldId="2720"/>
        </pc:sldMkLst>
      </pc:sldChg>
      <pc:sldChg chg="del">
        <pc:chgData name="Xin Luo" userId="82312ee5779919a4" providerId="LiveId" clId="{248C0A6C-0CC4-8B4C-A15B-18A7AE49A707}" dt="2023-07-02T13:12:28.385" v="51" actId="2696"/>
        <pc:sldMkLst>
          <pc:docMk/>
          <pc:sldMk cId="769179569" sldId="2723"/>
        </pc:sldMkLst>
      </pc:sldChg>
      <pc:sldChg chg="del">
        <pc:chgData name="Xin Luo" userId="82312ee5779919a4" providerId="LiveId" clId="{248C0A6C-0CC4-8B4C-A15B-18A7AE49A707}" dt="2023-07-02T13:12:28.314" v="38" actId="2696"/>
        <pc:sldMkLst>
          <pc:docMk/>
          <pc:sldMk cId="57442970" sldId="2725"/>
        </pc:sldMkLst>
      </pc:sldChg>
      <pc:sldChg chg="del">
        <pc:chgData name="Xin Luo" userId="82312ee5779919a4" providerId="LiveId" clId="{248C0A6C-0CC4-8B4C-A15B-18A7AE49A707}" dt="2023-07-02T13:12:28.344" v="48" actId="2696"/>
        <pc:sldMkLst>
          <pc:docMk/>
          <pc:sldMk cId="4114066566" sldId="2726"/>
        </pc:sldMkLst>
      </pc:sldChg>
      <pc:sldChg chg="del">
        <pc:chgData name="Xin Luo" userId="82312ee5779919a4" providerId="LiveId" clId="{248C0A6C-0CC4-8B4C-A15B-18A7AE49A707}" dt="2023-07-02T13:12:28.327" v="43" actId="2696"/>
        <pc:sldMkLst>
          <pc:docMk/>
          <pc:sldMk cId="1683372320" sldId="2728"/>
        </pc:sldMkLst>
      </pc:sldChg>
      <pc:sldChg chg="del">
        <pc:chgData name="Xin Luo" userId="82312ee5779919a4" providerId="LiveId" clId="{248C0A6C-0CC4-8B4C-A15B-18A7AE49A707}" dt="2023-07-02T13:12:28.297" v="31" actId="2696"/>
        <pc:sldMkLst>
          <pc:docMk/>
          <pc:sldMk cId="240261692" sldId="2729"/>
        </pc:sldMkLst>
      </pc:sldChg>
      <pc:sldChg chg="del">
        <pc:chgData name="Xin Luo" userId="82312ee5779919a4" providerId="LiveId" clId="{248C0A6C-0CC4-8B4C-A15B-18A7AE49A707}" dt="2023-07-02T13:12:28.294" v="30" actId="2696"/>
        <pc:sldMkLst>
          <pc:docMk/>
          <pc:sldMk cId="736914780" sldId="2730"/>
        </pc:sldMkLst>
      </pc:sldChg>
      <pc:sldChg chg="del">
        <pc:chgData name="Xin Luo" userId="82312ee5779919a4" providerId="LiveId" clId="{248C0A6C-0CC4-8B4C-A15B-18A7AE49A707}" dt="2023-07-02T13:12:28.320" v="40" actId="2696"/>
        <pc:sldMkLst>
          <pc:docMk/>
          <pc:sldMk cId="3309691984" sldId="2731"/>
        </pc:sldMkLst>
      </pc:sldChg>
      <pc:sldChg chg="del">
        <pc:chgData name="Xin Luo" userId="82312ee5779919a4" providerId="LiveId" clId="{248C0A6C-0CC4-8B4C-A15B-18A7AE49A707}" dt="2023-07-02T13:12:28.322" v="41" actId="2696"/>
        <pc:sldMkLst>
          <pc:docMk/>
          <pc:sldMk cId="1199790559" sldId="2732"/>
        </pc:sldMkLst>
      </pc:sldChg>
      <pc:sldChg chg="del">
        <pc:chgData name="Xin Luo" userId="82312ee5779919a4" providerId="LiveId" clId="{248C0A6C-0CC4-8B4C-A15B-18A7AE49A707}" dt="2023-07-02T13:12:28.302" v="33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248C0A6C-0CC4-8B4C-A15B-18A7AE49A707}" dt="2023-07-02T13:59:45.690" v="74" actId="20577"/>
        <pc:sldMkLst>
          <pc:docMk/>
          <pc:sldMk cId="2241021106" sldId="2734"/>
        </pc:sldMkLst>
        <pc:spChg chg="mod">
          <ac:chgData name="Xin Luo" userId="82312ee5779919a4" providerId="LiveId" clId="{248C0A6C-0CC4-8B4C-A15B-18A7AE49A707}" dt="2023-07-02T13:59:45.690" v="74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76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442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84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星载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雷达测高数据处理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遥感数据处理程序设计</a:t>
            </a: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+mn-ea"/>
              </a:rPr>
              <a:t>一、课程简介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/>
              <p:nvPr/>
            </p:nvSpPr>
            <p:spPr>
              <a:xfrm>
                <a:off x="201376" y="1949692"/>
                <a:ext cx="5042419" cy="4899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      </a:t>
                </a:r>
                <a:r>
                  <a:rPr lang="en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地面高计算公式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：</a:t>
                </a:r>
                <a:endParaRPr lang="en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𝑙𝑎𝑛𝑑</m:t>
                          </m:r>
                        </m:sub>
                      </m:sSub>
                      <m:r>
                        <a:rPr lang="en-US" sz="180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H</m:t>
                          </m:r>
                        </m:e>
                        <m:sub>
                          <m:r>
                            <a:rPr lang="en-US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𝑠𝑎𝑡</m:t>
                          </m:r>
                        </m:sub>
                      </m:sSub>
                      <m:r>
                        <a:rPr lang="en-US" sz="180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lang="en-US" sz="180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𝐷</m:t>
                      </m:r>
                      <m:r>
                        <a:rPr lang="en-US" sz="1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sSub>
                        <m:sSubPr>
                          <m:ctrlPr>
                            <a:rPr lang="en-US" altLang="zh-CN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8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𝑐𝑜𝑟</m:t>
                          </m:r>
                        </m:sub>
                      </m:sSub>
                    </m:oMath>
                  </m:oMathPara>
                </a14:m>
                <a:endParaRPr lang="en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𝑠𝑎𝑡</m:t>
                        </m:r>
                      </m:sub>
                    </m:sSub>
                    <m:r>
                      <a:rPr lang="en-US" sz="18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为卫星高度，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为卫星高度计所测距离，</a:t>
                </a:r>
                <a:r>
                  <a:rPr lang="en-US" altLang="zh-CN" sz="1800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𝑐𝑜𝑟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为地球物理改正项，具体包括：</a:t>
                </a: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1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）干对流层改正；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2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）湿对流层改正；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3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）电离层改正；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4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）潮汐改正（负荷潮、固体地球潮、极潮）等。</a:t>
                </a: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76" y="1949692"/>
                <a:ext cx="5042419" cy="4899996"/>
              </a:xfrm>
              <a:prstGeom prst="rect">
                <a:avLst/>
              </a:prstGeom>
              <a:blipFill>
                <a:blip r:embed="rId3"/>
                <a:stretch>
                  <a:fillRect l="-967" r="-5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高度计距离的地球物理改正</a:t>
            </a:r>
            <a:endParaRPr lang="en-US" altLang="zh-CN" sz="2800" b="1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F19248-C0BD-5C7A-F620-A377294A68A2}"/>
              </a:ext>
            </a:extLst>
          </p:cNvPr>
          <p:cNvGrpSpPr/>
          <p:nvPr/>
        </p:nvGrpSpPr>
        <p:grpSpPr>
          <a:xfrm>
            <a:off x="4768925" y="1604459"/>
            <a:ext cx="6308403" cy="8010141"/>
            <a:chOff x="5085697" y="1365033"/>
            <a:chExt cx="4675123" cy="6614423"/>
          </a:xfrm>
        </p:grpSpPr>
        <p:pic>
          <p:nvPicPr>
            <p:cNvPr id="5" name="Picture 4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5267B9D7-BE9F-E220-4290-8009574DC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5835" y="1365033"/>
              <a:ext cx="780524" cy="486252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6F9D83A5-86E9-9D0B-81C4-72F0858FFF29}"/>
                </a:ext>
              </a:extLst>
            </p:cNvPr>
            <p:cNvSpPr/>
            <p:nvPr/>
          </p:nvSpPr>
          <p:spPr bwMode="auto">
            <a:xfrm rot="17781206">
              <a:off x="5768037" y="3986672"/>
              <a:ext cx="3310444" cy="4675123"/>
            </a:xfrm>
            <a:prstGeom prst="arc">
              <a:avLst>
                <a:gd name="adj1" fmla="val 1677834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N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26C1438-5EF5-78D7-053A-CCFB4B1A28FF}"/>
                </a:ext>
              </a:extLst>
            </p:cNvPr>
            <p:cNvSpPr/>
            <p:nvPr/>
          </p:nvSpPr>
          <p:spPr>
            <a:xfrm>
              <a:off x="5407616" y="3945576"/>
              <a:ext cx="2722880" cy="457467"/>
            </a:xfrm>
            <a:custGeom>
              <a:avLst/>
              <a:gdLst>
                <a:gd name="connsiteX0" fmla="*/ 0 w 2722880"/>
                <a:gd name="connsiteY0" fmla="*/ 516259 h 567059"/>
                <a:gd name="connsiteX1" fmla="*/ 274320 w 2722880"/>
                <a:gd name="connsiteY1" fmla="*/ 414659 h 567059"/>
                <a:gd name="connsiteX2" fmla="*/ 538480 w 2722880"/>
                <a:gd name="connsiteY2" fmla="*/ 414659 h 567059"/>
                <a:gd name="connsiteX3" fmla="*/ 721360 w 2722880"/>
                <a:gd name="connsiteY3" fmla="*/ 333379 h 567059"/>
                <a:gd name="connsiteX4" fmla="*/ 955040 w 2722880"/>
                <a:gd name="connsiteY4" fmla="*/ 262259 h 567059"/>
                <a:gd name="connsiteX5" fmla="*/ 1300480 w 2722880"/>
                <a:gd name="connsiteY5" fmla="*/ 28579 h 567059"/>
                <a:gd name="connsiteX6" fmla="*/ 1656080 w 2722880"/>
                <a:gd name="connsiteY6" fmla="*/ 18419 h 567059"/>
                <a:gd name="connsiteX7" fmla="*/ 2052320 w 2722880"/>
                <a:gd name="connsiteY7" fmla="*/ 160659 h 567059"/>
                <a:gd name="connsiteX8" fmla="*/ 2255520 w 2722880"/>
                <a:gd name="connsiteY8" fmla="*/ 353699 h 567059"/>
                <a:gd name="connsiteX9" fmla="*/ 2641600 w 2722880"/>
                <a:gd name="connsiteY9" fmla="*/ 465459 h 567059"/>
                <a:gd name="connsiteX10" fmla="*/ 2722880 w 2722880"/>
                <a:gd name="connsiteY10" fmla="*/ 567059 h 56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22880" h="567059">
                  <a:moveTo>
                    <a:pt x="0" y="516259"/>
                  </a:moveTo>
                  <a:cubicBezTo>
                    <a:pt x="92286" y="473925"/>
                    <a:pt x="184573" y="431592"/>
                    <a:pt x="274320" y="414659"/>
                  </a:cubicBezTo>
                  <a:cubicBezTo>
                    <a:pt x="364067" y="397726"/>
                    <a:pt x="463973" y="428206"/>
                    <a:pt x="538480" y="414659"/>
                  </a:cubicBezTo>
                  <a:cubicBezTo>
                    <a:pt x="612987" y="401112"/>
                    <a:pt x="651933" y="358779"/>
                    <a:pt x="721360" y="333379"/>
                  </a:cubicBezTo>
                  <a:cubicBezTo>
                    <a:pt x="790787" y="307979"/>
                    <a:pt x="858520" y="313059"/>
                    <a:pt x="955040" y="262259"/>
                  </a:cubicBezTo>
                  <a:cubicBezTo>
                    <a:pt x="1051560" y="211459"/>
                    <a:pt x="1183640" y="69219"/>
                    <a:pt x="1300480" y="28579"/>
                  </a:cubicBezTo>
                  <a:cubicBezTo>
                    <a:pt x="1417320" y="-12061"/>
                    <a:pt x="1530773" y="-3594"/>
                    <a:pt x="1656080" y="18419"/>
                  </a:cubicBezTo>
                  <a:cubicBezTo>
                    <a:pt x="1781387" y="40432"/>
                    <a:pt x="1952413" y="104779"/>
                    <a:pt x="2052320" y="160659"/>
                  </a:cubicBezTo>
                  <a:cubicBezTo>
                    <a:pt x="2152227" y="216539"/>
                    <a:pt x="2157307" y="302899"/>
                    <a:pt x="2255520" y="353699"/>
                  </a:cubicBezTo>
                  <a:cubicBezTo>
                    <a:pt x="2353733" y="404499"/>
                    <a:pt x="2563707" y="429899"/>
                    <a:pt x="2641600" y="465459"/>
                  </a:cubicBezTo>
                  <a:cubicBezTo>
                    <a:pt x="2719493" y="501019"/>
                    <a:pt x="2721186" y="534039"/>
                    <a:pt x="2722880" y="567059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N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BB4894-1FFC-EEC3-D6C8-A7285CFE57EA}"/>
                </a:ext>
              </a:extLst>
            </p:cNvPr>
            <p:cNvSpPr/>
            <p:nvPr/>
          </p:nvSpPr>
          <p:spPr>
            <a:xfrm flipV="1">
              <a:off x="6785098" y="3911825"/>
              <a:ext cx="77041" cy="73021"/>
            </a:xfrm>
            <a:prstGeom prst="ellipse">
              <a:avLst/>
            </a:prstGeom>
            <a:solidFill>
              <a:schemeClr val="accent3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sz="36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F43FEB6-5EDA-E969-9D4E-DC82E5AE0CB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07576" y="1717014"/>
              <a:ext cx="5610" cy="219301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7CE3431-AF44-B691-729A-18A8FB538D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15598" y="3984846"/>
              <a:ext cx="5609" cy="47774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6FCF21-FA62-5B9A-5FFC-7FAD9B6A2E4D}"/>
                </a:ext>
              </a:extLst>
            </p:cNvPr>
            <p:cNvSpPr txBox="1"/>
            <p:nvPr/>
          </p:nvSpPr>
          <p:spPr>
            <a:xfrm>
              <a:off x="6821207" y="2716994"/>
              <a:ext cx="1114828" cy="482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600">
                  <a:solidFill>
                    <a:schemeClr val="bg2"/>
                  </a:solidFill>
                  <a:latin typeface="+mn-ea"/>
                  <a:ea typeface="+mn-ea"/>
                </a:rPr>
                <a:t>卫星到星下点距离D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CC85B7E-CE54-A6CE-E7C5-024B7B4E3714}"/>
                    </a:ext>
                  </a:extLst>
                </p:cNvPr>
                <p:cNvSpPr txBox="1"/>
                <p:nvPr/>
              </p:nvSpPr>
              <p:spPr>
                <a:xfrm>
                  <a:off x="6805643" y="4056724"/>
                  <a:ext cx="1491119" cy="482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N" sz="1600" dirty="0">
                      <a:solidFill>
                        <a:schemeClr val="bg2"/>
                      </a:solidFill>
                      <a:latin typeface="+mn-ea"/>
                      <a:ea typeface="+mn-ea"/>
                    </a:rPr>
                    <a:t>星下点地面椭球高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N" sz="1600" i="1" dirty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1600" i="1" dirty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𝑙𝑎𝑛𝑑</m:t>
                          </m:r>
                        </m:sub>
                      </m:sSub>
                    </m:oMath>
                  </a14:m>
                  <a:endParaRPr lang="en-CN" sz="1600" dirty="0">
                    <a:solidFill>
                      <a:schemeClr val="bg2"/>
                    </a:solidFill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CC85B7E-CE54-A6CE-E7C5-024B7B4E3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5643" y="4056724"/>
                  <a:ext cx="1491119" cy="482881"/>
                </a:xfrm>
                <a:prstGeom prst="rect">
                  <a:avLst/>
                </a:prstGeom>
                <a:blipFill>
                  <a:blip r:embed="rId5"/>
                  <a:stretch>
                    <a:fillRect t="-425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4E96D3-F6C5-7390-2035-B5CFB60E2398}"/>
                </a:ext>
              </a:extLst>
            </p:cNvPr>
            <p:cNvSpPr txBox="1"/>
            <p:nvPr/>
          </p:nvSpPr>
          <p:spPr>
            <a:xfrm>
              <a:off x="5688720" y="4631600"/>
              <a:ext cx="831645" cy="304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800">
                  <a:solidFill>
                    <a:schemeClr val="bg2"/>
                  </a:solidFill>
                  <a:latin typeface="+mn-ea"/>
                  <a:ea typeface="+mn-ea"/>
                </a:rPr>
                <a:t>参考椭球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0DA7F95-A293-8409-E383-AC248EEB33F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626968" y="1709667"/>
              <a:ext cx="18696" cy="275109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955BF3-F3DF-1379-CA4E-66022D34DC2E}"/>
                    </a:ext>
                  </a:extLst>
                </p:cNvPr>
                <p:cNvSpPr txBox="1"/>
                <p:nvPr/>
              </p:nvSpPr>
              <p:spPr>
                <a:xfrm>
                  <a:off x="5489949" y="2818095"/>
                  <a:ext cx="1088067" cy="5337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N" sz="1800">
                      <a:solidFill>
                        <a:schemeClr val="bg2"/>
                      </a:solidFill>
                      <a:latin typeface="+mn-ea"/>
                      <a:ea typeface="+mn-ea"/>
                    </a:rPr>
                    <a:t>卫星的椭球高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sat</m:t>
                          </m:r>
                        </m:sub>
                      </m:sSub>
                    </m:oMath>
                  </a14:m>
                  <a:endParaRPr lang="en-CN" sz="1800">
                    <a:solidFill>
                      <a:schemeClr val="bg2"/>
                    </a:solidFill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955BF3-F3DF-1379-CA4E-66022D34D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949" y="2818095"/>
                  <a:ext cx="1088067" cy="533712"/>
                </a:xfrm>
                <a:prstGeom prst="rect">
                  <a:avLst/>
                </a:prstGeom>
                <a:blipFill>
                  <a:blip r:embed="rId6"/>
                  <a:stretch>
                    <a:fillRect t="-3846" b="-1346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27706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一、课程简介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/>
              <p:nvPr/>
            </p:nvSpPr>
            <p:spPr>
              <a:xfrm>
                <a:off x="393365" y="1652224"/>
                <a:ext cx="8432970" cy="4616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卫星高度计所测距离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Altimeter range</a:t>
                </a: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一般需要进行波形重跟踪算法进行改正。假设卫星默认波形跟踪点为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nomi</m:t>
                        </m:r>
                        <m:r>
                          <m:rPr>
                            <m:sty m:val="p"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al</m:t>
                        </m:r>
                      </m:sub>
                    </m:sSub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，重跟踪算法获得跟踪点为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retrack</m:t>
                        </m:r>
                      </m:sub>
                    </m:sSub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，相邻距离门时间间隔为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。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Altimeter range</a:t>
                </a: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为：</a:t>
                </a:r>
                <a:endParaRPr lang="en-US" altLang="zh-CN" sz="20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𝐀𝐥𝐭𝐢𝐦𝐞𝐭𝐞𝐫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𝐫𝐚𝐧𝐠𝐞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𝐭𝐫𝐚𝐜𝐤𝐞𝐫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𝐫𝐚𝐧𝐠𝐞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 ∆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𝐑</m:t>
                      </m:r>
                      <m:r>
                        <a:rPr lang="zh-CN" altLang="en-US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</m:oMath>
                  </m:oMathPara>
                </a14:m>
                <a:endParaRPr lang="en-US" altLang="zh-CN" sz="2000" b="1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tracker</m:t>
                    </m:r>
                    <m: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range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为默认跟踪点计算所得距离，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R</m:t>
                    </m:r>
                    <m:r>
                      <a:rPr lang="zh-CN" altLang="en-US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为重跟踪改正</a:t>
                </a:r>
                <a:r>
                  <a:rPr lang="zh-CN" altLang="en-US" sz="2000" b="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量：</a:t>
                </a:r>
                <a:endParaRPr lang="en-US" altLang="zh-CN" sz="2000" b="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𝐑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2000" b="1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b="1" i="0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sz="2000" b="1" i="0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𝐫𝐞𝐭𝐫𝐚𝐜𝐤𝐞𝐫</m:t>
                              </m:r>
                            </m:sub>
                          </m:sSub>
                          <m:r>
                            <a:rPr lang="en-US" altLang="zh-CN" sz="2000" b="1" i="0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0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altLang="zh-CN" sz="2000" b="1" i="0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𝐧𝐨𝐦𝐢𝐚𝐥</m:t>
                          </m:r>
                        </m:sub>
                      </m:sSub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1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1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1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altLang="zh-CN" sz="2000" b="1" kern="0" dirty="0">
                  <a:solidFill>
                    <a:srgbClr val="000000"/>
                  </a:solidFill>
                  <a:latin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备注：</a:t>
                </a:r>
                <a:r>
                  <a:rPr lang="en-US" altLang="zh-CN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Sentinel-3</a:t>
                </a:r>
                <a:r>
                  <a:rPr lang="zh-CN" altLang="en-US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默认跟踪点位为</a:t>
                </a:r>
                <a:r>
                  <a:rPr lang="en-US" altLang="zh-CN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43</a:t>
                </a:r>
                <a:r>
                  <a:rPr lang="zh-CN" altLang="en-US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，其相邻点位间时间差为</a:t>
                </a:r>
                <a:r>
                  <a:rPr lang="en-US" altLang="zh-CN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3.125</a:t>
                </a:r>
                <a:r>
                  <a:rPr lang="zh-CN" altLang="en-US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ns</a:t>
                </a:r>
                <a:r>
                  <a:rPr lang="zh-CN" altLang="en-US" sz="1600" b="1" u="sng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。</a:t>
                </a:r>
                <a:endParaRPr lang="en-US" altLang="zh-CN" sz="1600" b="1" u="sng" kern="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5" y="1652224"/>
                <a:ext cx="8432970" cy="4616072"/>
              </a:xfrm>
              <a:prstGeom prst="rect">
                <a:avLst/>
              </a:prstGeom>
              <a:blipFill>
                <a:blip r:embed="rId3"/>
                <a:stretch>
                  <a:fillRect l="-902" r="-6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波形重跟踪距离改正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一、课程简介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波形重追踪距离改正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D3369D-14E8-EFF9-8B4C-1BB6590169C3}"/>
              </a:ext>
            </a:extLst>
          </p:cNvPr>
          <p:cNvGrpSpPr/>
          <p:nvPr/>
        </p:nvGrpSpPr>
        <p:grpSpPr>
          <a:xfrm>
            <a:off x="504165" y="1689946"/>
            <a:ext cx="7772400" cy="4037610"/>
            <a:chOff x="504165" y="1975696"/>
            <a:chExt cx="7772400" cy="4037610"/>
          </a:xfrm>
        </p:grpSpPr>
        <p:pic>
          <p:nvPicPr>
            <p:cNvPr id="40" name="Picture 39" descr="A blue line graph with numbers&#10;&#10;Description automatically generated">
              <a:extLst>
                <a:ext uri="{FF2B5EF4-FFF2-40B4-BE49-F238E27FC236}">
                  <a16:creationId xmlns:a16="http://schemas.microsoft.com/office/drawing/2014/main" id="{7BAE91F7-A638-70DC-226F-AF9FF51A8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165" y="1975696"/>
              <a:ext cx="7772400" cy="4037610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706D5B6-D65B-D942-309B-39F7DCB1E0D8}"/>
                </a:ext>
              </a:extLst>
            </p:cNvPr>
            <p:cNvGrpSpPr/>
            <p:nvPr/>
          </p:nvGrpSpPr>
          <p:grpSpPr>
            <a:xfrm>
              <a:off x="2074277" y="2162768"/>
              <a:ext cx="6154427" cy="3345639"/>
              <a:chOff x="2035366" y="2452047"/>
              <a:chExt cx="6154427" cy="334563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348476-2F76-84CF-7B2D-DA8641D9A0F5}"/>
                  </a:ext>
                </a:extLst>
              </p:cNvPr>
              <p:cNvSpPr txBox="1"/>
              <p:nvPr/>
            </p:nvSpPr>
            <p:spPr>
              <a:xfrm>
                <a:off x="2562282" y="4863585"/>
                <a:ext cx="108234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accent6">
                        <a:lumMod val="50000"/>
                      </a:schemeClr>
                    </a:solidFill>
                    <a:latin typeface="+mn-ea"/>
                    <a:ea typeface="+mn-ea"/>
                  </a:rPr>
                  <a:t>默认追踪点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815630D-440A-BA7A-DAF5-ED03080637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644630" y="3852525"/>
                <a:ext cx="0" cy="1945161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A1C9F51-02CC-D5A8-BD93-1AB88278438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57643" y="3852525"/>
                <a:ext cx="1" cy="194516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6D8AB4-24DC-D592-A4CA-7C755A830AD6}"/>
                  </a:ext>
                </a:extLst>
              </p:cNvPr>
              <p:cNvSpPr txBox="1"/>
              <p:nvPr/>
            </p:nvSpPr>
            <p:spPr>
              <a:xfrm>
                <a:off x="3824168" y="3544748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400" i="1" dirty="0">
                    <a:solidFill>
                      <a:schemeClr val="accent3"/>
                    </a:solidFill>
                    <a:latin typeface="+mn-ea"/>
                    <a:ea typeface="+mn-ea"/>
                  </a:rPr>
                  <a:t>重跟踪点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0CC3330-8E6E-1398-8B34-EF8ED568C0CB}"/>
                  </a:ext>
                </a:extLst>
              </p:cNvPr>
              <p:cNvSpPr txBox="1"/>
              <p:nvPr/>
            </p:nvSpPr>
            <p:spPr>
              <a:xfrm>
                <a:off x="2035366" y="2737579"/>
                <a:ext cx="9028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bg2"/>
                    </a:solidFill>
                    <a:latin typeface="+mn-ea"/>
                    <a:ea typeface="+mn-ea"/>
                  </a:rPr>
                  <a:t>波形前缘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16198B-4E87-5169-92B0-E91DFDBC1D19}"/>
                  </a:ext>
                </a:extLst>
              </p:cNvPr>
              <p:cNvSpPr txBox="1"/>
              <p:nvPr/>
            </p:nvSpPr>
            <p:spPr>
              <a:xfrm>
                <a:off x="5859189" y="3661599"/>
                <a:ext cx="9028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bg2"/>
                    </a:solidFill>
                    <a:latin typeface="+mn-ea"/>
                    <a:ea typeface="+mn-ea"/>
                  </a:rPr>
                  <a:t>波形后缘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997F4DD-0922-B363-F763-27CB25268159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 bwMode="auto">
              <a:xfrm>
                <a:off x="2486772" y="3045356"/>
                <a:ext cx="1592444" cy="953821"/>
              </a:xfrm>
              <a:prstGeom prst="straightConnector1">
                <a:avLst/>
              </a:prstGeom>
              <a:ln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3B5FB2A-A85B-6A0E-263A-F26DFC374696}"/>
                  </a:ext>
                </a:extLst>
              </p:cNvPr>
              <p:cNvCxnSpPr>
                <a:cxnSpLocks/>
                <a:stCxn id="27" idx="2"/>
              </p:cNvCxnSpPr>
              <p:nvPr/>
            </p:nvCxnSpPr>
            <p:spPr bwMode="auto">
              <a:xfrm flipH="1">
                <a:off x="4982026" y="3969376"/>
                <a:ext cx="1328569" cy="1008190"/>
              </a:xfrm>
              <a:prstGeom prst="straightConnector1">
                <a:avLst/>
              </a:prstGeom>
              <a:ln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78166-75AC-74B5-C0D9-CAC71F413EF4}"/>
                  </a:ext>
                </a:extLst>
              </p:cNvPr>
              <p:cNvSpPr txBox="1"/>
              <p:nvPr/>
            </p:nvSpPr>
            <p:spPr>
              <a:xfrm>
                <a:off x="4982026" y="2452047"/>
                <a:ext cx="32077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N" sz="1600" b="1">
                    <a:solidFill>
                      <a:schemeClr val="bg2"/>
                    </a:solidFill>
                    <a:latin typeface="+mn-ea"/>
                    <a:ea typeface="+mn-ea"/>
                  </a:rPr>
                  <a:t>Sentinel-3 SAR模式</a:t>
                </a:r>
                <a:r>
                  <a:rPr lang="zh-CN" altLang="en-US" sz="1600" b="1">
                    <a:solidFill>
                      <a:schemeClr val="bg2"/>
                    </a:solidFill>
                    <a:latin typeface="+mn-ea"/>
                    <a:ea typeface="+mn-ea"/>
                  </a:rPr>
                  <a:t>高度计波形</a:t>
                </a:r>
                <a:endParaRPr lang="en-CN" sz="1600" b="1">
                  <a:solidFill>
                    <a:schemeClr val="bg2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D07906B-FAF1-117B-E6A7-6D191EC4E883}"/>
                </a:ext>
              </a:extLst>
            </p:cNvPr>
            <p:cNvSpPr txBox="1"/>
            <p:nvPr/>
          </p:nvSpPr>
          <p:spPr>
            <a:xfrm>
              <a:off x="3596339" y="545223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00B0F0"/>
                  </a:solidFill>
                </a:rPr>
                <a:t>43</a:t>
              </a:r>
              <a:endParaRPr lang="en-CN" sz="1600">
                <a:solidFill>
                  <a:srgbClr val="00B0F0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A94F0A-9BCF-0783-70D7-65A53B9C0CC3}"/>
                </a:ext>
              </a:extLst>
            </p:cNvPr>
            <p:cNvSpPr txBox="1"/>
            <p:nvPr/>
          </p:nvSpPr>
          <p:spPr>
            <a:xfrm>
              <a:off x="4119558" y="5453604"/>
              <a:ext cx="3898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chemeClr val="accent3"/>
                  </a:solidFill>
                </a:rPr>
                <a:t>55</a:t>
              </a:r>
              <a:endParaRPr lang="en-CN" sz="1600">
                <a:solidFill>
                  <a:schemeClr val="accent3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3A7FF0-C417-B2B7-6C67-466B0FB6605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74576" y="4262164"/>
              <a:ext cx="630942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22BC94-544E-9C03-7774-A6A5C31A858E}"/>
                </a:ext>
              </a:extLst>
            </p:cNvPr>
            <p:cNvSpPr txBox="1"/>
            <p:nvPr/>
          </p:nvSpPr>
          <p:spPr>
            <a:xfrm>
              <a:off x="3626718" y="4005657"/>
              <a:ext cx="7264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800" b="1">
                  <a:solidFill>
                    <a:schemeClr val="bg2"/>
                  </a:solidFill>
                  <a:latin typeface="+mn-ea"/>
                  <a:ea typeface="+mn-ea"/>
                </a:rPr>
                <a:t>Correction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17D2EC-E886-F05D-06BB-4F44EC4E8448}"/>
              </a:ext>
            </a:extLst>
          </p:cNvPr>
          <p:cNvSpPr txBox="1"/>
          <p:nvPr/>
        </p:nvSpPr>
        <p:spPr>
          <a:xfrm>
            <a:off x="527025" y="5692140"/>
            <a:ext cx="8114055" cy="96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000" dirty="0">
                <a:solidFill>
                  <a:schemeClr val="bg2"/>
                </a:solidFill>
                <a:latin typeface="+mn-ea"/>
                <a:ea typeface="+mn-ea"/>
              </a:rPr>
              <a:t>Sentinel-3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chemeClr val="bg2"/>
                </a:solidFill>
                <a:latin typeface="+mn-ea"/>
                <a:ea typeface="+mn-ea"/>
              </a:rPr>
              <a:t>SAR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模式高度计波形的默认距离门为</a:t>
            </a:r>
            <a:r>
              <a:rPr lang="en-US" altLang="zh-CN" sz="2000" dirty="0">
                <a:solidFill>
                  <a:schemeClr val="bg2"/>
                </a:solidFill>
                <a:latin typeface="+mn-ea"/>
                <a:ea typeface="+mn-ea"/>
              </a:rPr>
              <a:t>43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。相邻距离门时间间隔为</a:t>
            </a:r>
            <a:r>
              <a:rPr lang="en-US" altLang="zh-CN" sz="2000" dirty="0">
                <a:solidFill>
                  <a:schemeClr val="bg2"/>
                </a:solidFill>
                <a:latin typeface="+mn-ea"/>
                <a:ea typeface="+mn-ea"/>
              </a:rPr>
              <a:t>3.125 ns</a:t>
            </a:r>
            <a:endParaRPr lang="en-CN" sz="2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27372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</a:t>
            </a:r>
            <a:r>
              <a:rPr lang="en-US" altLang="zh-CN" dirty="0">
                <a:latin typeface="+mn-ea"/>
              </a:rPr>
              <a:t>. 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开源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GIS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软件发展史及现状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FF4E1-B17F-D4F8-E834-173BA3B0D059}"/>
              </a:ext>
            </a:extLst>
          </p:cNvPr>
          <p:cNvSpPr txBox="1"/>
          <p:nvPr/>
        </p:nvSpPr>
        <p:spPr>
          <a:xfrm>
            <a:off x="404362" y="913572"/>
            <a:ext cx="831489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课后练习及章节作业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43A92-9E22-44EA-2939-C64F8E264329}"/>
              </a:ext>
            </a:extLst>
          </p:cNvPr>
          <p:cNvSpPr txBox="1"/>
          <p:nvPr/>
        </p:nvSpPr>
        <p:spPr>
          <a:xfrm>
            <a:off x="502919" y="1763498"/>
            <a:ext cx="8126731" cy="342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练习课堂程序；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利用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高度计数据对中国湖泊（任选）水位信息进行年度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季节性变化监测。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89130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102728</TotalTime>
  <Words>461</Words>
  <Application>Microsoft Office PowerPoint</Application>
  <PresentationFormat>全屏显示(4:3)</PresentationFormat>
  <Paragraphs>41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黑体</vt:lpstr>
      <vt:lpstr>微软雅黑</vt:lpstr>
      <vt:lpstr>Arial</vt:lpstr>
      <vt:lpstr>Cambria Math</vt:lpstr>
      <vt:lpstr>Times New Roman</vt:lpstr>
      <vt:lpstr>Wingdings</vt:lpstr>
      <vt:lpstr>2_Global</vt:lpstr>
      <vt:lpstr>1_Copyright (c) 2007-2010 NordriDesign™ _light</vt:lpstr>
      <vt:lpstr>PowerPoint 演示文稿</vt:lpstr>
      <vt:lpstr>一、课程简介</vt:lpstr>
      <vt:lpstr>一、课程简介</vt:lpstr>
      <vt:lpstr>一、课程简介</vt:lpstr>
      <vt:lpstr>二. 开源GIS软件发展史及现状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13012</cp:revision>
  <dcterms:created xsi:type="dcterms:W3CDTF">2004-07-09T11:40:27Z</dcterms:created>
  <dcterms:modified xsi:type="dcterms:W3CDTF">2026-10-14T06:37:28Z</dcterms:modified>
</cp:coreProperties>
</file>